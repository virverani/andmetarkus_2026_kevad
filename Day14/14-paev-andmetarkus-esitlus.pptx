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666" r:id="rId15"/>
    <p:sldId id="441" r:id="rId16"/>
    <p:sldId id="566" r:id="rId17"/>
    <p:sldId id="614" r:id="rId18"/>
    <p:sldId id="615" r:id="rId19"/>
    <p:sldId id="616" r:id="rId20"/>
    <p:sldId id="617" r:id="rId21"/>
    <p:sldId id="618" r:id="rId22"/>
    <p:sldId id="569" r:id="rId23"/>
    <p:sldId id="577" r:id="rId24"/>
    <p:sldId id="568" r:id="rId25"/>
    <p:sldId id="647" r:id="rId26"/>
    <p:sldId id="649" r:id="rId27"/>
    <p:sldId id="651" r:id="rId28"/>
    <p:sldId id="667" r:id="rId29"/>
    <p:sldId id="574" r:id="rId30"/>
    <p:sldId id="645" r:id="rId31"/>
    <p:sldId id="538" r:id="rId32"/>
    <p:sldId id="650" r:id="rId33"/>
  </p:sldIdLst>
  <p:sldSz cx="12192000" cy="6858000"/>
  <p:notesSz cx="6858000" cy="9144000"/>
  <p:embeddedFontLs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Inter Bold" panose="020B0604020202020204" charset="0"/>
      <p:bold r:id="rId40"/>
    </p:embeddedFont>
    <p:embeddedFont>
      <p:font typeface="Noto Serif" panose="02020600060500020200" pitchFamily="18" charset="0"/>
      <p:regular r:id="rId41"/>
      <p:bold r:id="rId42"/>
      <p:italic r:id="rId43"/>
      <p:boldItalic r:id="rId44"/>
    </p:embeddedFont>
    <p:embeddedFont>
      <p:font typeface="Poppins SemiBold" panose="00000700000000000000" pitchFamily="2" charset="0"/>
      <p:bold r:id="rId45"/>
      <p:boldItalic r:id="rId4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EC6D2C-2DE5-4622-B5C9-CE21C0F1885C}" v="18" dt="2026-04-17T06:25:19.6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3" d="2"/>
        <a:sy n="3" d="2"/>
      </p:scale>
      <p:origin x="-32" y="-2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9.fntdata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4-17T12:04:53.711" v="556" actId="20577"/>
      <pc:docMkLst>
        <pc:docMk/>
      </pc:docMkLst>
      <pc:sldChg chg="modSp modAnim">
        <pc:chgData name="Virve Räni" userId="161a7437-7ef4-49ec-91bf-54882f313dfe" providerId="ADAL" clId="{6D754EED-65AA-4A21-B175-6769012CF487}" dt="2026-04-17T06:25:19.679" v="547" actId="255"/>
        <pc:sldMkLst>
          <pc:docMk/>
          <pc:sldMk cId="223049910" sldId="439"/>
        </pc:sldMkLst>
        <pc:spChg chg="mod">
          <ac:chgData name="Virve Räni" userId="161a7437-7ef4-49ec-91bf-54882f313dfe" providerId="ADAL" clId="{6D754EED-65AA-4A21-B175-6769012CF487}" dt="2026-04-17T06:25:19.679" v="547" actId="255"/>
          <ac:spMkLst>
            <pc:docMk/>
            <pc:sldMk cId="223049910" sldId="439"/>
            <ac:spMk id="3" creationId="{EA490F2F-9A95-2356-2F41-6D1F85E5FA20}"/>
          </ac:spMkLst>
        </pc:spChg>
      </pc:sldChg>
      <pc:sldChg chg="modSp mod">
        <pc:chgData name="Virve Räni" userId="161a7437-7ef4-49ec-91bf-54882f313dfe" providerId="ADAL" clId="{6D754EED-65AA-4A21-B175-6769012CF487}" dt="2026-04-14T07:54:41.652" v="271"/>
        <pc:sldMkLst>
          <pc:docMk/>
          <pc:sldMk cId="1135419376" sldId="493"/>
        </pc:sldMkLst>
        <pc:spChg chg="mod">
          <ac:chgData name="Virve Räni" userId="161a7437-7ef4-49ec-91bf-54882f313dfe" providerId="ADAL" clId="{6D754EED-65AA-4A21-B175-6769012CF487}" dt="2026-03-18T07:09:06.027" v="150" actId="20577"/>
          <ac:spMkLst>
            <pc:docMk/>
            <pc:sldMk cId="1135419376" sldId="493"/>
            <ac:spMk id="2" creationId="{11F10058-A289-F9F8-2CC8-43BAABEC6F7E}"/>
          </ac:spMkLst>
        </pc:spChg>
        <pc:graphicFrameChg chg="mod modGraphic">
          <ac:chgData name="Virve Räni" userId="161a7437-7ef4-49ec-91bf-54882f313dfe" providerId="ADAL" clId="{6D754EED-65AA-4A21-B175-6769012CF487}" dt="2026-04-14T07:54:41.652" v="271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modSp add modAnim">
        <pc:chgData name="Virve Räni" userId="161a7437-7ef4-49ec-91bf-54882f313dfe" providerId="ADAL" clId="{6D754EED-65AA-4A21-B175-6769012CF487}" dt="2026-04-14T12:28:30.502" v="419" actId="20577"/>
        <pc:sldMkLst>
          <pc:docMk/>
          <pc:sldMk cId="1694942831" sldId="538"/>
        </pc:sldMkLst>
        <pc:spChg chg="mod">
          <ac:chgData name="Virve Räni" userId="161a7437-7ef4-49ec-91bf-54882f313dfe" providerId="ADAL" clId="{6D754EED-65AA-4A21-B175-6769012CF487}" dt="2026-04-14T12:28:30.502" v="419" actId="20577"/>
          <ac:spMkLst>
            <pc:docMk/>
            <pc:sldMk cId="1694942831" sldId="538"/>
            <ac:spMk id="3" creationId="{CF773C7E-895D-19CD-768D-5D677901F556}"/>
          </ac:spMkLst>
        </pc:spChg>
      </pc:sldChg>
      <pc:sldChg chg="modSp add mod">
        <pc:chgData name="Virve Räni" userId="161a7437-7ef4-49ec-91bf-54882f313dfe" providerId="ADAL" clId="{6D754EED-65AA-4A21-B175-6769012CF487}" dt="2026-04-17T05:48:32.378" v="475" actId="20577"/>
        <pc:sldMkLst>
          <pc:docMk/>
          <pc:sldMk cId="645017635" sldId="574"/>
        </pc:sldMkLst>
        <pc:spChg chg="mod">
          <ac:chgData name="Virve Räni" userId="161a7437-7ef4-49ec-91bf-54882f313dfe" providerId="ADAL" clId="{6D754EED-65AA-4A21-B175-6769012CF487}" dt="2026-04-17T05:48:32.378" v="475" actId="20577"/>
          <ac:spMkLst>
            <pc:docMk/>
            <pc:sldMk cId="645017635" sldId="574"/>
            <ac:spMk id="2" creationId="{D4725537-CB3E-C083-F8A7-F00B6AE12D6E}"/>
          </ac:spMkLst>
        </pc:spChg>
      </pc:sldChg>
      <pc:sldChg chg="modSp mod">
        <pc:chgData name="Virve Räni" userId="161a7437-7ef4-49ec-91bf-54882f313dfe" providerId="ADAL" clId="{6D754EED-65AA-4A21-B175-6769012CF487}" dt="2026-03-18T07:09:43.035" v="153" actId="20577"/>
        <pc:sldMkLst>
          <pc:docMk/>
          <pc:sldMk cId="3594503753" sldId="642"/>
        </pc:sldMkLst>
        <pc:spChg chg="mod">
          <ac:chgData name="Virve Räni" userId="161a7437-7ef4-49ec-91bf-54882f313dfe" providerId="ADAL" clId="{6D754EED-65AA-4A21-B175-6769012CF487}" dt="2026-03-18T07:09:43.035" v="153" actId="20577"/>
          <ac:spMkLst>
            <pc:docMk/>
            <pc:sldMk cId="3594503753" sldId="642"/>
            <ac:spMk id="3" creationId="{3C81D5B4-C589-0639-1E36-78C95C29E601}"/>
          </ac:spMkLst>
        </pc:spChg>
      </pc:sldChg>
      <pc:sldChg chg="modSp add mod">
        <pc:chgData name="Virve Räni" userId="161a7437-7ef4-49ec-91bf-54882f313dfe" providerId="ADAL" clId="{6D754EED-65AA-4A21-B175-6769012CF487}" dt="2026-04-17T05:48:38.140" v="484" actId="20577"/>
        <pc:sldMkLst>
          <pc:docMk/>
          <pc:sldMk cId="1674079011" sldId="645"/>
        </pc:sldMkLst>
        <pc:spChg chg="mod">
          <ac:chgData name="Virve Räni" userId="161a7437-7ef4-49ec-91bf-54882f313dfe" providerId="ADAL" clId="{6D754EED-65AA-4A21-B175-6769012CF487}" dt="2026-04-17T05:48:38.140" v="484" actId="20577"/>
          <ac:spMkLst>
            <pc:docMk/>
            <pc:sldMk cId="1674079011" sldId="645"/>
            <ac:spMk id="2" creationId="{EF462382-376F-D403-218E-FAD6D454E702}"/>
          </ac:spMkLst>
        </pc:spChg>
        <pc:spChg chg="mod">
          <ac:chgData name="Virve Räni" userId="161a7437-7ef4-49ec-91bf-54882f313dfe" providerId="ADAL" clId="{6D754EED-65AA-4A21-B175-6769012CF487}" dt="2026-04-14T13:34:56.379" v="457" actId="20577"/>
          <ac:spMkLst>
            <pc:docMk/>
            <pc:sldMk cId="1674079011" sldId="645"/>
            <ac:spMk id="3" creationId="{16CF7352-F93B-EE31-220C-F9E2EC9BDA2D}"/>
          </ac:spMkLst>
        </pc:spChg>
      </pc:sldChg>
      <pc:sldChg chg="modSp mod">
        <pc:chgData name="Virve Räni" userId="161a7437-7ef4-49ec-91bf-54882f313dfe" providerId="ADAL" clId="{6D754EED-65AA-4A21-B175-6769012CF487}" dt="2026-03-18T07:14:04.301" v="168" actId="20577"/>
        <pc:sldMkLst>
          <pc:docMk/>
          <pc:sldMk cId="1871966603" sldId="647"/>
        </pc:sldMkLst>
        <pc:spChg chg="mod">
          <ac:chgData name="Virve Räni" userId="161a7437-7ef4-49ec-91bf-54882f313dfe" providerId="ADAL" clId="{6D754EED-65AA-4A21-B175-6769012CF487}" dt="2026-03-18T07:14:04.301" v="168" actId="20577"/>
          <ac:spMkLst>
            <pc:docMk/>
            <pc:sldMk cId="1871966603" sldId="647"/>
            <ac:spMk id="3" creationId="{0F58F04F-79CF-D596-2442-C7AA52CDBB45}"/>
          </ac:spMkLst>
        </pc:spChg>
      </pc:sldChg>
      <pc:sldChg chg="modSp add mod">
        <pc:chgData name="Virve Räni" userId="161a7437-7ef4-49ec-91bf-54882f313dfe" providerId="ADAL" clId="{6D754EED-65AA-4A21-B175-6769012CF487}" dt="2026-04-17T12:04:53.711" v="556" actId="20577"/>
        <pc:sldMkLst>
          <pc:docMk/>
          <pc:sldMk cId="3267241536" sldId="649"/>
        </pc:sldMkLst>
        <pc:spChg chg="mod">
          <ac:chgData name="Virve Räni" userId="161a7437-7ef4-49ec-91bf-54882f313dfe" providerId="ADAL" clId="{6D754EED-65AA-4A21-B175-6769012CF487}" dt="2026-04-17T12:04:53.711" v="556" actId="20577"/>
          <ac:spMkLst>
            <pc:docMk/>
            <pc:sldMk cId="3267241536" sldId="649"/>
            <ac:spMk id="5" creationId="{F302593E-1699-CD76-2AB7-FB29D7F743E7}"/>
          </ac:spMkLst>
        </pc:spChg>
      </pc:sldChg>
      <pc:sldChg chg="modSp new mod">
        <pc:chgData name="Virve Räni" userId="161a7437-7ef4-49ec-91bf-54882f313dfe" providerId="ADAL" clId="{6D754EED-65AA-4A21-B175-6769012CF487}" dt="2026-04-14T13:08:26.560" v="425" actId="20577"/>
        <pc:sldMkLst>
          <pc:docMk/>
          <pc:sldMk cId="1519353560" sldId="650"/>
        </pc:sldMkLst>
        <pc:spChg chg="mod">
          <ac:chgData name="Virve Räni" userId="161a7437-7ef4-49ec-91bf-54882f313dfe" providerId="ADAL" clId="{6D754EED-65AA-4A21-B175-6769012CF487}" dt="2026-04-14T08:00:37.653" v="345" actId="20577"/>
          <ac:spMkLst>
            <pc:docMk/>
            <pc:sldMk cId="1519353560" sldId="650"/>
            <ac:spMk id="2" creationId="{A93AD8D0-6DB4-575E-917E-EF1716356808}"/>
          </ac:spMkLst>
        </pc:spChg>
        <pc:spChg chg="mod">
          <ac:chgData name="Virve Räni" userId="161a7437-7ef4-49ec-91bf-54882f313dfe" providerId="ADAL" clId="{6D754EED-65AA-4A21-B175-6769012CF487}" dt="2026-04-14T13:08:26.560" v="425" actId="20577"/>
          <ac:spMkLst>
            <pc:docMk/>
            <pc:sldMk cId="1519353560" sldId="650"/>
            <ac:spMk id="3" creationId="{4A604898-1A89-32D0-7964-55457B42E945}"/>
          </ac:spMkLst>
        </pc:spChg>
      </pc:sldChg>
      <pc:sldChg chg="modSp new mod">
        <pc:chgData name="Virve Räni" userId="161a7437-7ef4-49ec-91bf-54882f313dfe" providerId="ADAL" clId="{6D754EED-65AA-4A21-B175-6769012CF487}" dt="2026-04-17T05:48:25.580" v="466" actId="20577"/>
        <pc:sldMkLst>
          <pc:docMk/>
          <pc:sldMk cId="4040495421" sldId="651"/>
        </pc:sldMkLst>
        <pc:spChg chg="mod">
          <ac:chgData name="Virve Räni" userId="161a7437-7ef4-49ec-91bf-54882f313dfe" providerId="ADAL" clId="{6D754EED-65AA-4A21-B175-6769012CF487}" dt="2026-04-17T05:48:25.580" v="466" actId="20577"/>
          <ac:spMkLst>
            <pc:docMk/>
            <pc:sldMk cId="4040495421" sldId="651"/>
            <ac:spMk id="3" creationId="{50FB47EC-5600-1AFF-8D51-BA5BBCCFFAA5}"/>
          </ac:spMkLst>
        </pc:spChg>
      </pc:sldChg>
      <pc:sldChg chg="modSp add mod">
        <pc:chgData name="Virve Räni" userId="161a7437-7ef4-49ec-91bf-54882f313dfe" providerId="ADAL" clId="{6D754EED-65AA-4A21-B175-6769012CF487}" dt="2026-04-17T05:51:47.825" v="486" actId="255"/>
        <pc:sldMkLst>
          <pc:docMk/>
          <pc:sldMk cId="1220852360" sldId="666"/>
        </pc:sldMkLst>
        <pc:spChg chg="mod">
          <ac:chgData name="Virve Räni" userId="161a7437-7ef4-49ec-91bf-54882f313dfe" providerId="ADAL" clId="{6D754EED-65AA-4A21-B175-6769012CF487}" dt="2026-04-17T05:51:47.825" v="486" actId="255"/>
          <ac:spMkLst>
            <pc:docMk/>
            <pc:sldMk cId="1220852360" sldId="666"/>
            <ac:spMk id="2" creationId="{B3216866-C2D4-7EB2-C742-4CECC0960837}"/>
          </ac:spMkLst>
        </pc:spChg>
      </pc:sldChg>
      <pc:sldChg chg="modSp new del mod">
        <pc:chgData name="Virve Räni" userId="161a7437-7ef4-49ec-91bf-54882f313dfe" providerId="ADAL" clId="{6D754EED-65AA-4A21-B175-6769012CF487}" dt="2026-04-17T05:59:54.542" v="490" actId="47"/>
        <pc:sldMkLst>
          <pc:docMk/>
          <pc:sldMk cId="673832288" sldId="667"/>
        </pc:sldMkLst>
        <pc:spChg chg="mod">
          <ac:chgData name="Virve Räni" userId="161a7437-7ef4-49ec-91bf-54882f313dfe" providerId="ADAL" clId="{6D754EED-65AA-4A21-B175-6769012CF487}" dt="2026-04-17T05:59:52.822" v="489" actId="20577"/>
          <ac:spMkLst>
            <pc:docMk/>
            <pc:sldMk cId="673832288" sldId="667"/>
            <ac:spMk id="3" creationId="{E46C745E-90DC-891C-2C08-BA5ECB58CA53}"/>
          </ac:spMkLst>
        </pc:spChg>
      </pc:sldChg>
      <pc:sldChg chg="modSp add mod">
        <pc:chgData name="Virve Räni" userId="161a7437-7ef4-49ec-91bf-54882f313dfe" providerId="ADAL" clId="{6D754EED-65AA-4A21-B175-6769012CF487}" dt="2026-04-17T06:00:08.364" v="532" actId="20577"/>
        <pc:sldMkLst>
          <pc:docMk/>
          <pc:sldMk cId="2662955064" sldId="667"/>
        </pc:sldMkLst>
        <pc:spChg chg="mod">
          <ac:chgData name="Virve Räni" userId="161a7437-7ef4-49ec-91bf-54882f313dfe" providerId="ADAL" clId="{6D754EED-65AA-4A21-B175-6769012CF487}" dt="2026-04-17T06:00:08.364" v="532" actId="20577"/>
          <ac:spMkLst>
            <pc:docMk/>
            <pc:sldMk cId="2662955064" sldId="667"/>
            <ac:spMk id="3" creationId="{277AB89A-331D-46B7-10E3-87ABBD0779F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17.04.2026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23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10678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615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17.04.2026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riigiteataja.ee/akt/104012019011?leiaKehtiv" TargetMode="External"/><Relationship Id="rId4" Type="http://schemas.openxmlformats.org/officeDocument/2006/relationships/hyperlink" Target="https://www.edpb.europa.eu/sme-data-protection-guide/faq-frequently-asked-questions_e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7881503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Kristina </a:t>
                      </a:r>
                      <a:r>
                        <a:rPr lang="et-EE" sz="2400" dirty="0"/>
                        <a:t>Korobova 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(Bolt)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peab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teadma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eesmärgiga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kui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kogutakse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sh</a:t>
            </a:r>
            <a:r>
              <a:rPr lang="en-US" sz="2000" dirty="0">
                <a:ea typeface="Inter"/>
                <a:cs typeface="Arial"/>
              </a:rPr>
              <a:t> </a:t>
            </a:r>
            <a:r>
              <a:rPr lang="en-US" sz="2000" dirty="0" err="1">
                <a:ea typeface="Inter"/>
                <a:cs typeface="Arial"/>
              </a:rPr>
              <a:t>vaadatakse</a:t>
            </a:r>
            <a:r>
              <a:rPr lang="en-US" sz="2000" dirty="0">
                <a:ea typeface="Inter"/>
                <a:cs typeface="Arial"/>
              </a:rPr>
              <a:t>) ja </a:t>
            </a:r>
            <a:r>
              <a:rPr lang="en-US" sz="2000" dirty="0" err="1">
                <a:ea typeface="Inter"/>
                <a:cs typeface="Arial"/>
              </a:rPr>
              <a:t>hoiustatakse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- </a:t>
            </a:r>
            <a:r>
              <a:rPr lang="en-US" sz="2000" dirty="0" err="1">
                <a:ea typeface="Inter"/>
                <a:cs typeface="Arial"/>
              </a:rPr>
              <a:t>füüsiline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isik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ehk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inimene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kelle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3"/>
              </a:rPr>
              <a:t>Isikuandmete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üldkaitse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määrus</a:t>
            </a:r>
            <a:r>
              <a:rPr lang="en-US" sz="2000" dirty="0">
                <a:ea typeface="Inter"/>
                <a:cs typeface="Arial"/>
                <a:hlinkClick r:id="rId3"/>
              </a:rPr>
              <a:t> (IKÜM)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Euroopa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Liidu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määrus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mida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kohaldatakse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2018. </a:t>
            </a:r>
            <a:r>
              <a:rPr lang="en-US" sz="2000" dirty="0" err="1">
                <a:ea typeface="Inter"/>
                <a:cs typeface="Arial"/>
              </a:rPr>
              <a:t>aastast</a:t>
            </a:r>
            <a:endParaRPr lang="en-US" sz="2000" dirty="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Isikuandmed</a:t>
            </a:r>
            <a:r>
              <a:rPr lang="en-US" sz="2000" dirty="0">
                <a:ea typeface="Inter"/>
                <a:cs typeface="Arial"/>
              </a:rPr>
              <a:t> – </a:t>
            </a:r>
            <a:r>
              <a:rPr lang="en-US" sz="2000" dirty="0" err="1">
                <a:ea typeface="Inter"/>
                <a:cs typeface="Arial"/>
              </a:rPr>
              <a:t>andmed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füüsilise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isiku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kohta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abil</a:t>
            </a:r>
            <a:r>
              <a:rPr lang="en-US" sz="2000" dirty="0">
                <a:ea typeface="Inter"/>
                <a:cs typeface="Arial"/>
              </a:rPr>
              <a:t> on </a:t>
            </a:r>
            <a:r>
              <a:rPr lang="en-US" sz="2000" dirty="0" err="1">
                <a:ea typeface="Inter"/>
                <a:cs typeface="Arial"/>
              </a:rPr>
              <a:t>isikut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otseselt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kaudselt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võimalik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tuvastada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dirty="0" err="1">
                <a:ea typeface="Inter"/>
                <a:cs typeface="Arial"/>
              </a:rPr>
              <a:t>Lisainfo</a:t>
            </a:r>
            <a:r>
              <a:rPr lang="en-US" dirty="0">
                <a:ea typeface="Inter"/>
                <a:cs typeface="Arial"/>
              </a:rPr>
              <a:t>: </a:t>
            </a:r>
            <a:r>
              <a:rPr lang="en-US" dirty="0">
                <a:ea typeface="Inter"/>
                <a:cs typeface="Arial"/>
                <a:hlinkClick r:id="rId4"/>
              </a:rPr>
              <a:t>https://www.edpb.europa.eu/sme-data-protection-guide/faq-frequently-asked-questions_en</a:t>
            </a:r>
            <a:r>
              <a:rPr lang="en-US" dirty="0">
                <a:ea typeface="Inter"/>
                <a:cs typeface="Arial"/>
              </a:rPr>
              <a:t> </a:t>
            </a:r>
            <a:endParaRPr lang="en-US" dirty="0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5"/>
              </a:rPr>
              <a:t>Isikuandmete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kaitse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seadus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  <a:cs typeface="Arial"/>
              </a:rPr>
              <a:t>Täpsustab ja </a:t>
            </a:r>
            <a:r>
              <a:rPr lang="en-US" sz="2000" dirty="0" err="1">
                <a:ea typeface="Inter"/>
                <a:cs typeface="Arial"/>
              </a:rPr>
              <a:t>täiendab</a:t>
            </a:r>
            <a:r>
              <a:rPr lang="en-US" sz="2000" dirty="0">
                <a:ea typeface="Inter"/>
                <a:cs typeface="Arial"/>
              </a:rPr>
              <a:t> IKÜM-</a:t>
            </a:r>
            <a:r>
              <a:rPr lang="en-US" sz="2000" dirty="0" err="1">
                <a:ea typeface="Inter"/>
                <a:cs typeface="Arial"/>
              </a:rPr>
              <a:t>i</a:t>
            </a:r>
            <a:endParaRPr lang="en-US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teostab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järelvalvet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Andmekaitse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Inspektsioon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kõik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ainult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vajalik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selle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16866-C2D4-7EB2-C742-4CECC09608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Kas tegu on isikuandmete töötlemise rikkumisega?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5A51D-F719-DB7E-B5A7-4CFB6B8E6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Teenusepakkuja kogub kliendi e-posti aadressi, et saata talle arveid. Hiljem hakkab sama ettevõte seda aadressi kasutama ka </a:t>
            </a:r>
            <a:r>
              <a:rPr lang="et-EE" sz="2000" noProof="0" dirty="0" err="1"/>
              <a:t>poliitreklaamiks</a:t>
            </a:r>
            <a:r>
              <a:rPr lang="et-EE" sz="2000" noProof="0" dirty="0"/>
              <a:t>, ilma kliendi nõusolekuta.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Uue rakenduse kasutaja registreerib end teenusesse ja rakendus küsib temalt suurt hulka isikuandmeid (näiteks usk, poliitilised vaated, laste arv), kuigi teenuse toimimiseks piisaks ainult e-posti aadressist. 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Ettevõte hakkab saatma klientidele arveid ettevõtte uuelt e-posti aadressilt.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Statistikaamet avaldab kokkuvõtlikud tabelid usulise kuuluvuse kohta. </a:t>
            </a:r>
          </a:p>
        </p:txBody>
      </p:sp>
    </p:spTree>
    <p:extLst>
      <p:ext uri="{BB962C8B-B14F-4D97-AF65-F5344CB8AC3E}">
        <p14:creationId xmlns:p14="http://schemas.microsoft.com/office/powerpoint/2010/main" val="122085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 err="1"/>
              <a:t>Külalisesineja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8768" y="2657045"/>
            <a:ext cx="6575007" cy="357043"/>
          </a:xfrm>
        </p:spPr>
        <p:txBody>
          <a:bodyPr/>
          <a:lstStyle/>
          <a:p>
            <a:r>
              <a:rPr lang="en-US" dirty="0"/>
              <a:t>Paus 15:00-15:15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Lõputööde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6A996-23D2-B576-6510-367A1360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1C437-2748-44B4-FECA-B0781AA35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AB89A-331D-46B7-10E3-87ABBD0779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Kliendiga</a:t>
            </a:r>
            <a:r>
              <a:rPr lang="en-US" sz="3200" dirty="0"/>
              <a:t> </a:t>
            </a:r>
            <a:r>
              <a:rPr lang="en-US" sz="3200" dirty="0" err="1"/>
              <a:t>kohtumise</a:t>
            </a:r>
            <a:r>
              <a:rPr lang="en-US" sz="3200" dirty="0"/>
              <a:t> </a:t>
            </a:r>
            <a:r>
              <a:rPr lang="en-US" sz="3200" dirty="0" err="1"/>
              <a:t>ajad</a:t>
            </a:r>
            <a:r>
              <a:rPr lang="en-US" sz="3200" dirty="0"/>
              <a:t> </a:t>
            </a:r>
            <a:r>
              <a:rPr lang="en-US" sz="3200" dirty="0" err="1"/>
              <a:t>teisipäevaks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26629550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1733</Words>
  <Application>Microsoft Office PowerPoint</Application>
  <PresentationFormat>Widescreen</PresentationFormat>
  <Paragraphs>249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Arial,Sans-Serif</vt:lpstr>
      <vt:lpstr>Inter Bold</vt:lpstr>
      <vt:lpstr>Calibri</vt:lpstr>
      <vt:lpstr>Arial</vt:lpstr>
      <vt:lpstr>Poppins SemiBold</vt:lpstr>
      <vt:lpstr>Courier New</vt:lpstr>
      <vt:lpstr>Inter</vt:lpstr>
      <vt:lpstr>Courier New,monospace</vt:lpstr>
      <vt:lpstr>Noto Serif</vt:lpstr>
      <vt:lpstr>BCS</vt:lpstr>
      <vt:lpstr>Vali Andmetarkus!</vt:lpstr>
      <vt:lpstr>Päevakava - XIV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Kas tegu on isikuandmete töötlemise rikkumisega?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Lõunapaus 12:15-13:15</vt:lpstr>
      <vt:lpstr>PowerPoint Presentation</vt:lpstr>
      <vt:lpstr>Paus 15:00-15:15</vt:lpstr>
      <vt:lpstr>PowerPoint Presentation</vt:lpstr>
      <vt:lpstr>PowerPoint Presentation</vt:lpstr>
      <vt:lpstr>Lõputöö osad</vt:lpstr>
      <vt:lpstr>Lõputöö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160</cp:revision>
  <dcterms:created xsi:type="dcterms:W3CDTF">2021-08-27T11:35:28Z</dcterms:created>
  <dcterms:modified xsi:type="dcterms:W3CDTF">2026-04-17T12:22:57Z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