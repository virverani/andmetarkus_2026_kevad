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441" r:id="rId15"/>
    <p:sldId id="566" r:id="rId16"/>
    <p:sldId id="614" r:id="rId17"/>
    <p:sldId id="615" r:id="rId18"/>
    <p:sldId id="616" r:id="rId19"/>
    <p:sldId id="617" r:id="rId20"/>
    <p:sldId id="618" r:id="rId21"/>
    <p:sldId id="569" r:id="rId22"/>
    <p:sldId id="577" r:id="rId23"/>
    <p:sldId id="568" r:id="rId24"/>
    <p:sldId id="647" r:id="rId25"/>
    <p:sldId id="649" r:id="rId26"/>
    <p:sldId id="651" r:id="rId27"/>
    <p:sldId id="574" r:id="rId28"/>
    <p:sldId id="645" r:id="rId29"/>
    <p:sldId id="538" r:id="rId30"/>
    <p:sldId id="650" r:id="rId31"/>
  </p:sldIdLst>
  <p:sldSz cx="12192000" cy="6858000"/>
  <p:notesSz cx="6858000" cy="9144000"/>
  <p:embeddedFontLst>
    <p:embeddedFont>
      <p:font typeface="Inter" panose="020B0604020202020204" charset="0"/>
      <p:regular r:id="rId34"/>
      <p:bold r:id="rId35"/>
    </p:embeddedFont>
    <p:embeddedFont>
      <p:font typeface="Inter Bold" panose="020B0604020202020204" charset="0"/>
      <p:bold r:id="rId36"/>
    </p:embeddedFont>
    <p:embeddedFont>
      <p:font typeface="Noto Serif" panose="02020600060500020200" pitchFamily="18" charset="0"/>
      <p:regular r:id="rId37"/>
      <p:bold r:id="rId38"/>
      <p:italic r:id="rId39"/>
      <p:boldItalic r:id="rId40"/>
    </p:embeddedFont>
    <p:embeddedFont>
      <p:font typeface="Poppins SemiBold" panose="00000700000000000000" pitchFamily="2" charset="0"/>
      <p:bold r:id="rId41"/>
      <p:boldItalic r:id="rId42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EC6D2C-2DE5-4622-B5C9-CE21C0F1885C}" v="70" dt="2026-04-14T12:28:30.5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6.fntdata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2.fntdata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4-14T13:34:56.379" v="457" actId="20577"/>
      <pc:docMkLst>
        <pc:docMk/>
      </pc:docMkLst>
      <pc:sldChg chg="modSp mod">
        <pc:chgData name="Virve Räni" userId="161a7437-7ef4-49ec-91bf-54882f313dfe" providerId="ADAL" clId="{6D754EED-65AA-4A21-B175-6769012CF487}" dt="2026-04-14T07:54:41.652" v="271"/>
        <pc:sldMkLst>
          <pc:docMk/>
          <pc:sldMk cId="1135419376" sldId="493"/>
        </pc:sldMkLst>
        <pc:spChg chg="mod">
          <ac:chgData name="Virve Räni" userId="161a7437-7ef4-49ec-91bf-54882f313dfe" providerId="ADAL" clId="{6D754EED-65AA-4A21-B175-6769012CF487}" dt="2026-03-18T07:09:06.027" v="150" actId="20577"/>
          <ac:spMkLst>
            <pc:docMk/>
            <pc:sldMk cId="1135419376" sldId="493"/>
            <ac:spMk id="2" creationId="{11F10058-A289-F9F8-2CC8-43BAABEC6F7E}"/>
          </ac:spMkLst>
        </pc:spChg>
        <pc:graphicFrameChg chg="mod modGraphic">
          <ac:chgData name="Virve Räni" userId="161a7437-7ef4-49ec-91bf-54882f313dfe" providerId="ADAL" clId="{6D754EED-65AA-4A21-B175-6769012CF487}" dt="2026-04-14T07:54:41.652" v="271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modSp add modAnim">
        <pc:chgData name="Virve Räni" userId="161a7437-7ef4-49ec-91bf-54882f313dfe" providerId="ADAL" clId="{6D754EED-65AA-4A21-B175-6769012CF487}" dt="2026-04-14T12:28:30.502" v="419" actId="20577"/>
        <pc:sldMkLst>
          <pc:docMk/>
          <pc:sldMk cId="1694942831" sldId="538"/>
        </pc:sldMkLst>
        <pc:spChg chg="mod">
          <ac:chgData name="Virve Räni" userId="161a7437-7ef4-49ec-91bf-54882f313dfe" providerId="ADAL" clId="{6D754EED-65AA-4A21-B175-6769012CF487}" dt="2026-04-14T12:28:30.502" v="419" actId="20577"/>
          <ac:spMkLst>
            <pc:docMk/>
            <pc:sldMk cId="1694942831" sldId="538"/>
            <ac:spMk id="3" creationId="{CF773C7E-895D-19CD-768D-5D677901F556}"/>
          </ac:spMkLst>
        </pc:spChg>
      </pc:sldChg>
      <pc:sldChg chg="add">
        <pc:chgData name="Virve Räni" userId="161a7437-7ef4-49ec-91bf-54882f313dfe" providerId="ADAL" clId="{6D754EED-65AA-4A21-B175-6769012CF487}" dt="2026-04-14T07:59:42.079" v="308"/>
        <pc:sldMkLst>
          <pc:docMk/>
          <pc:sldMk cId="645017635" sldId="574"/>
        </pc:sldMkLst>
      </pc:sldChg>
      <pc:sldChg chg="modSp mod">
        <pc:chgData name="Virve Räni" userId="161a7437-7ef4-49ec-91bf-54882f313dfe" providerId="ADAL" clId="{6D754EED-65AA-4A21-B175-6769012CF487}" dt="2026-03-18T07:09:43.035" v="153" actId="20577"/>
        <pc:sldMkLst>
          <pc:docMk/>
          <pc:sldMk cId="3594503753" sldId="642"/>
        </pc:sldMkLst>
        <pc:spChg chg="mod">
          <ac:chgData name="Virve Räni" userId="161a7437-7ef4-49ec-91bf-54882f313dfe" providerId="ADAL" clId="{6D754EED-65AA-4A21-B175-6769012CF487}" dt="2026-03-18T07:09:43.035" v="153" actId="20577"/>
          <ac:spMkLst>
            <pc:docMk/>
            <pc:sldMk cId="3594503753" sldId="642"/>
            <ac:spMk id="3" creationId="{3C81D5B4-C589-0639-1E36-78C95C29E601}"/>
          </ac:spMkLst>
        </pc:spChg>
      </pc:sldChg>
      <pc:sldChg chg="modSp add mod">
        <pc:chgData name="Virve Räni" userId="161a7437-7ef4-49ec-91bf-54882f313dfe" providerId="ADAL" clId="{6D754EED-65AA-4A21-B175-6769012CF487}" dt="2026-04-14T13:34:56.379" v="457" actId="20577"/>
        <pc:sldMkLst>
          <pc:docMk/>
          <pc:sldMk cId="1674079011" sldId="645"/>
        </pc:sldMkLst>
        <pc:spChg chg="mod">
          <ac:chgData name="Virve Räni" userId="161a7437-7ef4-49ec-91bf-54882f313dfe" providerId="ADAL" clId="{6D754EED-65AA-4A21-B175-6769012CF487}" dt="2026-04-14T13:34:56.379" v="457" actId="20577"/>
          <ac:spMkLst>
            <pc:docMk/>
            <pc:sldMk cId="1674079011" sldId="645"/>
            <ac:spMk id="3" creationId="{16CF7352-F93B-EE31-220C-F9E2EC9BDA2D}"/>
          </ac:spMkLst>
        </pc:spChg>
      </pc:sldChg>
      <pc:sldChg chg="modSp mod">
        <pc:chgData name="Virve Räni" userId="161a7437-7ef4-49ec-91bf-54882f313dfe" providerId="ADAL" clId="{6D754EED-65AA-4A21-B175-6769012CF487}" dt="2026-03-18T07:14:04.301" v="168" actId="20577"/>
        <pc:sldMkLst>
          <pc:docMk/>
          <pc:sldMk cId="1871966603" sldId="647"/>
        </pc:sldMkLst>
        <pc:spChg chg="mod">
          <ac:chgData name="Virve Räni" userId="161a7437-7ef4-49ec-91bf-54882f313dfe" providerId="ADAL" clId="{6D754EED-65AA-4A21-B175-6769012CF487}" dt="2026-03-18T07:14:04.301" v="168" actId="20577"/>
          <ac:spMkLst>
            <pc:docMk/>
            <pc:sldMk cId="1871966603" sldId="647"/>
            <ac:spMk id="3" creationId="{0F58F04F-79CF-D596-2442-C7AA52CDBB45}"/>
          </ac:spMkLst>
        </pc:spChg>
      </pc:sldChg>
      <pc:sldChg chg="modSp new del mod">
        <pc:chgData name="Virve Räni" userId="161a7437-7ef4-49ec-91bf-54882f313dfe" providerId="ADAL" clId="{6D754EED-65AA-4A21-B175-6769012CF487}" dt="2026-04-14T07:59:46.607" v="309" actId="47"/>
        <pc:sldMkLst>
          <pc:docMk/>
          <pc:sldMk cId="3046746180" sldId="648"/>
        </pc:sldMkLst>
        <pc:spChg chg="mod">
          <ac:chgData name="Virve Räni" userId="161a7437-7ef4-49ec-91bf-54882f313dfe" providerId="ADAL" clId="{6D754EED-65AA-4A21-B175-6769012CF487}" dt="2026-04-14T07:55:26.861" v="307" actId="20577"/>
          <ac:spMkLst>
            <pc:docMk/>
            <pc:sldMk cId="3046746180" sldId="648"/>
            <ac:spMk id="2" creationId="{6A72FBA8-9375-0A43-3A3A-3ADB365D7C58}"/>
          </ac:spMkLst>
        </pc:spChg>
      </pc:sldChg>
      <pc:sldChg chg="modSp add mod">
        <pc:chgData name="Virve Räni" userId="161a7437-7ef4-49ec-91bf-54882f313dfe" providerId="ADAL" clId="{6D754EED-65AA-4A21-B175-6769012CF487}" dt="2026-04-14T07:55:19.380" v="284" actId="20577"/>
        <pc:sldMkLst>
          <pc:docMk/>
          <pc:sldMk cId="3267241536" sldId="649"/>
        </pc:sldMkLst>
        <pc:spChg chg="mod">
          <ac:chgData name="Virve Räni" userId="161a7437-7ef4-49ec-91bf-54882f313dfe" providerId="ADAL" clId="{6D754EED-65AA-4A21-B175-6769012CF487}" dt="2026-04-14T07:55:19.380" v="284" actId="20577"/>
          <ac:spMkLst>
            <pc:docMk/>
            <pc:sldMk cId="3267241536" sldId="649"/>
            <ac:spMk id="5" creationId="{F302593E-1699-CD76-2AB7-FB29D7F743E7}"/>
          </ac:spMkLst>
        </pc:spChg>
      </pc:sldChg>
      <pc:sldChg chg="modSp new mod">
        <pc:chgData name="Virve Räni" userId="161a7437-7ef4-49ec-91bf-54882f313dfe" providerId="ADAL" clId="{6D754EED-65AA-4A21-B175-6769012CF487}" dt="2026-04-14T13:08:26.560" v="425" actId="20577"/>
        <pc:sldMkLst>
          <pc:docMk/>
          <pc:sldMk cId="1519353560" sldId="650"/>
        </pc:sldMkLst>
        <pc:spChg chg="mod">
          <ac:chgData name="Virve Räni" userId="161a7437-7ef4-49ec-91bf-54882f313dfe" providerId="ADAL" clId="{6D754EED-65AA-4A21-B175-6769012CF487}" dt="2026-04-14T08:00:37.653" v="345" actId="20577"/>
          <ac:spMkLst>
            <pc:docMk/>
            <pc:sldMk cId="1519353560" sldId="650"/>
            <ac:spMk id="2" creationId="{A93AD8D0-6DB4-575E-917E-EF1716356808}"/>
          </ac:spMkLst>
        </pc:spChg>
        <pc:spChg chg="mod">
          <ac:chgData name="Virve Räni" userId="161a7437-7ef4-49ec-91bf-54882f313dfe" providerId="ADAL" clId="{6D754EED-65AA-4A21-B175-6769012CF487}" dt="2026-04-14T13:08:26.560" v="425" actId="20577"/>
          <ac:spMkLst>
            <pc:docMk/>
            <pc:sldMk cId="1519353560" sldId="650"/>
            <ac:spMk id="3" creationId="{4A604898-1A89-32D0-7964-55457B42E945}"/>
          </ac:spMkLst>
        </pc:spChg>
      </pc:sldChg>
      <pc:sldChg chg="modSp new mod">
        <pc:chgData name="Virve Räni" userId="161a7437-7ef4-49ec-91bf-54882f313dfe" providerId="ADAL" clId="{6D754EED-65AA-4A21-B175-6769012CF487}" dt="2026-04-14T13:22:02.128" v="455" actId="255"/>
        <pc:sldMkLst>
          <pc:docMk/>
          <pc:sldMk cId="4040495421" sldId="651"/>
        </pc:sldMkLst>
        <pc:spChg chg="mod">
          <ac:chgData name="Virve Räni" userId="161a7437-7ef4-49ec-91bf-54882f313dfe" providerId="ADAL" clId="{6D754EED-65AA-4A21-B175-6769012CF487}" dt="2026-04-14T13:22:02.128" v="455" actId="255"/>
          <ac:spMkLst>
            <pc:docMk/>
            <pc:sldMk cId="4040495421" sldId="651"/>
            <ac:spMk id="3" creationId="{50FB47EC-5600-1AFF-8D51-BA5BBCCFFAA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14.04.2026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14.04.2026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riigiteataja.ee/akt/104012019011?leiaKehtiv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7881503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Kristina </a:t>
                      </a:r>
                      <a:r>
                        <a:rPr lang="et-EE" sz="2400" dirty="0"/>
                        <a:t>Korobova 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(Bolt)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err="1">
                <a:ea typeface="Inter"/>
                <a:cs typeface="Arial"/>
              </a:rPr>
              <a:t>Andmesubjekt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peab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teadma</a:t>
            </a:r>
            <a:r>
              <a:rPr lang="en-US" sz="2000">
                <a:ea typeface="Inter"/>
                <a:cs typeface="Arial"/>
              </a:rPr>
              <a:t>, mis </a:t>
            </a:r>
            <a:r>
              <a:rPr lang="en-US" sz="2000" err="1">
                <a:ea typeface="Inter"/>
                <a:cs typeface="Arial"/>
              </a:rPr>
              <a:t>andmeid</a:t>
            </a:r>
            <a:r>
              <a:rPr lang="en-US" sz="2000">
                <a:ea typeface="Inter"/>
                <a:cs typeface="Arial"/>
              </a:rPr>
              <a:t>, mis </a:t>
            </a:r>
            <a:r>
              <a:rPr lang="en-US" sz="2000" err="1">
                <a:ea typeface="Inter"/>
                <a:cs typeface="Arial"/>
              </a:rPr>
              <a:t>eesmärgiga</a:t>
            </a:r>
            <a:r>
              <a:rPr lang="en-US" sz="2000">
                <a:ea typeface="Inter"/>
                <a:cs typeface="Arial"/>
              </a:rPr>
              <a:t> ja </a:t>
            </a:r>
            <a:r>
              <a:rPr lang="en-US" sz="2000" err="1">
                <a:ea typeface="Inter"/>
                <a:cs typeface="Arial"/>
              </a:rPr>
              <a:t>kui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kaua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kogutakse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töödeldakse</a:t>
            </a:r>
            <a:r>
              <a:rPr lang="en-US" sz="2000">
                <a:ea typeface="Inter"/>
                <a:cs typeface="Arial"/>
              </a:rPr>
              <a:t> (</a:t>
            </a:r>
            <a:r>
              <a:rPr lang="en-US" sz="2000" err="1">
                <a:ea typeface="Inter"/>
                <a:cs typeface="Arial"/>
              </a:rPr>
              <a:t>sh</a:t>
            </a:r>
            <a:r>
              <a:rPr lang="en-US" sz="2000">
                <a:ea typeface="Inter"/>
                <a:cs typeface="Arial"/>
              </a:rPr>
              <a:t> </a:t>
            </a:r>
            <a:r>
              <a:rPr lang="en-US" sz="2000" err="1">
                <a:ea typeface="Inter"/>
                <a:cs typeface="Arial"/>
              </a:rPr>
              <a:t>vaadatakse</a:t>
            </a:r>
            <a:r>
              <a:rPr lang="en-US" sz="2000">
                <a:ea typeface="Inter"/>
                <a:cs typeface="Arial"/>
              </a:rPr>
              <a:t>) ja </a:t>
            </a:r>
            <a:r>
              <a:rPr lang="en-US" sz="2000" err="1">
                <a:ea typeface="Inter"/>
                <a:cs typeface="Arial"/>
              </a:rPr>
              <a:t>hoiustatakse</a:t>
            </a:r>
            <a:r>
              <a:rPr lang="en-US" sz="2000">
                <a:ea typeface="Inter"/>
                <a:cs typeface="Arial"/>
              </a:rPr>
              <a:t>.</a:t>
            </a:r>
            <a:endParaRPr lang="en-US" sz="20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Andmesubjekt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füüsiline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isik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ehk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inimene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kelle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andmeid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töödeldakse</a:t>
            </a:r>
            <a:r>
              <a:rPr lang="en-US" sz="2000">
                <a:ea typeface="Inter"/>
                <a:cs typeface="Arial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>
                <a:ea typeface="Inter"/>
                <a:cs typeface="Arial"/>
                <a:hlinkClick r:id="rId3"/>
              </a:rPr>
              <a:t>Isikuandmete üldkaitse määrus (IKÜM)</a:t>
            </a:r>
            <a:endParaRPr lang="en-US" sz="200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Euroopa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Liidu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määrus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mida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kohaldatakse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Eestis</a:t>
            </a:r>
            <a:r>
              <a:rPr lang="en-US" sz="2000">
                <a:ea typeface="Inter"/>
                <a:cs typeface="Arial"/>
              </a:rPr>
              <a:t> 2018. </a:t>
            </a:r>
            <a:r>
              <a:rPr lang="en-US" sz="2000" err="1">
                <a:ea typeface="Inter"/>
                <a:cs typeface="Arial"/>
              </a:rPr>
              <a:t>aastast</a:t>
            </a:r>
            <a:endParaRPr lang="en-US" sz="200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Isikuandmed</a:t>
            </a:r>
            <a:r>
              <a:rPr lang="en-US" sz="2000">
                <a:ea typeface="Inter"/>
                <a:cs typeface="Arial"/>
              </a:rPr>
              <a:t> – </a:t>
            </a:r>
            <a:r>
              <a:rPr lang="en-US" sz="2000" err="1">
                <a:ea typeface="Inter"/>
                <a:cs typeface="Arial"/>
              </a:rPr>
              <a:t>andmed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füüsilise</a:t>
            </a:r>
            <a:r>
              <a:rPr lang="en-US" sz="2000" b="1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isiku</a:t>
            </a:r>
            <a:r>
              <a:rPr lang="en-US" sz="2000" b="1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kohta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mille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abil</a:t>
            </a:r>
            <a:r>
              <a:rPr lang="en-US" sz="2000">
                <a:ea typeface="Inter"/>
                <a:cs typeface="Arial"/>
              </a:rPr>
              <a:t> on </a:t>
            </a:r>
            <a:r>
              <a:rPr lang="en-US" sz="2000" err="1">
                <a:ea typeface="Inter"/>
                <a:cs typeface="Arial"/>
              </a:rPr>
              <a:t>isikut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otseselt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või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kaudselt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võimalik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tuvastada</a:t>
            </a:r>
            <a:endParaRPr lang="en-US" sz="2000" err="1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>
                <a:ea typeface="Inter"/>
                <a:cs typeface="Arial"/>
                <a:hlinkClick r:id="rId4"/>
              </a:rPr>
              <a:t>Isikuandmete kaitse seadus</a:t>
            </a:r>
            <a:endParaRPr lang="en-US" sz="200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Täpsustab</a:t>
            </a:r>
            <a:r>
              <a:rPr lang="en-US" sz="2000">
                <a:ea typeface="Inter"/>
                <a:cs typeface="Arial"/>
              </a:rPr>
              <a:t> ja </a:t>
            </a:r>
            <a:r>
              <a:rPr lang="en-US" sz="2000" err="1">
                <a:ea typeface="Inter"/>
                <a:cs typeface="Arial"/>
              </a:rPr>
              <a:t>täiendab</a:t>
            </a:r>
            <a:r>
              <a:rPr lang="en-US" sz="2000">
                <a:ea typeface="Inter"/>
                <a:cs typeface="Arial"/>
              </a:rPr>
              <a:t> IKÜM-</a:t>
            </a:r>
            <a:r>
              <a:rPr lang="en-US" sz="2000" err="1">
                <a:ea typeface="Inter"/>
                <a:cs typeface="Arial"/>
              </a:rPr>
              <a:t>i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err="1">
                <a:ea typeface="Inter"/>
                <a:cs typeface="Arial"/>
              </a:rPr>
              <a:t>Eestis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teostab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järelvalvet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Andmekaitse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Inspektsioon</a:t>
            </a:r>
            <a:endParaRPr lang="en-US" sz="2000" err="1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kõik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ainult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vajalik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selle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 err="1"/>
              <a:t>Külalisesineja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dirty="0"/>
              <a:t>Paus 15:15-15:30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Grupitööde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Grupitöö</a:t>
            </a:r>
            <a:r>
              <a:rPr lang="en-US" b="1"/>
              <a:t> </a:t>
            </a:r>
            <a:r>
              <a:rPr lang="en-US" b="1" err="1"/>
              <a:t>osad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Grupitöö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1629</Words>
  <Application>Microsoft Office PowerPoint</Application>
  <PresentationFormat>Widescreen</PresentationFormat>
  <Paragraphs>234</Paragraphs>
  <Slides>27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Poppins SemiBold</vt:lpstr>
      <vt:lpstr>Courier New</vt:lpstr>
      <vt:lpstr>Inter</vt:lpstr>
      <vt:lpstr>Inter Bold</vt:lpstr>
      <vt:lpstr>Arial,Sans-Serif</vt:lpstr>
      <vt:lpstr>Noto Serif</vt:lpstr>
      <vt:lpstr>Calibri</vt:lpstr>
      <vt:lpstr>Courier New,monospace</vt:lpstr>
      <vt:lpstr>Arial</vt:lpstr>
      <vt:lpstr>BCS</vt:lpstr>
      <vt:lpstr>Vali Andmetarkus!</vt:lpstr>
      <vt:lpstr>Päevakava - XIV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Lõunapaus 12:15-13:15</vt:lpstr>
      <vt:lpstr>PowerPoint Presentation</vt:lpstr>
      <vt:lpstr>Paus 15:15-15:30</vt:lpstr>
      <vt:lpstr>PowerPoint Presentation</vt:lpstr>
      <vt:lpstr>Grupitöö osad</vt:lpstr>
      <vt:lpstr>Grupitöö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160</cp:revision>
  <dcterms:created xsi:type="dcterms:W3CDTF">2021-08-27T11:35:28Z</dcterms:created>
  <dcterms:modified xsi:type="dcterms:W3CDTF">2026-04-14T13:35:05Z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