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417" r:id="rId5"/>
    <p:sldId id="493" r:id="rId6"/>
    <p:sldId id="439" r:id="rId7"/>
    <p:sldId id="642" r:id="rId8"/>
    <p:sldId id="646" r:id="rId9"/>
    <p:sldId id="440" r:id="rId10"/>
    <p:sldId id="501" r:id="rId11"/>
    <p:sldId id="575" r:id="rId12"/>
    <p:sldId id="504" r:id="rId13"/>
    <p:sldId id="576" r:id="rId14"/>
    <p:sldId id="441" r:id="rId15"/>
    <p:sldId id="566" r:id="rId16"/>
    <p:sldId id="614" r:id="rId17"/>
    <p:sldId id="615" r:id="rId18"/>
    <p:sldId id="616" r:id="rId19"/>
    <p:sldId id="617" r:id="rId20"/>
    <p:sldId id="618" r:id="rId21"/>
    <p:sldId id="569" r:id="rId22"/>
    <p:sldId id="577" r:id="rId23"/>
    <p:sldId id="568" r:id="rId24"/>
    <p:sldId id="647" r:id="rId25"/>
  </p:sldIdLst>
  <p:sldSz cx="12192000" cy="6858000"/>
  <p:notesSz cx="6858000" cy="9144000"/>
  <p:embeddedFontLst>
    <p:embeddedFont>
      <p:font typeface="Inter" panose="020B0604020202020204" charset="0"/>
      <p:regular r:id="rId28"/>
      <p:bold r:id="rId29"/>
    </p:embeddedFont>
    <p:embeddedFont>
      <p:font typeface="Inter Bold" panose="020B0604020202020204" charset="0"/>
      <p:bold r:id="rId30"/>
    </p:embeddedFont>
    <p:embeddedFont>
      <p:font typeface="Noto Serif" panose="02020600060500020200" pitchFamily="18" charset="0"/>
      <p:regular r:id="rId31"/>
      <p:bold r:id="rId32"/>
      <p:italic r:id="rId33"/>
      <p:boldItalic r:id="rId34"/>
    </p:embeddedFont>
    <p:embeddedFont>
      <p:font typeface="Poppins SemiBold" panose="00000700000000000000" pitchFamily="2" charset="0"/>
      <p:bold r:id="rId35"/>
      <p:boldItalic r:id="rId3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7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2.fntdata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6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3-18T07:45:31.134" v="200" actId="47"/>
      <pc:docMkLst>
        <pc:docMk/>
      </pc:docMkLst>
      <pc:sldChg chg="modSp mod">
        <pc:chgData name="Virve Räni" userId="161a7437-7ef4-49ec-91bf-54882f313dfe" providerId="ADAL" clId="{6D754EED-65AA-4A21-B175-6769012CF487}" dt="2026-03-18T07:41:45.385" v="196" actId="20577"/>
        <pc:sldMkLst>
          <pc:docMk/>
          <pc:sldMk cId="1135419376" sldId="493"/>
        </pc:sldMkLst>
        <pc:spChg chg="mod">
          <ac:chgData name="Virve Räni" userId="161a7437-7ef4-49ec-91bf-54882f313dfe" providerId="ADAL" clId="{6D754EED-65AA-4A21-B175-6769012CF487}" dt="2026-03-18T07:09:06.027" v="150" actId="20577"/>
          <ac:spMkLst>
            <pc:docMk/>
            <pc:sldMk cId="1135419376" sldId="493"/>
            <ac:spMk id="2" creationId="{11F10058-A289-F9F8-2CC8-43BAABEC6F7E}"/>
          </ac:spMkLst>
        </pc:spChg>
        <pc:graphicFrameChg chg="modGraphic">
          <ac:chgData name="Virve Räni" userId="161a7437-7ef4-49ec-91bf-54882f313dfe" providerId="ADAL" clId="{6D754EED-65AA-4A21-B175-6769012CF487}" dt="2026-03-18T07:41:45.385" v="196" actId="20577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del">
        <pc:chgData name="Virve Räni" userId="161a7437-7ef4-49ec-91bf-54882f313dfe" providerId="ADAL" clId="{6D754EED-65AA-4A21-B175-6769012CF487}" dt="2026-03-18T07:45:28.416" v="197" actId="47"/>
        <pc:sldMkLst>
          <pc:docMk/>
          <pc:sldMk cId="1463216859" sldId="570"/>
        </pc:sldMkLst>
      </pc:sldChg>
      <pc:sldChg chg="del">
        <pc:chgData name="Virve Räni" userId="161a7437-7ef4-49ec-91bf-54882f313dfe" providerId="ADAL" clId="{6D754EED-65AA-4A21-B175-6769012CF487}" dt="2026-03-18T07:45:30.501" v="199" actId="47"/>
        <pc:sldMkLst>
          <pc:docMk/>
          <pc:sldMk cId="2505963611" sldId="573"/>
        </pc:sldMkLst>
      </pc:sldChg>
      <pc:sldChg chg="del">
        <pc:chgData name="Virve Räni" userId="161a7437-7ef4-49ec-91bf-54882f313dfe" providerId="ADAL" clId="{6D754EED-65AA-4A21-B175-6769012CF487}" dt="2026-03-18T07:45:29.100" v="198" actId="47"/>
        <pc:sldMkLst>
          <pc:docMk/>
          <pc:sldMk cId="645017635" sldId="574"/>
        </pc:sldMkLst>
      </pc:sldChg>
      <pc:sldChg chg="modSp mod">
        <pc:chgData name="Virve Räni" userId="161a7437-7ef4-49ec-91bf-54882f313dfe" providerId="ADAL" clId="{6D754EED-65AA-4A21-B175-6769012CF487}" dt="2026-03-18T07:09:43.035" v="153" actId="20577"/>
        <pc:sldMkLst>
          <pc:docMk/>
          <pc:sldMk cId="3594503753" sldId="642"/>
        </pc:sldMkLst>
        <pc:spChg chg="mod">
          <ac:chgData name="Virve Räni" userId="161a7437-7ef4-49ec-91bf-54882f313dfe" providerId="ADAL" clId="{6D754EED-65AA-4A21-B175-6769012CF487}" dt="2026-03-18T07:09:43.035" v="153" actId="20577"/>
          <ac:spMkLst>
            <pc:docMk/>
            <pc:sldMk cId="3594503753" sldId="642"/>
            <ac:spMk id="3" creationId="{3C81D5B4-C589-0639-1E36-78C95C29E601}"/>
          </ac:spMkLst>
        </pc:spChg>
      </pc:sldChg>
      <pc:sldChg chg="del">
        <pc:chgData name="Virve Räni" userId="161a7437-7ef4-49ec-91bf-54882f313dfe" providerId="ADAL" clId="{6D754EED-65AA-4A21-B175-6769012CF487}" dt="2026-03-18T07:09:21.196" v="151" actId="47"/>
        <pc:sldMkLst>
          <pc:docMk/>
          <pc:sldMk cId="4166333113" sldId="643"/>
        </pc:sldMkLst>
      </pc:sldChg>
      <pc:sldChg chg="del">
        <pc:chgData name="Virve Räni" userId="161a7437-7ef4-49ec-91bf-54882f313dfe" providerId="ADAL" clId="{6D754EED-65AA-4A21-B175-6769012CF487}" dt="2026-03-18T07:11:23.421" v="154" actId="47"/>
        <pc:sldMkLst>
          <pc:docMk/>
          <pc:sldMk cId="2066132299" sldId="644"/>
        </pc:sldMkLst>
      </pc:sldChg>
      <pc:sldChg chg="del">
        <pc:chgData name="Virve Räni" userId="161a7437-7ef4-49ec-91bf-54882f313dfe" providerId="ADAL" clId="{6D754EED-65AA-4A21-B175-6769012CF487}" dt="2026-03-18T07:45:31.134" v="200" actId="47"/>
        <pc:sldMkLst>
          <pc:docMk/>
          <pc:sldMk cId="1674079011" sldId="645"/>
        </pc:sldMkLst>
      </pc:sldChg>
      <pc:sldChg chg="modSp mod">
        <pc:chgData name="Virve Räni" userId="161a7437-7ef4-49ec-91bf-54882f313dfe" providerId="ADAL" clId="{6D754EED-65AA-4A21-B175-6769012CF487}" dt="2026-03-18T07:14:04.301" v="168" actId="20577"/>
        <pc:sldMkLst>
          <pc:docMk/>
          <pc:sldMk cId="1871966603" sldId="647"/>
        </pc:sldMkLst>
        <pc:spChg chg="mod">
          <ac:chgData name="Virve Räni" userId="161a7437-7ef4-49ec-91bf-54882f313dfe" providerId="ADAL" clId="{6D754EED-65AA-4A21-B175-6769012CF487}" dt="2026-03-18T07:14:04.301" v="168" actId="20577"/>
          <ac:spMkLst>
            <pc:docMk/>
            <pc:sldMk cId="1871966603" sldId="647"/>
            <ac:spMk id="3" creationId="{0F58F04F-79CF-D596-2442-C7AA52CDBB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18.03.2026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riigiteataja.ee/akt/104012019011?leiaKehtiv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8795570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Külalisesineja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Külalisesineja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err="1">
                <a:ea typeface="Inter"/>
                <a:cs typeface="Arial"/>
              </a:rPr>
              <a:t>Andmesubjekt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peab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teadma</a:t>
            </a:r>
            <a:r>
              <a:rPr lang="en-US" sz="2000">
                <a:ea typeface="Inter"/>
                <a:cs typeface="Arial"/>
              </a:rPr>
              <a:t>, mis </a:t>
            </a:r>
            <a:r>
              <a:rPr lang="en-US" sz="2000" err="1">
                <a:ea typeface="Inter"/>
                <a:cs typeface="Arial"/>
              </a:rPr>
              <a:t>andmeid</a:t>
            </a:r>
            <a:r>
              <a:rPr lang="en-US" sz="2000">
                <a:ea typeface="Inter"/>
                <a:cs typeface="Arial"/>
              </a:rPr>
              <a:t>, mis </a:t>
            </a:r>
            <a:r>
              <a:rPr lang="en-US" sz="2000" err="1">
                <a:ea typeface="Inter"/>
                <a:cs typeface="Arial"/>
              </a:rPr>
              <a:t>eesmärgiga</a:t>
            </a:r>
            <a:r>
              <a:rPr lang="en-US" sz="2000">
                <a:ea typeface="Inter"/>
                <a:cs typeface="Arial"/>
              </a:rPr>
              <a:t> ja </a:t>
            </a:r>
            <a:r>
              <a:rPr lang="en-US" sz="2000" err="1">
                <a:ea typeface="Inter"/>
                <a:cs typeface="Arial"/>
              </a:rPr>
              <a:t>kui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kaua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kogutakse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töödeldakse</a:t>
            </a:r>
            <a:r>
              <a:rPr lang="en-US" sz="2000">
                <a:ea typeface="Inter"/>
                <a:cs typeface="Arial"/>
              </a:rPr>
              <a:t> (</a:t>
            </a:r>
            <a:r>
              <a:rPr lang="en-US" sz="2000" err="1">
                <a:ea typeface="Inter"/>
                <a:cs typeface="Arial"/>
              </a:rPr>
              <a:t>sh</a:t>
            </a:r>
            <a:r>
              <a:rPr lang="en-US" sz="2000">
                <a:ea typeface="Inter"/>
                <a:cs typeface="Arial"/>
              </a:rPr>
              <a:t> </a:t>
            </a:r>
            <a:r>
              <a:rPr lang="en-US" sz="2000" err="1">
                <a:ea typeface="Inter"/>
                <a:cs typeface="Arial"/>
              </a:rPr>
              <a:t>vaadatakse</a:t>
            </a:r>
            <a:r>
              <a:rPr lang="en-US" sz="2000">
                <a:ea typeface="Inter"/>
                <a:cs typeface="Arial"/>
              </a:rPr>
              <a:t>) ja </a:t>
            </a:r>
            <a:r>
              <a:rPr lang="en-US" sz="2000" err="1">
                <a:ea typeface="Inter"/>
                <a:cs typeface="Arial"/>
              </a:rPr>
              <a:t>hoiustatakse</a:t>
            </a:r>
            <a:r>
              <a:rPr lang="en-US" sz="2000">
                <a:ea typeface="Inter"/>
                <a:cs typeface="Arial"/>
              </a:rPr>
              <a:t>.</a:t>
            </a:r>
            <a:endParaRPr lang="en-US" sz="20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Andmesubjekt</a:t>
            </a:r>
            <a:r>
              <a:rPr lang="en-US" sz="2000">
                <a:ea typeface="Inter"/>
                <a:cs typeface="Arial"/>
              </a:rPr>
              <a:t> - </a:t>
            </a:r>
            <a:r>
              <a:rPr lang="en-US" sz="2000" err="1">
                <a:ea typeface="Inter"/>
                <a:cs typeface="Arial"/>
              </a:rPr>
              <a:t>füüsiline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isik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ehk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inimene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kelle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andmeid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töödeldakse</a:t>
            </a:r>
            <a:r>
              <a:rPr lang="en-US" sz="2000">
                <a:ea typeface="Inter"/>
                <a:cs typeface="Arial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>
                <a:ea typeface="Inter"/>
                <a:cs typeface="Arial"/>
                <a:hlinkClick r:id="rId3"/>
              </a:rPr>
              <a:t>Isikuandmete üldkaitse määrus (IKÜM)</a:t>
            </a:r>
            <a:endParaRPr lang="en-US" sz="200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Euroopa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Liidu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määrus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mida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kohaldatakse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Eestis</a:t>
            </a:r>
            <a:r>
              <a:rPr lang="en-US" sz="2000">
                <a:ea typeface="Inter"/>
                <a:cs typeface="Arial"/>
              </a:rPr>
              <a:t> 2018. </a:t>
            </a:r>
            <a:r>
              <a:rPr lang="en-US" sz="2000" err="1">
                <a:ea typeface="Inter"/>
                <a:cs typeface="Arial"/>
              </a:rPr>
              <a:t>aastast</a:t>
            </a:r>
            <a:endParaRPr lang="en-US" sz="200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Isikuandmed</a:t>
            </a:r>
            <a:r>
              <a:rPr lang="en-US" sz="2000">
                <a:ea typeface="Inter"/>
                <a:cs typeface="Arial"/>
              </a:rPr>
              <a:t> – </a:t>
            </a:r>
            <a:r>
              <a:rPr lang="en-US" sz="2000" err="1">
                <a:ea typeface="Inter"/>
                <a:cs typeface="Arial"/>
              </a:rPr>
              <a:t>andmed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b="1" err="1">
                <a:ea typeface="Inter"/>
                <a:cs typeface="Arial"/>
              </a:rPr>
              <a:t>füüsilise</a:t>
            </a:r>
            <a:r>
              <a:rPr lang="en-US" sz="2000" b="1">
                <a:ea typeface="Inter"/>
                <a:cs typeface="Arial"/>
              </a:rPr>
              <a:t> </a:t>
            </a:r>
            <a:r>
              <a:rPr lang="en-US" sz="2000" b="1" err="1">
                <a:ea typeface="Inter"/>
                <a:cs typeface="Arial"/>
              </a:rPr>
              <a:t>isiku</a:t>
            </a:r>
            <a:r>
              <a:rPr lang="en-US" sz="2000" b="1">
                <a:ea typeface="Inter"/>
                <a:cs typeface="Arial"/>
              </a:rPr>
              <a:t> </a:t>
            </a:r>
            <a:r>
              <a:rPr lang="en-US" sz="2000" b="1" err="1">
                <a:ea typeface="Inter"/>
                <a:cs typeface="Arial"/>
              </a:rPr>
              <a:t>kohta</a:t>
            </a:r>
            <a:r>
              <a:rPr lang="en-US" sz="2000">
                <a:ea typeface="Inter"/>
                <a:cs typeface="Arial"/>
              </a:rPr>
              <a:t>, </a:t>
            </a:r>
            <a:r>
              <a:rPr lang="en-US" sz="2000" err="1">
                <a:ea typeface="Inter"/>
                <a:cs typeface="Arial"/>
              </a:rPr>
              <a:t>mille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abil</a:t>
            </a:r>
            <a:r>
              <a:rPr lang="en-US" sz="2000">
                <a:ea typeface="Inter"/>
                <a:cs typeface="Arial"/>
              </a:rPr>
              <a:t> on </a:t>
            </a:r>
            <a:r>
              <a:rPr lang="en-US" sz="2000" err="1">
                <a:ea typeface="Inter"/>
                <a:cs typeface="Arial"/>
              </a:rPr>
              <a:t>isikut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otseselt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või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kaudselt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võimalik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tuvastada</a:t>
            </a:r>
            <a:endParaRPr lang="en-US" sz="2000" err="1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>
                <a:ea typeface="Inter"/>
                <a:cs typeface="Arial"/>
                <a:hlinkClick r:id="rId4"/>
              </a:rPr>
              <a:t>Isikuandmete kaitse seadus</a:t>
            </a:r>
            <a:endParaRPr lang="en-US" sz="200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  <a:cs typeface="Arial"/>
              </a:rPr>
              <a:t>Täpsustab</a:t>
            </a:r>
            <a:r>
              <a:rPr lang="en-US" sz="2000">
                <a:ea typeface="Inter"/>
                <a:cs typeface="Arial"/>
              </a:rPr>
              <a:t> ja </a:t>
            </a:r>
            <a:r>
              <a:rPr lang="en-US" sz="2000" err="1">
                <a:ea typeface="Inter"/>
                <a:cs typeface="Arial"/>
              </a:rPr>
              <a:t>täiendab</a:t>
            </a:r>
            <a:r>
              <a:rPr lang="en-US" sz="2000">
                <a:ea typeface="Inter"/>
                <a:cs typeface="Arial"/>
              </a:rPr>
              <a:t> IKÜM-</a:t>
            </a:r>
            <a:r>
              <a:rPr lang="en-US" sz="2000" err="1">
                <a:ea typeface="Inter"/>
                <a:cs typeface="Arial"/>
              </a:rPr>
              <a:t>i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err="1">
                <a:ea typeface="Inter"/>
                <a:cs typeface="Arial"/>
              </a:rPr>
              <a:t>Eestis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teostab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järelvalvet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Andmekaitse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Inspektsioon</a:t>
            </a:r>
            <a:endParaRPr lang="en-US" sz="2000" err="1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kõik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ainult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vajalik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selle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err="1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 err="1"/>
              <a:t>Külalisesineja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1429</Words>
  <Application>Microsoft Office PowerPoint</Application>
  <PresentationFormat>Widescreen</PresentationFormat>
  <Paragraphs>183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Poppins SemiBold</vt:lpstr>
      <vt:lpstr>Inter</vt:lpstr>
      <vt:lpstr>Arial</vt:lpstr>
      <vt:lpstr>Inter Bold</vt:lpstr>
      <vt:lpstr>Calibri</vt:lpstr>
      <vt:lpstr>Noto Serif</vt:lpstr>
      <vt:lpstr>Courier New,monospace</vt:lpstr>
      <vt:lpstr>Arial,Sans-Serif</vt:lpstr>
      <vt:lpstr>Courier New</vt:lpstr>
      <vt:lpstr>BCS</vt:lpstr>
      <vt:lpstr>Vali Andmetarkus!</vt:lpstr>
      <vt:lpstr>Päevakava - XIV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Lõunapaus 12:15-13:15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160</cp:revision>
  <dcterms:created xsi:type="dcterms:W3CDTF">2021-08-27T11:35:28Z</dcterms:created>
  <dcterms:modified xsi:type="dcterms:W3CDTF">2026-03-18T07:45:36Z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