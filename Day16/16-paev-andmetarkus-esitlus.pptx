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17" r:id="rId5"/>
    <p:sldId id="493" r:id="rId6"/>
    <p:sldId id="574" r:id="rId7"/>
    <p:sldId id="538" r:id="rId8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</p:embeddedFont>
    <p:embeddedFont>
      <p:font typeface="Inter Bold" panose="020B0604020202020204" charset="0"/>
      <p:bold r:id="rId13"/>
    </p:embeddedFont>
    <p:embeddedFont>
      <p:font typeface="Noto Serif" panose="02020600060500020200" pitchFamily="18" charset="0"/>
      <p:regular r:id="rId14"/>
      <p:bold r:id="rId15"/>
      <p:italic r:id="rId16"/>
      <p:boldItalic r:id="rId17"/>
    </p:embeddedFont>
    <p:embeddedFont>
      <p:font typeface="Poppins SemiBold" panose="00000700000000000000" pitchFamily="2" charset="0"/>
      <p:bold r:id="rId18"/>
      <p:boldItalic r:id="rId19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B6431-46D4-4C35-9666-91325B1E5CED}" v="31" dt="2026-04-21T05:45:55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addSld delSld modSld sldOrd">
      <pc:chgData name="Virve Räni" userId="161a7437-7ef4-49ec-91bf-54882f313dfe" providerId="ADAL" clId="{6D754EED-65AA-4A21-B175-6769012CF487}" dt="2026-04-21T05:45:55.640" v="336" actId="20577"/>
      <pc:docMkLst>
        <pc:docMk/>
      </pc:docMkLst>
      <pc:sldChg chg="modSp mod">
        <pc:chgData name="Virve Räni" userId="161a7437-7ef4-49ec-91bf-54882f313dfe" providerId="ADAL" clId="{6D754EED-65AA-4A21-B175-6769012CF487}" dt="2026-04-21T05:45:26.586" v="295" actId="20577"/>
        <pc:sldMkLst>
          <pc:docMk/>
          <pc:sldMk cId="1135419376" sldId="493"/>
        </pc:sldMkLst>
        <pc:graphicFrameChg chg="modGraphic">
          <ac:chgData name="Virve Räni" userId="161a7437-7ef4-49ec-91bf-54882f313dfe" providerId="ADAL" clId="{6D754EED-65AA-4A21-B175-6769012CF487}" dt="2026-04-21T05:45:26.586" v="295" actId="20577"/>
          <ac:graphicFrameMkLst>
            <pc:docMk/>
            <pc:sldMk cId="1135419376" sldId="493"/>
            <ac:graphicFrameMk id="5" creationId="{CBF1AB3B-1697-834A-B482-18B1385C686D}"/>
          </ac:graphicFrameMkLst>
        </pc:graphicFrameChg>
      </pc:sldChg>
      <pc:sldChg chg="modSp">
        <pc:chgData name="Virve Räni" userId="161a7437-7ef4-49ec-91bf-54882f313dfe" providerId="ADAL" clId="{6D754EED-65AA-4A21-B175-6769012CF487}" dt="2026-04-21T05:45:55.640" v="336" actId="20577"/>
        <pc:sldMkLst>
          <pc:docMk/>
          <pc:sldMk cId="1694942831" sldId="538"/>
        </pc:sldMkLst>
        <pc:spChg chg="mod">
          <ac:chgData name="Virve Räni" userId="161a7437-7ef4-49ec-91bf-54882f313dfe" providerId="ADAL" clId="{6D754EED-65AA-4A21-B175-6769012CF487}" dt="2026-04-21T05:45:55.640" v="336" actId="20577"/>
          <ac:spMkLst>
            <pc:docMk/>
            <pc:sldMk cId="1694942831" sldId="538"/>
            <ac:spMk id="3" creationId="{CF773C7E-895D-19CD-768D-5D677901F556}"/>
          </ac:spMkLst>
        </pc:spChg>
      </pc:sldChg>
      <pc:sldChg chg="modSp mod">
        <pc:chgData name="Virve Räni" userId="161a7437-7ef4-49ec-91bf-54882f313dfe" providerId="ADAL" clId="{6D754EED-65AA-4A21-B175-6769012CF487}" dt="2026-04-21T05:45:32.440" v="304" actId="20577"/>
        <pc:sldMkLst>
          <pc:docMk/>
          <pc:sldMk cId="645017635" sldId="574"/>
        </pc:sldMkLst>
        <pc:spChg chg="mod">
          <ac:chgData name="Virve Räni" userId="161a7437-7ef4-49ec-91bf-54882f313dfe" providerId="ADAL" clId="{6D754EED-65AA-4A21-B175-6769012CF487}" dt="2026-04-21T05:45:32.440" v="304" actId="20577"/>
          <ac:spMkLst>
            <pc:docMk/>
            <pc:sldMk cId="645017635" sldId="574"/>
            <ac:spMk id="2" creationId="{D4725537-CB3E-C083-F8A7-F00B6AE12D6E}"/>
          </ac:spMkLst>
        </pc:spChg>
      </pc:sldChg>
      <pc:sldChg chg="del">
        <pc:chgData name="Virve Räni" userId="161a7437-7ef4-49ec-91bf-54882f313dfe" providerId="ADAL" clId="{6D754EED-65AA-4A21-B175-6769012CF487}" dt="2026-04-21T05:45:38.109" v="305" actId="47"/>
        <pc:sldMkLst>
          <pc:docMk/>
          <pc:sldMk cId="1674079011" sldId="64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21.04.2026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A34C-149A-57A8-DCCE-482263E2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C817-AC27-CA90-93C2-204C3230E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1774-130A-2B62-BCFA-16A9E5D06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Milleks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? - Nii </a:t>
            </a:r>
            <a:r>
              <a:rPr lang="en-US" err="1">
                <a:ea typeface="Calibri"/>
                <a:cs typeface="Calibri"/>
              </a:rPr>
              <a:t>enda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kui</a:t>
            </a:r>
            <a:r>
              <a:rPr lang="en-US">
                <a:ea typeface="Calibri"/>
                <a:cs typeface="Calibri"/>
              </a:rPr>
              <a:t> ka </a:t>
            </a:r>
            <a:r>
              <a:rPr lang="en-US" err="1">
                <a:ea typeface="Calibri"/>
                <a:cs typeface="Calibri"/>
              </a:rPr>
              <a:t>kolleegide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jaoks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kirjeldamine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teada</a:t>
            </a:r>
            <a:r>
              <a:rPr lang="en-US">
                <a:ea typeface="Calibri"/>
                <a:cs typeface="Calibri"/>
              </a:rPr>
              <a:t>, et </a:t>
            </a:r>
            <a:r>
              <a:rPr lang="en-US" err="1">
                <a:ea typeface="Calibri"/>
                <a:cs typeface="Calibri"/>
              </a:rPr>
              <a:t>miks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kuidas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mingeid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otsuseid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muutusi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tehtud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428F6-B692-59EB-721A-51F223C67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21.04.2026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4EF6-AAC1-0083-5987-8FA2D7C8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0058-A289-F9F8-2CC8-43BAABEC6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XVI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F1AB3B-1697-834A-B482-18B1385C686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98561296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Lõputöödega</a:t>
                      </a:r>
                      <a:r>
                        <a:rPr lang="en-US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alustamine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41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916F-3A2C-85BA-9906-09B4A79C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5537-CB3E-C083-F8A7-F00B6AE1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n-US" b="1" dirty="0" err="1"/>
              <a:t>Lõputöö</a:t>
            </a:r>
            <a:r>
              <a:rPr lang="en-US" b="1" dirty="0"/>
              <a:t> </a:t>
            </a:r>
            <a:r>
              <a:rPr lang="en-US" b="1" dirty="0" err="1"/>
              <a:t>osad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FECB-31FC-C645-D35E-8C1758638C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err="1">
                <a:ea typeface="Inter"/>
                <a:cs typeface="Noto Serif"/>
              </a:rPr>
              <a:t>Ettevõtte</a:t>
            </a:r>
            <a:r>
              <a:rPr lang="en-US" sz="2000">
                <a:ea typeface="Inter"/>
                <a:cs typeface="Noto Serif"/>
              </a:rPr>
              <a:t> ja </a:t>
            </a:r>
            <a:r>
              <a:rPr lang="en-US" sz="2000" err="1">
                <a:ea typeface="Inter"/>
                <a:cs typeface="Noto Serif"/>
              </a:rPr>
              <a:t>uurimisprobleemi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tutvustus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Uurimisplaan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Andmekaitse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kirjeldus</a:t>
            </a:r>
            <a:r>
              <a:rPr lang="en-US" sz="2000">
                <a:ea typeface="Inter"/>
                <a:cs typeface="Noto Serif"/>
              </a:rPr>
              <a:t> – mis </a:t>
            </a:r>
            <a:r>
              <a:rPr lang="en-US" sz="2000" err="1">
                <a:ea typeface="Inter"/>
                <a:cs typeface="Noto Serif"/>
              </a:rPr>
              <a:t>alustel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andmeid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töödeldakse</a:t>
            </a:r>
            <a:r>
              <a:rPr lang="en-US" sz="2000">
                <a:ea typeface="Inter"/>
                <a:cs typeface="Noto Serif"/>
              </a:rPr>
              <a:t>?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Ärisõnastik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andmemudel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andmesõnastik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Andmevoog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Näidisandmestiku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loomine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kvaliteedi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kontroll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eksploratiivne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statistiline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Kirjeldav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raport</a:t>
            </a:r>
            <a:r>
              <a:rPr lang="en-US" sz="2000">
                <a:ea typeface="Inter"/>
                <a:cs typeface="Noto Serif"/>
              </a:rPr>
              <a:t> /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Andmelugu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järeldused</a:t>
            </a:r>
            <a:endParaRPr lang="en-US" sz="2000" err="1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4501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EE9B-3020-A266-14D5-3A10FD23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3CE6-A314-B235-7804-1DB6617CE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</a:t>
            </a:r>
            <a:r>
              <a:rPr lang="en-US" dirty="0" err="1"/>
              <a:t>muutuste</a:t>
            </a:r>
            <a:r>
              <a:rPr lang="en-US" dirty="0"/>
              <a:t> </a:t>
            </a:r>
            <a:r>
              <a:rPr lang="en-US" dirty="0" err="1"/>
              <a:t>üles</a:t>
            </a:r>
            <a:r>
              <a:rPr lang="en-US" dirty="0"/>
              <a:t> </a:t>
            </a:r>
            <a:r>
              <a:rPr lang="en-US" dirty="0" err="1"/>
              <a:t>laadimine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3C7E-895D-19CD-768D-5D677901F5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Tee </a:t>
            </a:r>
            <a:r>
              <a:rPr lang="en-US" sz="2400" dirty="0" err="1">
                <a:ea typeface="Inter"/>
              </a:rPr>
              <a:t>muutused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kohalikus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kaustas</a:t>
            </a:r>
            <a:endParaRPr lang="en-US" sz="2400" dirty="0">
              <a:ea typeface="Inter"/>
            </a:endParaRP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loo </a:t>
            </a:r>
            <a:r>
              <a:rPr lang="en-US" sz="2400" dirty="0" err="1">
                <a:ea typeface="Inter"/>
              </a:rPr>
              <a:t>uus</a:t>
            </a:r>
            <a:r>
              <a:rPr lang="en-US" sz="2400" dirty="0">
                <a:ea typeface="Inter"/>
              </a:rPr>
              <a:t> Branch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Pull from main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Lisa </a:t>
            </a:r>
            <a:r>
              <a:rPr lang="en-US" sz="2400" dirty="0" err="1">
                <a:ea typeface="Inter"/>
              </a:rPr>
              <a:t>kommentaar</a:t>
            </a:r>
            <a:r>
              <a:rPr lang="en-US" sz="2400" dirty="0">
                <a:ea typeface="Inter"/>
              </a:rPr>
              <a:t> ja Commit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Sync Changes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Vali </a:t>
            </a:r>
            <a:r>
              <a:rPr lang="en-US" sz="2400" dirty="0" err="1">
                <a:ea typeface="Inter"/>
              </a:rPr>
              <a:t>loodud</a:t>
            </a:r>
            <a:r>
              <a:rPr lang="en-US" sz="2400" dirty="0">
                <a:ea typeface="Inter"/>
              </a:rPr>
              <a:t> Branch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Kliki</a:t>
            </a:r>
            <a:r>
              <a:rPr lang="en-US" sz="2400" dirty="0">
                <a:ea typeface="Inter"/>
              </a:rPr>
              <a:t> "This branch is 1 commit ahead"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Create Pull Request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Merge Pull Request</a:t>
            </a:r>
            <a:endParaRPr lang="en-US" sz="2400" dirty="0"/>
          </a:p>
          <a:p>
            <a:pPr>
              <a:buClr>
                <a:srgbClr val="121212"/>
              </a:buCl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4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144</Words>
  <Application>Microsoft Office PowerPoint</Application>
  <PresentationFormat>Widescreen</PresentationFormat>
  <Paragraphs>34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Poppins SemiBold</vt:lpstr>
      <vt:lpstr>Calibri</vt:lpstr>
      <vt:lpstr>Arial,Sans-Serif</vt:lpstr>
      <vt:lpstr>Inter Bold</vt:lpstr>
      <vt:lpstr>Arial</vt:lpstr>
      <vt:lpstr>Noto Serif</vt:lpstr>
      <vt:lpstr>Inter</vt:lpstr>
      <vt:lpstr>BCS</vt:lpstr>
      <vt:lpstr>Vali Andmetarkus!</vt:lpstr>
      <vt:lpstr>Päevakava - XVI päev</vt:lpstr>
      <vt:lpstr>Lõputöö osad</vt:lpstr>
      <vt:lpstr>Versioonihaldus – muutuste üles laadimine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160</cp:revision>
  <dcterms:created xsi:type="dcterms:W3CDTF">2021-08-27T11:35:28Z</dcterms:created>
  <dcterms:modified xsi:type="dcterms:W3CDTF">2026-04-21T05:46:05Z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