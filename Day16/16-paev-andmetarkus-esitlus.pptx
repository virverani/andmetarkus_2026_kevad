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417" r:id="rId5"/>
    <p:sldId id="493" r:id="rId6"/>
    <p:sldId id="574" r:id="rId7"/>
    <p:sldId id="645" r:id="rId8"/>
    <p:sldId id="538" r:id="rId9"/>
  </p:sldIdLst>
  <p:sldSz cx="12192000" cy="6858000"/>
  <p:notesSz cx="6858000" cy="9144000"/>
  <p:embeddedFontLst>
    <p:embeddedFont>
      <p:font typeface="Inter" panose="020B0604020202020204" charset="0"/>
      <p:regular r:id="rId12"/>
      <p:bold r:id="rId13"/>
    </p:embeddedFont>
    <p:embeddedFont>
      <p:font typeface="Inter Bold" panose="020B0604020202020204" charset="0"/>
      <p:bold r:id="rId14"/>
    </p:embeddedFont>
    <p:embeddedFont>
      <p:font typeface="Noto Serif" panose="02020600060500020200" pitchFamily="18" charset="0"/>
      <p:regular r:id="rId15"/>
      <p:bold r:id="rId16"/>
      <p:italic r:id="rId17"/>
      <p:boldItalic r:id="rId18"/>
    </p:embeddedFont>
    <p:embeddedFont>
      <p:font typeface="Poppins SemiBold" panose="00000700000000000000" pitchFamily="2" charset="0"/>
      <p:bold r:id="rId19"/>
      <p:boldItalic r:id="rId20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E87E02-988A-471B-B4D6-576392FB4990}" v="1" dt="2026-03-18T07:44:54.1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font" Target="fonts/font4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8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3.fntdata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addSld delSld modSld sldOrd">
      <pc:chgData name="Virve Räni" userId="161a7437-7ef4-49ec-91bf-54882f313dfe" providerId="ADAL" clId="{6D754EED-65AA-4A21-B175-6769012CF487}" dt="2026-03-18T07:44:54.102" v="286"/>
      <pc:docMkLst>
        <pc:docMk/>
      </pc:docMkLst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223049910" sldId="439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1393602165" sldId="440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431318487" sldId="441"/>
        </pc:sldMkLst>
      </pc:sldChg>
      <pc:sldChg chg="modSp mod">
        <pc:chgData name="Virve Räni" userId="161a7437-7ef4-49ec-91bf-54882f313dfe" providerId="ADAL" clId="{6D754EED-65AA-4A21-B175-6769012CF487}" dt="2026-03-18T07:43:36.571" v="270" actId="20577"/>
        <pc:sldMkLst>
          <pc:docMk/>
          <pc:sldMk cId="1135419376" sldId="493"/>
        </pc:sldMkLst>
        <pc:spChg chg="mod">
          <ac:chgData name="Virve Räni" userId="161a7437-7ef4-49ec-91bf-54882f313dfe" providerId="ADAL" clId="{6D754EED-65AA-4A21-B175-6769012CF487}" dt="2026-03-18T07:43:10.328" v="200" actId="20577"/>
          <ac:spMkLst>
            <pc:docMk/>
            <pc:sldMk cId="1135419376" sldId="493"/>
            <ac:spMk id="2" creationId="{11F10058-A289-F9F8-2CC8-43BAABEC6F7E}"/>
          </ac:spMkLst>
        </pc:spChg>
        <pc:graphicFrameChg chg="modGraphic">
          <ac:chgData name="Virve Räni" userId="161a7437-7ef4-49ec-91bf-54882f313dfe" providerId="ADAL" clId="{6D754EED-65AA-4A21-B175-6769012CF487}" dt="2026-03-18T07:43:36.571" v="270" actId="20577"/>
          <ac:graphicFrameMkLst>
            <pc:docMk/>
            <pc:sldMk cId="1135419376" sldId="493"/>
            <ac:graphicFrameMk id="5" creationId="{CBF1AB3B-1697-834A-B482-18B1385C686D}"/>
          </ac:graphicFrameMkLst>
        </pc:graphicFrameChg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2265121631" sldId="501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2443866233" sldId="504"/>
        </pc:sldMkLst>
      </pc:sldChg>
      <pc:sldChg chg="add">
        <pc:chgData name="Virve Räni" userId="161a7437-7ef4-49ec-91bf-54882f313dfe" providerId="ADAL" clId="{6D754EED-65AA-4A21-B175-6769012CF487}" dt="2026-03-18T07:44:54.102" v="286"/>
        <pc:sldMkLst>
          <pc:docMk/>
          <pc:sldMk cId="1694942831" sldId="538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1917117433" sldId="566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406148529" sldId="568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4104031404" sldId="569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1463216859" sldId="570"/>
        </pc:sldMkLst>
      </pc:sldChg>
      <pc:sldChg chg="del">
        <pc:chgData name="Virve Räni" userId="161a7437-7ef4-49ec-91bf-54882f313dfe" providerId="ADAL" clId="{6D754EED-65AA-4A21-B175-6769012CF487}" dt="2026-03-18T07:43:59.117" v="272" actId="47"/>
        <pc:sldMkLst>
          <pc:docMk/>
          <pc:sldMk cId="2505963611" sldId="573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689218347" sldId="575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2888773393" sldId="576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2968960742" sldId="577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425404835" sldId="614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391755497" sldId="615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1715201260" sldId="616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2738242998" sldId="617"/>
        </pc:sldMkLst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1879472682" sldId="618"/>
        </pc:sldMkLst>
      </pc:sldChg>
      <pc:sldChg chg="modSp del mod">
        <pc:chgData name="Virve Räni" userId="161a7437-7ef4-49ec-91bf-54882f313dfe" providerId="ADAL" clId="{6D754EED-65AA-4A21-B175-6769012CF487}" dt="2026-03-18T07:43:45.268" v="271" actId="47"/>
        <pc:sldMkLst>
          <pc:docMk/>
          <pc:sldMk cId="3594503753" sldId="642"/>
        </pc:sldMkLst>
        <pc:spChg chg="mod">
          <ac:chgData name="Virve Räni" userId="161a7437-7ef4-49ec-91bf-54882f313dfe" providerId="ADAL" clId="{6D754EED-65AA-4A21-B175-6769012CF487}" dt="2026-03-18T07:09:43.035" v="153" actId="20577"/>
          <ac:spMkLst>
            <pc:docMk/>
            <pc:sldMk cId="3594503753" sldId="642"/>
            <ac:spMk id="3" creationId="{3C81D5B4-C589-0639-1E36-78C95C29E601}"/>
          </ac:spMkLst>
        </pc:spChg>
      </pc:sldChg>
      <pc:sldChg chg="del">
        <pc:chgData name="Virve Räni" userId="161a7437-7ef4-49ec-91bf-54882f313dfe" providerId="ADAL" clId="{6D754EED-65AA-4A21-B175-6769012CF487}" dt="2026-03-18T07:09:21.196" v="151" actId="47"/>
        <pc:sldMkLst>
          <pc:docMk/>
          <pc:sldMk cId="4166333113" sldId="643"/>
        </pc:sldMkLst>
      </pc:sldChg>
      <pc:sldChg chg="del">
        <pc:chgData name="Virve Räni" userId="161a7437-7ef4-49ec-91bf-54882f313dfe" providerId="ADAL" clId="{6D754EED-65AA-4A21-B175-6769012CF487}" dt="2026-03-18T07:11:23.421" v="154" actId="47"/>
        <pc:sldMkLst>
          <pc:docMk/>
          <pc:sldMk cId="2066132299" sldId="644"/>
        </pc:sldMkLst>
      </pc:sldChg>
      <pc:sldChg chg="modSp mod">
        <pc:chgData name="Virve Räni" userId="161a7437-7ef4-49ec-91bf-54882f313dfe" providerId="ADAL" clId="{6D754EED-65AA-4A21-B175-6769012CF487}" dt="2026-03-18T07:44:06.366" v="285" actId="20577"/>
        <pc:sldMkLst>
          <pc:docMk/>
          <pc:sldMk cId="1674079011" sldId="645"/>
        </pc:sldMkLst>
        <pc:spChg chg="mod">
          <ac:chgData name="Virve Räni" userId="161a7437-7ef4-49ec-91bf-54882f313dfe" providerId="ADAL" clId="{6D754EED-65AA-4A21-B175-6769012CF487}" dt="2026-03-18T07:44:06.366" v="285" actId="20577"/>
          <ac:spMkLst>
            <pc:docMk/>
            <pc:sldMk cId="1674079011" sldId="645"/>
            <ac:spMk id="2" creationId="{EF462382-376F-D403-218E-FAD6D454E702}"/>
          </ac:spMkLst>
        </pc:spChg>
      </pc:sldChg>
      <pc:sldChg chg="del">
        <pc:chgData name="Virve Räni" userId="161a7437-7ef4-49ec-91bf-54882f313dfe" providerId="ADAL" clId="{6D754EED-65AA-4A21-B175-6769012CF487}" dt="2026-03-18T07:43:45.268" v="271" actId="47"/>
        <pc:sldMkLst>
          <pc:docMk/>
          <pc:sldMk cId="4151671185" sldId="646"/>
        </pc:sldMkLst>
      </pc:sldChg>
      <pc:sldChg chg="modSp del mod">
        <pc:chgData name="Virve Räni" userId="161a7437-7ef4-49ec-91bf-54882f313dfe" providerId="ADAL" clId="{6D754EED-65AA-4A21-B175-6769012CF487}" dt="2026-03-18T07:43:45.268" v="271" actId="47"/>
        <pc:sldMkLst>
          <pc:docMk/>
          <pc:sldMk cId="1871966603" sldId="647"/>
        </pc:sldMkLst>
        <pc:spChg chg="mod">
          <ac:chgData name="Virve Räni" userId="161a7437-7ef4-49ec-91bf-54882f313dfe" providerId="ADAL" clId="{6D754EED-65AA-4A21-B175-6769012CF487}" dt="2026-03-18T07:14:04.301" v="168" actId="20577"/>
          <ac:spMkLst>
            <pc:docMk/>
            <pc:sldMk cId="1871966603" sldId="647"/>
            <ac:spMk id="3" creationId="{0F58F04F-79CF-D596-2442-C7AA52CDBB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18.03.2026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DA34C-149A-57A8-DCCE-482263E2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C817-AC27-CA90-93C2-204C3230E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1774-130A-2B62-BCFA-16A9E5D06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Milleks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? - Nii </a:t>
            </a:r>
            <a:r>
              <a:rPr lang="en-US" err="1">
                <a:ea typeface="Calibri"/>
                <a:cs typeface="Calibri"/>
              </a:rPr>
              <a:t>enda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kui</a:t>
            </a:r>
            <a:r>
              <a:rPr lang="en-US">
                <a:ea typeface="Calibri"/>
                <a:cs typeface="Calibri"/>
              </a:rPr>
              <a:t> ka </a:t>
            </a:r>
            <a:r>
              <a:rPr lang="en-US" err="1">
                <a:ea typeface="Calibri"/>
                <a:cs typeface="Calibri"/>
              </a:rPr>
              <a:t>kolleegide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jaoks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kirjeldamine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teada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kuidas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mingeid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otsuseid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muutusi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tehtud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428F6-B692-59EB-721A-51F223C67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3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18.03.2026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710107819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Grupitöödega</a:t>
                      </a:r>
                      <a:r>
                        <a:rPr lang="en-US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Grupitöö</a:t>
            </a:r>
            <a:r>
              <a:rPr lang="en-US" b="1"/>
              <a:t> </a:t>
            </a:r>
            <a:r>
              <a:rPr lang="en-US" b="1" err="1"/>
              <a:t>osad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024B8-E587-E3FE-2649-C69E942C1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62382-376F-D403-218E-FAD6D454E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Grupitöö</a:t>
            </a:r>
            <a:r>
              <a:rPr lang="en-US" b="1" dirty="0"/>
              <a:t> - GitHub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F7352-F93B-EE31-220C-F9E2EC9BDA2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Looge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projekt</a:t>
            </a:r>
            <a:r>
              <a:rPr lang="en-US" sz="2400" dirty="0">
                <a:ea typeface="Inter"/>
                <a:cs typeface="Noto Serif"/>
              </a:rPr>
              <a:t> – </a:t>
            </a:r>
            <a:r>
              <a:rPr lang="en-US" sz="2400" dirty="0" err="1">
                <a:ea typeface="Inter"/>
                <a:cs typeface="Noto Serif"/>
              </a:rPr>
              <a:t>avalik</a:t>
            </a:r>
            <a:r>
              <a:rPr lang="en-US" sz="2400" dirty="0">
                <a:ea typeface="Inter"/>
                <a:cs typeface="Noto Serif"/>
              </a:rPr>
              <a:t> repository </a:t>
            </a:r>
            <a:r>
              <a:rPr lang="en-US" sz="2400" dirty="0" err="1">
                <a:ea typeface="Inter"/>
                <a:cs typeface="Noto Serif"/>
              </a:rPr>
              <a:t>mõne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Githubis</a:t>
            </a:r>
            <a:endParaRPr lang="en-US" sz="240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Lisage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teised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grupiliikmed</a:t>
            </a:r>
            <a:r>
              <a:rPr lang="en-US" sz="2400" dirty="0">
                <a:ea typeface="Inter"/>
                <a:cs typeface="Noto Serif"/>
              </a:rPr>
              <a:t> Collaborators </a:t>
            </a:r>
            <a:r>
              <a:rPr lang="en-US" sz="2400" dirty="0" err="1">
                <a:ea typeface="Inter"/>
                <a:cs typeface="Noto Serif"/>
              </a:rPr>
              <a:t>alla</a:t>
            </a:r>
            <a:endParaRPr lang="en-US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</a:rPr>
              <a:t>Clone repository </a:t>
            </a:r>
            <a:r>
              <a:rPr lang="en-US" sz="2400" dirty="0" err="1">
                <a:ea typeface="Inter"/>
                <a:cs typeface="Noto Serif"/>
              </a:rPr>
              <a:t>oma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kohalikku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arvutisse</a:t>
            </a:r>
            <a:endParaRPr lang="en-US" sz="2400" dirty="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Leppige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kokku</a:t>
            </a:r>
            <a:r>
              <a:rPr lang="en-US" sz="2400" dirty="0">
                <a:ea typeface="Inter"/>
                <a:cs typeface="Noto Serif"/>
              </a:rPr>
              <a:t>, </a:t>
            </a:r>
            <a:r>
              <a:rPr lang="en-US" sz="2400" dirty="0" err="1">
                <a:ea typeface="Inter"/>
                <a:cs typeface="Noto Serif"/>
              </a:rPr>
              <a:t>kuidas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muutusi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üles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laete</a:t>
            </a:r>
            <a:endParaRPr lang="en-US" sz="2400" dirty="0" err="1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 err="1">
                <a:ea typeface="Inter"/>
                <a:cs typeface="Noto Serif"/>
              </a:rPr>
              <a:t>Nt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uue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"feature/..." Branch</a:t>
            </a:r>
            <a:endParaRPr lang="en-US" sz="240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>
                <a:ea typeface="Inter"/>
                <a:cs typeface="Noto Serif"/>
              </a:rPr>
              <a:t>Kui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branch, </a:t>
            </a:r>
            <a:r>
              <a:rPr lang="en-US" sz="2400" dirty="0" err="1">
                <a:ea typeface="Inter"/>
                <a:cs typeface="Noto Serif"/>
              </a:rPr>
              <a:t>siis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pärast</a:t>
            </a:r>
            <a:r>
              <a:rPr lang="en-US" sz="2400" dirty="0">
                <a:ea typeface="Inter"/>
                <a:cs typeface="Noto Serif"/>
              </a:rPr>
              <a:t> Pull </a:t>
            </a:r>
            <a:r>
              <a:rPr lang="en-US" sz="2400" dirty="0" err="1">
                <a:ea typeface="Inter"/>
                <a:cs typeface="Noto Serif"/>
              </a:rPr>
              <a:t>Request'I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kustutada</a:t>
            </a:r>
            <a:r>
              <a:rPr lang="en-US" sz="2400" dirty="0">
                <a:ea typeface="Inter"/>
                <a:cs typeface="Noto Serif"/>
              </a:rPr>
              <a:t> feature branch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74079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EE9B-3020-A266-14D5-3A10FD23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3CE6-A314-B235-7804-1DB6617CE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</a:t>
            </a:r>
            <a:r>
              <a:rPr lang="en-US" dirty="0" err="1"/>
              <a:t>muutuste</a:t>
            </a:r>
            <a:r>
              <a:rPr lang="en-US" dirty="0"/>
              <a:t> </a:t>
            </a:r>
            <a:r>
              <a:rPr lang="en-US" dirty="0" err="1"/>
              <a:t>üles</a:t>
            </a:r>
            <a:r>
              <a:rPr lang="en-US" dirty="0"/>
              <a:t> </a:t>
            </a:r>
            <a:r>
              <a:rPr lang="en-US" dirty="0" err="1"/>
              <a:t>laadimine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73C7E-895D-19CD-768D-5D677901F5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Tee </a:t>
            </a:r>
            <a:r>
              <a:rPr lang="en-US" sz="2400" dirty="0" err="1">
                <a:ea typeface="Inter"/>
              </a:rPr>
              <a:t>muutused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kohalikus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kaustas</a:t>
            </a:r>
            <a:endParaRPr lang="en-US" sz="2400" dirty="0">
              <a:ea typeface="Inter"/>
            </a:endParaRP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Vali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Pull from main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Lisa </a:t>
            </a:r>
            <a:r>
              <a:rPr lang="en-US" sz="2400" err="1">
                <a:ea typeface="Inter"/>
              </a:rPr>
              <a:t>kommentaar</a:t>
            </a:r>
            <a:r>
              <a:rPr lang="en-US" sz="2400" dirty="0">
                <a:ea typeface="Inter"/>
              </a:rPr>
              <a:t> ja Commit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Sync Changes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Vali </a:t>
            </a:r>
            <a:r>
              <a:rPr lang="en-US" sz="240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"This branch is 1 commit ahead"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Create Pull Request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Merge Pull Request</a:t>
            </a:r>
            <a:endParaRPr lang="en-US" sz="2400" dirty="0"/>
          </a:p>
          <a:p>
            <a:pPr>
              <a:buClr>
                <a:srgbClr val="121212"/>
              </a:buClr>
              <a:buAutoNum type="arabicPeriod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942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193</Words>
  <Application>Microsoft Office PowerPoint</Application>
  <PresentationFormat>Widescreen</PresentationFormat>
  <Paragraphs>45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Inter</vt:lpstr>
      <vt:lpstr>Arial,Sans-Serif</vt:lpstr>
      <vt:lpstr>Arial</vt:lpstr>
      <vt:lpstr>Calibri</vt:lpstr>
      <vt:lpstr>Poppins SemiBold</vt:lpstr>
      <vt:lpstr>Noto Serif</vt:lpstr>
      <vt:lpstr>Inter Bold</vt:lpstr>
      <vt:lpstr>BCS</vt:lpstr>
      <vt:lpstr>Vali Andmetarkus!</vt:lpstr>
      <vt:lpstr>Päevakava - XVI päev</vt:lpstr>
      <vt:lpstr>Grupitöö osad</vt:lpstr>
      <vt:lpstr>Grupitöö - GitHub</vt:lpstr>
      <vt:lpstr>Versioonihaldus – muutuste üles laadimine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160</cp:revision>
  <dcterms:created xsi:type="dcterms:W3CDTF">2021-08-27T11:35:28Z</dcterms:created>
  <dcterms:modified xsi:type="dcterms:W3CDTF">2026-03-18T07:45:00Z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