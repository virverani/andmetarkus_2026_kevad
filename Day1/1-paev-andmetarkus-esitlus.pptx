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7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3648" r:id="rId4"/>
  </p:sldMasterIdLst>
  <p:notesMasterIdLst>
    <p:notesMasterId r:id="rId34"/>
  </p:notesMasterIdLst>
  <p:handoutMasterIdLst>
    <p:handoutMasterId r:id="rId35"/>
  </p:handoutMasterIdLst>
  <p:sldIdLst>
    <p:sldId id="417" r:id="rId5"/>
    <p:sldId id="418" r:id="rId6"/>
    <p:sldId id="415" r:id="rId7"/>
    <p:sldId id="421" r:id="rId8"/>
    <p:sldId id="419" r:id="rId9"/>
    <p:sldId id="507" r:id="rId10"/>
    <p:sldId id="420" r:id="rId11"/>
    <p:sldId id="429" r:id="rId12"/>
    <p:sldId id="623" r:id="rId13"/>
    <p:sldId id="631" r:id="rId14"/>
    <p:sldId id="531" r:id="rId15"/>
    <p:sldId id="430" r:id="rId16"/>
    <p:sldId id="506" r:id="rId17"/>
    <p:sldId id="422" r:id="rId18"/>
    <p:sldId id="530" r:id="rId19"/>
    <p:sldId id="532" r:id="rId20"/>
    <p:sldId id="435" r:id="rId21"/>
    <p:sldId id="431" r:id="rId22"/>
    <p:sldId id="432" r:id="rId23"/>
    <p:sldId id="483" r:id="rId24"/>
    <p:sldId id="533" r:id="rId25"/>
    <p:sldId id="424" r:id="rId26"/>
    <p:sldId id="425" r:id="rId27"/>
    <p:sldId id="428" r:id="rId28"/>
    <p:sldId id="486" r:id="rId29"/>
    <p:sldId id="578" r:id="rId30"/>
    <p:sldId id="534" r:id="rId31"/>
    <p:sldId id="423" r:id="rId32"/>
    <p:sldId id="630" r:id="rId33"/>
  </p:sldIdLst>
  <p:sldSz cx="12192000" cy="6858000"/>
  <p:notesSz cx="6858000" cy="9144000"/>
  <p:embeddedFontLst>
    <p:embeddedFont>
      <p:font typeface="Consolas" panose="020B0609020204030204" pitchFamily="49" charset="0"/>
      <p:regular r:id="rId36"/>
      <p:bold r:id="rId37"/>
      <p:italic r:id="rId38"/>
      <p:boldItalic r:id="rId39"/>
    </p:embeddedFont>
    <p:embeddedFont>
      <p:font typeface="Inter" panose="020B0604020202020204" charset="0"/>
      <p:regular r:id="rId40"/>
      <p:bold r:id="rId41"/>
    </p:embeddedFont>
    <p:embeddedFont>
      <p:font typeface="Inter Bold" panose="020B0604020202020204" charset="0"/>
      <p:bold r:id="rId42"/>
    </p:embeddedFont>
    <p:embeddedFont>
      <p:font typeface="Noto Serif" panose="02020600060500020200" pitchFamily="18" charset="0"/>
      <p:regular r:id="rId43"/>
      <p:bold r:id="rId44"/>
      <p:italic r:id="rId45"/>
      <p:boldItalic r:id="rId46"/>
    </p:embeddedFont>
    <p:embeddedFont>
      <p:font typeface="Poppins SemiBold" panose="00000700000000000000" pitchFamily="2" charset="0"/>
      <p:bold r:id="rId47"/>
      <p:boldItalic r:id="rId48"/>
    </p:embeddedFont>
  </p:embeddedFontLst>
  <p:defaultTextStyle>
    <a:defPPr>
      <a:defRPr lang="en-E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42B2D"/>
    <a:srgbClr val="B78885"/>
    <a:srgbClr val="178687"/>
    <a:srgbClr val="278484"/>
    <a:srgbClr val="FEF5F0"/>
    <a:srgbClr val="FEFAEE"/>
    <a:srgbClr val="113F73"/>
    <a:srgbClr val="007ECA"/>
    <a:srgbClr val="95B1DD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9E83938-E7ED-4404-B463-D9AE429597D8}" v="3" dt="2026-03-29T11:57:09.70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74C1A8A3-306A-4EB7-A6B1-4F7E0EB9C5D6}" styleName="Medium Style 3 - Accent 5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22838BEF-8BB2-4498-84A7-C5851F593DF1}" styleName="Medium Style 4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2936" autoAdjust="0"/>
    <p:restoredTop sz="94660"/>
  </p:normalViewPr>
  <p:slideViewPr>
    <p:cSldViewPr snapToGrid="0">
      <p:cViewPr varScale="1">
        <p:scale>
          <a:sx n="150" d="100"/>
          <a:sy n="150" d="100"/>
        </p:scale>
        <p:origin x="192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font" Target="fonts/font4.fntdata"/><Relationship Id="rId21" Type="http://schemas.openxmlformats.org/officeDocument/2006/relationships/slide" Target="slides/slide17.xml"/><Relationship Id="rId34" Type="http://schemas.openxmlformats.org/officeDocument/2006/relationships/notesMaster" Target="notesMasters/notesMaster1.xml"/><Relationship Id="rId42" Type="http://schemas.openxmlformats.org/officeDocument/2006/relationships/font" Target="fonts/font7.fntdata"/><Relationship Id="rId47" Type="http://schemas.openxmlformats.org/officeDocument/2006/relationships/font" Target="fonts/font12.fntdata"/><Relationship Id="rId50" Type="http://schemas.openxmlformats.org/officeDocument/2006/relationships/viewProps" Target="viewProps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font" Target="fonts/font2.fntdata"/><Relationship Id="rId40" Type="http://schemas.openxmlformats.org/officeDocument/2006/relationships/font" Target="fonts/font5.fntdata"/><Relationship Id="rId45" Type="http://schemas.openxmlformats.org/officeDocument/2006/relationships/font" Target="fonts/font10.fntdata"/><Relationship Id="rId53" Type="http://schemas.microsoft.com/office/2016/11/relationships/changesInfo" Target="changesInfos/changesInfo1.xml"/><Relationship Id="rId5" Type="http://schemas.openxmlformats.org/officeDocument/2006/relationships/slide" Target="slides/slide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openxmlformats.org/officeDocument/2006/relationships/font" Target="fonts/font9.fntdata"/><Relationship Id="rId52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handoutMaster" Target="handoutMasters/handoutMaster1.xml"/><Relationship Id="rId43" Type="http://schemas.openxmlformats.org/officeDocument/2006/relationships/font" Target="fonts/font8.fntdata"/><Relationship Id="rId48" Type="http://schemas.openxmlformats.org/officeDocument/2006/relationships/font" Target="fonts/font13.fntdata"/><Relationship Id="rId8" Type="http://schemas.openxmlformats.org/officeDocument/2006/relationships/slide" Target="slides/slide4.xml"/><Relationship Id="rId51" Type="http://schemas.openxmlformats.org/officeDocument/2006/relationships/theme" Target="theme/theme1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font" Target="fonts/font3.fntdata"/><Relationship Id="rId46" Type="http://schemas.openxmlformats.org/officeDocument/2006/relationships/font" Target="fonts/font11.fntdata"/><Relationship Id="rId20" Type="http://schemas.openxmlformats.org/officeDocument/2006/relationships/slide" Target="slides/slide16.xml"/><Relationship Id="rId41" Type="http://schemas.openxmlformats.org/officeDocument/2006/relationships/font" Target="fonts/font6.fntdata"/><Relationship Id="rId54" Type="http://schemas.microsoft.com/office/2015/10/relationships/revisionInfo" Target="revisionInfo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font" Target="fonts/font1.fntdata"/><Relationship Id="rId49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Virve Räni" userId="161a7437-7ef4-49ec-91bf-54882f313dfe" providerId="ADAL" clId="{6D754EED-65AA-4A21-B175-6769012CF487}"/>
    <pc:docChg chg="custSel addSld delSld modSld sldOrd">
      <pc:chgData name="Virve Räni" userId="161a7437-7ef4-49ec-91bf-54882f313dfe" providerId="ADAL" clId="{6D754EED-65AA-4A21-B175-6769012CF487}" dt="2026-03-29T12:52:33.319" v="269" actId="20577"/>
      <pc:docMkLst>
        <pc:docMk/>
      </pc:docMkLst>
      <pc:sldChg chg="add">
        <pc:chgData name="Virve Räni" userId="161a7437-7ef4-49ec-91bf-54882f313dfe" providerId="ADAL" clId="{6D754EED-65AA-4A21-B175-6769012CF487}" dt="2026-03-29T11:55:36.701" v="11"/>
        <pc:sldMkLst>
          <pc:docMk/>
          <pc:sldMk cId="1036402249" sldId="415"/>
        </pc:sldMkLst>
      </pc:sldChg>
      <pc:sldChg chg="modNotesTx">
        <pc:chgData name="Virve Räni" userId="161a7437-7ef4-49ec-91bf-54882f313dfe" providerId="ADAL" clId="{6D754EED-65AA-4A21-B175-6769012CF487}" dt="2026-03-29T11:55:00.315" v="10" actId="20577"/>
        <pc:sldMkLst>
          <pc:docMk/>
          <pc:sldMk cId="4169291970" sldId="417"/>
        </pc:sldMkLst>
      </pc:sldChg>
      <pc:sldChg chg="modSp mod ord">
        <pc:chgData name="Virve Räni" userId="161a7437-7ef4-49ec-91bf-54882f313dfe" providerId="ADAL" clId="{6D754EED-65AA-4A21-B175-6769012CF487}" dt="2026-03-29T12:10:50.447" v="268"/>
        <pc:sldMkLst>
          <pc:docMk/>
          <pc:sldMk cId="3250488708" sldId="429"/>
        </pc:sldMkLst>
        <pc:spChg chg="mod">
          <ac:chgData name="Virve Räni" userId="161a7437-7ef4-49ec-91bf-54882f313dfe" providerId="ADAL" clId="{6D754EED-65AA-4A21-B175-6769012CF487}" dt="2026-03-29T11:57:16.320" v="32" actId="20577"/>
          <ac:spMkLst>
            <pc:docMk/>
            <pc:sldMk cId="3250488708" sldId="429"/>
            <ac:spMk id="3" creationId="{175B34BE-2425-CF88-7C5A-A035D09F9AA2}"/>
          </ac:spMkLst>
        </pc:spChg>
      </pc:sldChg>
      <pc:sldChg chg="modNotesTx">
        <pc:chgData name="Virve Räni" userId="161a7437-7ef4-49ec-91bf-54882f313dfe" providerId="ADAL" clId="{6D754EED-65AA-4A21-B175-6769012CF487}" dt="2026-03-29T12:52:33.319" v="269" actId="20577"/>
        <pc:sldMkLst>
          <pc:docMk/>
          <pc:sldMk cId="3200147099" sldId="430"/>
        </pc:sldMkLst>
      </pc:sldChg>
      <pc:sldChg chg="del">
        <pc:chgData name="Virve Räni" userId="161a7437-7ef4-49ec-91bf-54882f313dfe" providerId="ADAL" clId="{6D754EED-65AA-4A21-B175-6769012CF487}" dt="2026-03-29T11:55:49.459" v="12" actId="47"/>
        <pc:sldMkLst>
          <pc:docMk/>
          <pc:sldMk cId="2357730408" sldId="587"/>
        </pc:sldMkLst>
      </pc:sldChg>
      <pc:sldChg chg="modSp new mod">
        <pc:chgData name="Virve Räni" userId="161a7437-7ef4-49ec-91bf-54882f313dfe" providerId="ADAL" clId="{6D754EED-65AA-4A21-B175-6769012CF487}" dt="2026-03-29T12:10:35.586" v="266" actId="20577"/>
        <pc:sldMkLst>
          <pc:docMk/>
          <pc:sldMk cId="4109624573" sldId="631"/>
        </pc:sldMkLst>
        <pc:spChg chg="mod">
          <ac:chgData name="Virve Räni" userId="161a7437-7ef4-49ec-91bf-54882f313dfe" providerId="ADAL" clId="{6D754EED-65AA-4A21-B175-6769012CF487}" dt="2026-03-29T11:57:40.157" v="54" actId="20577"/>
          <ac:spMkLst>
            <pc:docMk/>
            <pc:sldMk cId="4109624573" sldId="631"/>
            <ac:spMk id="2" creationId="{460DBAD6-074C-E9BE-A528-06C8B81B1439}"/>
          </ac:spMkLst>
        </pc:spChg>
        <pc:spChg chg="mod">
          <ac:chgData name="Virve Räni" userId="161a7437-7ef4-49ec-91bf-54882f313dfe" providerId="ADAL" clId="{6D754EED-65AA-4A21-B175-6769012CF487}" dt="2026-03-29T12:10:35.586" v="266" actId="20577"/>
          <ac:spMkLst>
            <pc:docMk/>
            <pc:sldMk cId="4109624573" sldId="631"/>
            <ac:spMk id="3" creationId="{0C2272B6-D862-E681-D755-A17F7708209E}"/>
          </ac:spMkLst>
        </pc:sp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3AA74CA-63BE-4193-B83A-1421B67BE728}" type="doc">
      <dgm:prSet loTypeId="urn:microsoft.com/office/officeart/2005/8/layout/bProcess3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9092CFA3-3C28-4C59-A5CD-49A13F353623}">
      <dgm:prSet phldrT="[Text]" phldr="0"/>
      <dgm:spPr/>
      <dgm:t>
        <a:bodyPr/>
        <a:lstStyle/>
        <a:p>
          <a:r>
            <a:rPr lang="en-US">
              <a:latin typeface="Inter Bold"/>
            </a:rPr>
            <a:t>Analüüsiprotsess</a:t>
          </a:r>
          <a:endParaRPr lang="en-US"/>
        </a:p>
      </dgm:t>
    </dgm:pt>
    <dgm:pt modelId="{A1F31483-5FC7-404D-B920-82DA1EFFFDD3}" type="parTrans" cxnId="{BDB9CFD7-7FB7-4CE2-9B11-9579BA900390}">
      <dgm:prSet/>
      <dgm:spPr/>
      <dgm:t>
        <a:bodyPr/>
        <a:lstStyle/>
        <a:p>
          <a:endParaRPr lang="en-US"/>
        </a:p>
      </dgm:t>
    </dgm:pt>
    <dgm:pt modelId="{DCD015F2-2480-4908-8EF3-239FE53D25D6}" type="sibTrans" cxnId="{BDB9CFD7-7FB7-4CE2-9B11-9579BA900390}">
      <dgm:prSet/>
      <dgm:spPr/>
      <dgm:t>
        <a:bodyPr/>
        <a:lstStyle/>
        <a:p>
          <a:endParaRPr lang="en-US"/>
        </a:p>
      </dgm:t>
    </dgm:pt>
    <dgm:pt modelId="{30C0FB8F-2EC3-4CE7-B0F7-4588304C2C23}">
      <dgm:prSet phldrT="[Text]" phldr="0"/>
      <dgm:spPr/>
      <dgm:t>
        <a:bodyPr/>
        <a:lstStyle/>
        <a:p>
          <a:r>
            <a:rPr lang="en-US">
              <a:latin typeface="Inter Bold"/>
            </a:rPr>
            <a:t>Uurimisprobleemi </a:t>
          </a:r>
          <a:r>
            <a:rPr lang="en-US" err="1">
              <a:latin typeface="Inter Bold"/>
            </a:rPr>
            <a:t>püstitamine</a:t>
          </a:r>
          <a:endParaRPr lang="en-US"/>
        </a:p>
      </dgm:t>
    </dgm:pt>
    <dgm:pt modelId="{444F3E88-45C6-4303-9B89-580AD4DD1FA3}" type="parTrans" cxnId="{00D15615-D52D-4C95-A110-B57D3F0E1B15}">
      <dgm:prSet/>
      <dgm:spPr/>
      <dgm:t>
        <a:bodyPr/>
        <a:lstStyle/>
        <a:p>
          <a:endParaRPr lang="en-US"/>
        </a:p>
      </dgm:t>
    </dgm:pt>
    <dgm:pt modelId="{32983A4B-15B4-4825-8682-DAB854D4C30B}" type="sibTrans" cxnId="{00D15615-D52D-4C95-A110-B57D3F0E1B15}">
      <dgm:prSet/>
      <dgm:spPr/>
      <dgm:t>
        <a:bodyPr/>
        <a:lstStyle/>
        <a:p>
          <a:endParaRPr lang="en-US"/>
        </a:p>
      </dgm:t>
    </dgm:pt>
    <dgm:pt modelId="{F77C7D02-B4A9-4DBC-9F80-D516859839E6}">
      <dgm:prSet phldrT="[Text]" phldr="0"/>
      <dgm:spPr/>
      <dgm:t>
        <a:bodyPr/>
        <a:lstStyle/>
        <a:p>
          <a:r>
            <a:rPr lang="en-US" err="1">
              <a:latin typeface="Inter Bold"/>
            </a:rPr>
            <a:t>Andmete</a:t>
          </a:r>
          <a:r>
            <a:rPr lang="en-US">
              <a:latin typeface="Inter Bold"/>
            </a:rPr>
            <a:t> </a:t>
          </a:r>
          <a:r>
            <a:rPr lang="en-US" err="1">
              <a:latin typeface="Inter Bold"/>
            </a:rPr>
            <a:t>kogumine</a:t>
          </a:r>
          <a:endParaRPr lang="en-US"/>
        </a:p>
      </dgm:t>
    </dgm:pt>
    <dgm:pt modelId="{2742DDA2-6197-420F-9EAB-40445AC12089}" type="parTrans" cxnId="{4D05AEEC-5198-46FC-B741-BBE5C0281256}">
      <dgm:prSet/>
      <dgm:spPr/>
      <dgm:t>
        <a:bodyPr/>
        <a:lstStyle/>
        <a:p>
          <a:endParaRPr lang="en-US"/>
        </a:p>
      </dgm:t>
    </dgm:pt>
    <dgm:pt modelId="{00E540A4-9999-4F89-9CF7-283E519DF7E1}" type="sibTrans" cxnId="{4D05AEEC-5198-46FC-B741-BBE5C0281256}">
      <dgm:prSet/>
      <dgm:spPr/>
      <dgm:t>
        <a:bodyPr/>
        <a:lstStyle/>
        <a:p>
          <a:endParaRPr lang="en-US"/>
        </a:p>
      </dgm:t>
    </dgm:pt>
    <dgm:pt modelId="{876C0C26-1F67-4AA2-A95F-2A49AD08C82A}">
      <dgm:prSet phldrT="[Text]" phldr="0"/>
      <dgm:spPr/>
      <dgm:t>
        <a:bodyPr/>
        <a:lstStyle/>
        <a:p>
          <a:r>
            <a:rPr lang="en-US" sz="2200" err="1">
              <a:latin typeface="Inter Bold"/>
            </a:rPr>
            <a:t>Andmekvaliteedi</a:t>
          </a:r>
          <a:r>
            <a:rPr lang="en-US" sz="2200">
              <a:latin typeface="Inter Bold"/>
            </a:rPr>
            <a:t> </a:t>
          </a:r>
          <a:r>
            <a:rPr lang="en-US" sz="2200" err="1">
              <a:latin typeface="Inter Bold"/>
            </a:rPr>
            <a:t>kontrollid</a:t>
          </a:r>
          <a:endParaRPr lang="en-US" sz="2200"/>
        </a:p>
      </dgm:t>
    </dgm:pt>
    <dgm:pt modelId="{F69D3D05-6905-4744-94B8-661F9FEA3BBC}" type="parTrans" cxnId="{73821C63-D3A9-46C4-ABEB-C63026ECE28A}">
      <dgm:prSet/>
      <dgm:spPr/>
      <dgm:t>
        <a:bodyPr/>
        <a:lstStyle/>
        <a:p>
          <a:endParaRPr lang="en-US"/>
        </a:p>
      </dgm:t>
    </dgm:pt>
    <dgm:pt modelId="{879537E8-DFB9-412A-BF21-9B2BB8E4C6C9}" type="sibTrans" cxnId="{73821C63-D3A9-46C4-ABEB-C63026ECE28A}">
      <dgm:prSet/>
      <dgm:spPr/>
      <dgm:t>
        <a:bodyPr/>
        <a:lstStyle/>
        <a:p>
          <a:endParaRPr lang="en-US"/>
        </a:p>
      </dgm:t>
    </dgm:pt>
    <dgm:pt modelId="{B1F6DE66-DB8F-4B99-A71D-97CAABD75ACC}">
      <dgm:prSet phldr="0"/>
      <dgm:spPr/>
      <dgm:t>
        <a:bodyPr/>
        <a:lstStyle/>
        <a:p>
          <a:r>
            <a:rPr lang="en-US" sz="2200" err="1">
              <a:latin typeface="Inter Bold"/>
            </a:rPr>
            <a:t>Andmebaasidega</a:t>
          </a:r>
          <a:r>
            <a:rPr lang="en-US" sz="2200">
              <a:latin typeface="Inter Bold"/>
            </a:rPr>
            <a:t> </a:t>
          </a:r>
          <a:r>
            <a:rPr lang="en-US" sz="2200" err="1">
              <a:latin typeface="Inter Bold"/>
            </a:rPr>
            <a:t>töötamine</a:t>
          </a:r>
          <a:endParaRPr lang="en-US" sz="2200">
            <a:latin typeface="Inter Bold"/>
          </a:endParaRPr>
        </a:p>
      </dgm:t>
    </dgm:pt>
    <dgm:pt modelId="{03BCE6F5-9BE0-4544-9D11-81E8219C5C3D}" type="parTrans" cxnId="{E0C7A796-8669-4224-A5FE-4D23F02019E2}">
      <dgm:prSet/>
      <dgm:spPr/>
    </dgm:pt>
    <dgm:pt modelId="{5EB1F81C-275C-4706-BE62-2AF7BECD966C}" type="sibTrans" cxnId="{E0C7A796-8669-4224-A5FE-4D23F02019E2}">
      <dgm:prSet/>
      <dgm:spPr/>
      <dgm:t>
        <a:bodyPr/>
        <a:lstStyle/>
        <a:p>
          <a:endParaRPr lang="en-US"/>
        </a:p>
      </dgm:t>
    </dgm:pt>
    <dgm:pt modelId="{7B35A1DA-590B-4EA1-AC8A-3F38C1324FBA}">
      <dgm:prSet phldr="0"/>
      <dgm:spPr/>
      <dgm:t>
        <a:bodyPr/>
        <a:lstStyle/>
        <a:p>
          <a:r>
            <a:rPr lang="en-US" sz="2200">
              <a:latin typeface="Inter Bold"/>
            </a:rPr>
            <a:t>Andmete visualiseerimine</a:t>
          </a:r>
        </a:p>
      </dgm:t>
    </dgm:pt>
    <dgm:pt modelId="{287BF916-6DE3-4562-8287-DBF7AD3AB48F}" type="parTrans" cxnId="{FF4F4F80-A2EE-4F5C-9B8B-54B842C70782}">
      <dgm:prSet/>
      <dgm:spPr/>
    </dgm:pt>
    <dgm:pt modelId="{DFC38E77-BE8C-4AE5-A057-4E10CC7B7FC7}" type="sibTrans" cxnId="{FF4F4F80-A2EE-4F5C-9B8B-54B842C70782}">
      <dgm:prSet/>
      <dgm:spPr/>
      <dgm:t>
        <a:bodyPr/>
        <a:lstStyle/>
        <a:p>
          <a:endParaRPr lang="en-US"/>
        </a:p>
      </dgm:t>
    </dgm:pt>
    <dgm:pt modelId="{2F5329D1-588C-4710-86E6-A8C14A8D646C}">
      <dgm:prSet phldr="0"/>
      <dgm:spPr/>
      <dgm:t>
        <a:bodyPr/>
        <a:lstStyle/>
        <a:p>
          <a:r>
            <a:rPr lang="en-US" sz="2200">
              <a:latin typeface="Inter Bold"/>
            </a:rPr>
            <a:t>Andmeloo jutustamine</a:t>
          </a:r>
        </a:p>
      </dgm:t>
    </dgm:pt>
    <dgm:pt modelId="{CC502622-5531-4F4B-BC07-F34278CF6C33}" type="parTrans" cxnId="{95831A4D-7450-4683-A161-8DBA8ACAD821}">
      <dgm:prSet/>
      <dgm:spPr/>
    </dgm:pt>
    <dgm:pt modelId="{1F26D1CC-EC56-40B9-83DD-D5B9DDA85E94}" type="sibTrans" cxnId="{95831A4D-7450-4683-A161-8DBA8ACAD821}">
      <dgm:prSet/>
      <dgm:spPr/>
      <dgm:t>
        <a:bodyPr/>
        <a:lstStyle/>
        <a:p>
          <a:endParaRPr lang="en-US"/>
        </a:p>
      </dgm:t>
    </dgm:pt>
    <dgm:pt modelId="{30F28EBE-887A-406A-A3A2-245F62E8CEC7}">
      <dgm:prSet phldr="0"/>
      <dgm:spPr/>
      <dgm:t>
        <a:bodyPr/>
        <a:lstStyle/>
        <a:p>
          <a:r>
            <a:rPr lang="en-US" sz="2200">
              <a:latin typeface="Inter Bold"/>
            </a:rPr>
            <a:t>Andmekaitse</a:t>
          </a:r>
        </a:p>
      </dgm:t>
    </dgm:pt>
    <dgm:pt modelId="{5F8C2A53-19B5-49A7-9126-4D36C2D4EA1F}" type="parTrans" cxnId="{2C00AAFF-27AB-4C74-A429-A7F8A4561B8D}">
      <dgm:prSet/>
      <dgm:spPr/>
    </dgm:pt>
    <dgm:pt modelId="{D93F2F9E-E6F4-4EDF-ACC5-9063FB30375A}" type="sibTrans" cxnId="{2C00AAFF-27AB-4C74-A429-A7F8A4561B8D}">
      <dgm:prSet/>
      <dgm:spPr/>
      <dgm:t>
        <a:bodyPr/>
        <a:lstStyle/>
        <a:p>
          <a:endParaRPr lang="en-US"/>
        </a:p>
      </dgm:t>
    </dgm:pt>
    <dgm:pt modelId="{A92D900B-17DD-4FE2-A332-2E198166AF2B}">
      <dgm:prSet phldr="0"/>
      <dgm:spPr/>
      <dgm:t>
        <a:bodyPr/>
        <a:lstStyle/>
        <a:p>
          <a:pPr rtl="0"/>
          <a:r>
            <a:rPr lang="en-US" sz="2200">
              <a:latin typeface="Inter Bold"/>
            </a:rPr>
            <a:t>Tehisaru võimalused</a:t>
          </a:r>
        </a:p>
      </dgm:t>
    </dgm:pt>
    <dgm:pt modelId="{74DEC750-BB1C-4C59-A076-2500F3BAF6E5}" type="parTrans" cxnId="{1B3278C7-74B5-4FED-BEC2-F8DF59D97B0B}">
      <dgm:prSet/>
      <dgm:spPr/>
    </dgm:pt>
    <dgm:pt modelId="{D1FADBAC-205D-488E-8EDC-F97E9F2057B7}" type="sibTrans" cxnId="{1B3278C7-74B5-4FED-BEC2-F8DF59D97B0B}">
      <dgm:prSet/>
      <dgm:spPr/>
      <dgm:t>
        <a:bodyPr/>
        <a:lstStyle/>
        <a:p>
          <a:endParaRPr lang="en-US"/>
        </a:p>
      </dgm:t>
    </dgm:pt>
    <dgm:pt modelId="{D6EAE952-4D8A-41CD-A1E4-9E6E43A57ACE}">
      <dgm:prSet phldr="0"/>
      <dgm:spPr/>
      <dgm:t>
        <a:bodyPr/>
        <a:lstStyle/>
        <a:p>
          <a:r>
            <a:rPr lang="en-US" sz="2200">
              <a:latin typeface="Inter Bold"/>
            </a:rPr>
            <a:t>Grupitöö</a:t>
          </a:r>
        </a:p>
      </dgm:t>
    </dgm:pt>
    <dgm:pt modelId="{2B86D177-F962-4E8C-9AFD-EB5E2ED8ECDB}" type="parTrans" cxnId="{460E0411-23F6-40CA-A213-D56A4A5A8D74}">
      <dgm:prSet/>
      <dgm:spPr/>
    </dgm:pt>
    <dgm:pt modelId="{6CD5B1D7-B469-4B84-8A9B-DF7F950A7B41}" type="sibTrans" cxnId="{460E0411-23F6-40CA-A213-D56A4A5A8D74}">
      <dgm:prSet/>
      <dgm:spPr/>
    </dgm:pt>
    <dgm:pt modelId="{E78B469C-55DA-4C3A-BE06-EE749FA2368A}">
      <dgm:prSet phldr="0"/>
      <dgm:spPr/>
      <dgm:t>
        <a:bodyPr/>
        <a:lstStyle/>
        <a:p>
          <a:pPr rtl="0"/>
          <a:r>
            <a:rPr lang="en-US" sz="2200" err="1">
              <a:latin typeface="Inter Bold"/>
            </a:rPr>
            <a:t>Statistiline</a:t>
          </a:r>
          <a:r>
            <a:rPr lang="en-US" sz="2200">
              <a:latin typeface="Inter Bold"/>
            </a:rPr>
            <a:t> analüüs</a:t>
          </a:r>
        </a:p>
      </dgm:t>
    </dgm:pt>
    <dgm:pt modelId="{3D2C9D9E-2BF4-4478-899D-24B39C04A3AE}" type="parTrans" cxnId="{0AB30413-CA47-443F-800B-58839C0FF4F4}">
      <dgm:prSet/>
      <dgm:spPr/>
    </dgm:pt>
    <dgm:pt modelId="{C987EC53-8053-468A-ADEE-AD1F17F21AC4}" type="sibTrans" cxnId="{0AB30413-CA47-443F-800B-58839C0FF4F4}">
      <dgm:prSet/>
      <dgm:spPr/>
      <dgm:t>
        <a:bodyPr/>
        <a:lstStyle/>
        <a:p>
          <a:endParaRPr lang="en-US"/>
        </a:p>
      </dgm:t>
    </dgm:pt>
    <dgm:pt modelId="{9808B78F-63A3-46B0-B339-C2EB1EF9D55E}">
      <dgm:prSet phldr="0"/>
      <dgm:spPr/>
      <dgm:t>
        <a:bodyPr/>
        <a:lstStyle/>
        <a:p>
          <a:pPr rtl="0"/>
          <a:r>
            <a:rPr lang="en-US" sz="2200" err="1">
              <a:latin typeface="Inter Bold"/>
            </a:rPr>
            <a:t>Andmepõhine</a:t>
          </a:r>
          <a:r>
            <a:rPr lang="en-US" sz="2200">
              <a:latin typeface="Inter Bold"/>
            </a:rPr>
            <a:t> </a:t>
          </a:r>
          <a:r>
            <a:rPr lang="en-US" sz="2200" err="1">
              <a:latin typeface="Inter Bold"/>
            </a:rPr>
            <a:t>otsustamine</a:t>
          </a:r>
        </a:p>
      </dgm:t>
    </dgm:pt>
    <dgm:pt modelId="{E8FF02DB-0CB9-4FF5-98BD-4827D775E60E}" type="parTrans" cxnId="{81D241C9-0155-4DDA-B339-727FD14D64E4}">
      <dgm:prSet/>
      <dgm:spPr/>
    </dgm:pt>
    <dgm:pt modelId="{16D6B3CE-CC63-4343-AE9D-C9BF94123D24}" type="sibTrans" cxnId="{81D241C9-0155-4DDA-B339-727FD14D64E4}">
      <dgm:prSet/>
      <dgm:spPr/>
      <dgm:t>
        <a:bodyPr/>
        <a:lstStyle/>
        <a:p>
          <a:endParaRPr lang="en-US"/>
        </a:p>
      </dgm:t>
    </dgm:pt>
    <dgm:pt modelId="{236BDE4F-E6B7-47BD-AECE-3E1504451A1D}">
      <dgm:prSet phldr="0"/>
      <dgm:spPr/>
      <dgm:t>
        <a:bodyPr/>
        <a:lstStyle/>
        <a:p>
          <a:pPr rtl="0"/>
          <a:r>
            <a:rPr lang="en-US" sz="2200">
              <a:latin typeface="Inter Bold"/>
            </a:rPr>
            <a:t>Andmehaldus</a:t>
          </a:r>
        </a:p>
      </dgm:t>
    </dgm:pt>
    <dgm:pt modelId="{8C4B06FB-754B-427C-9C3E-0EA56DD2ECA3}" type="parTrans" cxnId="{95828E0C-9E4E-468E-B105-9E35A1B8A335}">
      <dgm:prSet/>
      <dgm:spPr/>
    </dgm:pt>
    <dgm:pt modelId="{06CFC73A-E7A6-4F94-80D1-97B04D860126}" type="sibTrans" cxnId="{95828E0C-9E4E-468E-B105-9E35A1B8A335}">
      <dgm:prSet/>
      <dgm:spPr/>
      <dgm:t>
        <a:bodyPr/>
        <a:lstStyle/>
        <a:p>
          <a:endParaRPr lang="en-US"/>
        </a:p>
      </dgm:t>
    </dgm:pt>
    <dgm:pt modelId="{ED4D7A61-407A-41B1-BFA1-D5FAC0EFF6C2}" type="pres">
      <dgm:prSet presAssocID="{A3AA74CA-63BE-4193-B83A-1421B67BE728}" presName="Name0" presStyleCnt="0">
        <dgm:presLayoutVars>
          <dgm:dir/>
          <dgm:resizeHandles val="exact"/>
        </dgm:presLayoutVars>
      </dgm:prSet>
      <dgm:spPr/>
    </dgm:pt>
    <dgm:pt modelId="{ED60C9D7-BE80-48A6-AB50-EF4744157A6E}" type="pres">
      <dgm:prSet presAssocID="{9092CFA3-3C28-4C59-A5CD-49A13F353623}" presName="node" presStyleLbl="node1" presStyleIdx="0" presStyleCnt="13">
        <dgm:presLayoutVars>
          <dgm:bulletEnabled val="1"/>
        </dgm:presLayoutVars>
      </dgm:prSet>
      <dgm:spPr/>
    </dgm:pt>
    <dgm:pt modelId="{D1106CFF-A3C1-43E0-9CB0-B8FB2222F1BA}" type="pres">
      <dgm:prSet presAssocID="{DCD015F2-2480-4908-8EF3-239FE53D25D6}" presName="sibTrans" presStyleLbl="sibTrans1D1" presStyleIdx="0" presStyleCnt="12"/>
      <dgm:spPr/>
    </dgm:pt>
    <dgm:pt modelId="{A8CF9FFC-5899-4168-AB35-4011B8EED0F7}" type="pres">
      <dgm:prSet presAssocID="{DCD015F2-2480-4908-8EF3-239FE53D25D6}" presName="connectorText" presStyleLbl="sibTrans1D1" presStyleIdx="0" presStyleCnt="12"/>
      <dgm:spPr/>
    </dgm:pt>
    <dgm:pt modelId="{29F7DEC4-A2F7-4203-95EE-D317D8DA73D8}" type="pres">
      <dgm:prSet presAssocID="{30C0FB8F-2EC3-4CE7-B0F7-4588304C2C23}" presName="node" presStyleLbl="node1" presStyleIdx="1" presStyleCnt="13">
        <dgm:presLayoutVars>
          <dgm:bulletEnabled val="1"/>
        </dgm:presLayoutVars>
      </dgm:prSet>
      <dgm:spPr/>
    </dgm:pt>
    <dgm:pt modelId="{6A9C45E1-E402-4AB8-9174-3787246FCDC7}" type="pres">
      <dgm:prSet presAssocID="{32983A4B-15B4-4825-8682-DAB854D4C30B}" presName="sibTrans" presStyleLbl="sibTrans1D1" presStyleIdx="1" presStyleCnt="12"/>
      <dgm:spPr/>
    </dgm:pt>
    <dgm:pt modelId="{B2C71C77-8B64-4CF9-9190-FBD04D814429}" type="pres">
      <dgm:prSet presAssocID="{32983A4B-15B4-4825-8682-DAB854D4C30B}" presName="connectorText" presStyleLbl="sibTrans1D1" presStyleIdx="1" presStyleCnt="12"/>
      <dgm:spPr/>
    </dgm:pt>
    <dgm:pt modelId="{9D2B97C9-E0F0-4002-B744-430924336B17}" type="pres">
      <dgm:prSet presAssocID="{F77C7D02-B4A9-4DBC-9F80-D516859839E6}" presName="node" presStyleLbl="node1" presStyleIdx="2" presStyleCnt="13">
        <dgm:presLayoutVars>
          <dgm:bulletEnabled val="1"/>
        </dgm:presLayoutVars>
      </dgm:prSet>
      <dgm:spPr/>
    </dgm:pt>
    <dgm:pt modelId="{910FACE4-57A2-471C-B15D-86DFB615BD71}" type="pres">
      <dgm:prSet presAssocID="{00E540A4-9999-4F89-9CF7-283E519DF7E1}" presName="sibTrans" presStyleLbl="sibTrans1D1" presStyleIdx="2" presStyleCnt="12"/>
      <dgm:spPr/>
    </dgm:pt>
    <dgm:pt modelId="{50B7F214-B702-49FA-BC66-4B12264297BB}" type="pres">
      <dgm:prSet presAssocID="{00E540A4-9999-4F89-9CF7-283E519DF7E1}" presName="connectorText" presStyleLbl="sibTrans1D1" presStyleIdx="2" presStyleCnt="12"/>
      <dgm:spPr/>
    </dgm:pt>
    <dgm:pt modelId="{98E8E0F3-AF44-4002-B0CF-E50843F5CE77}" type="pres">
      <dgm:prSet presAssocID="{876C0C26-1F67-4AA2-A95F-2A49AD08C82A}" presName="node" presStyleLbl="node1" presStyleIdx="3" presStyleCnt="13">
        <dgm:presLayoutVars>
          <dgm:bulletEnabled val="1"/>
        </dgm:presLayoutVars>
      </dgm:prSet>
      <dgm:spPr/>
    </dgm:pt>
    <dgm:pt modelId="{9AF9DA10-5C20-476C-86FA-40642FDEABFE}" type="pres">
      <dgm:prSet presAssocID="{879537E8-DFB9-412A-BF21-9B2BB8E4C6C9}" presName="sibTrans" presStyleLbl="sibTrans1D1" presStyleIdx="3" presStyleCnt="12"/>
      <dgm:spPr/>
    </dgm:pt>
    <dgm:pt modelId="{CD2E0072-EA78-4C0E-9B36-A693FEFD3987}" type="pres">
      <dgm:prSet presAssocID="{879537E8-DFB9-412A-BF21-9B2BB8E4C6C9}" presName="connectorText" presStyleLbl="sibTrans1D1" presStyleIdx="3" presStyleCnt="12"/>
      <dgm:spPr/>
    </dgm:pt>
    <dgm:pt modelId="{36180F0D-5F61-4191-BFD4-D3301573837A}" type="pres">
      <dgm:prSet presAssocID="{7B35A1DA-590B-4EA1-AC8A-3F38C1324FBA}" presName="node" presStyleLbl="node1" presStyleIdx="4" presStyleCnt="13">
        <dgm:presLayoutVars>
          <dgm:bulletEnabled val="1"/>
        </dgm:presLayoutVars>
      </dgm:prSet>
      <dgm:spPr/>
    </dgm:pt>
    <dgm:pt modelId="{E4DA3078-391A-4207-AB7B-FCA6B01EA283}" type="pres">
      <dgm:prSet presAssocID="{DFC38E77-BE8C-4AE5-A057-4E10CC7B7FC7}" presName="sibTrans" presStyleLbl="sibTrans1D1" presStyleIdx="4" presStyleCnt="12"/>
      <dgm:spPr/>
    </dgm:pt>
    <dgm:pt modelId="{FBF71F1E-8D75-46AD-BBDE-5035365951EF}" type="pres">
      <dgm:prSet presAssocID="{DFC38E77-BE8C-4AE5-A057-4E10CC7B7FC7}" presName="connectorText" presStyleLbl="sibTrans1D1" presStyleIdx="4" presStyleCnt="12"/>
      <dgm:spPr/>
    </dgm:pt>
    <dgm:pt modelId="{853FF76D-E87E-412A-8663-DEFA228564C3}" type="pres">
      <dgm:prSet presAssocID="{2F5329D1-588C-4710-86E6-A8C14A8D646C}" presName="node" presStyleLbl="node1" presStyleIdx="5" presStyleCnt="13">
        <dgm:presLayoutVars>
          <dgm:bulletEnabled val="1"/>
        </dgm:presLayoutVars>
      </dgm:prSet>
      <dgm:spPr/>
    </dgm:pt>
    <dgm:pt modelId="{700729BA-8FFD-46E6-AEAA-ECFB9BE5D14F}" type="pres">
      <dgm:prSet presAssocID="{1F26D1CC-EC56-40B9-83DD-D5B9DDA85E94}" presName="sibTrans" presStyleLbl="sibTrans1D1" presStyleIdx="5" presStyleCnt="12"/>
      <dgm:spPr/>
    </dgm:pt>
    <dgm:pt modelId="{27ACC804-D4DB-4B22-B517-FB5AA4119B34}" type="pres">
      <dgm:prSet presAssocID="{1F26D1CC-EC56-40B9-83DD-D5B9DDA85E94}" presName="connectorText" presStyleLbl="sibTrans1D1" presStyleIdx="5" presStyleCnt="12"/>
      <dgm:spPr/>
    </dgm:pt>
    <dgm:pt modelId="{A85BB8C0-4082-4D4C-877F-9FBB4A76F1E1}" type="pres">
      <dgm:prSet presAssocID="{E78B469C-55DA-4C3A-BE06-EE749FA2368A}" presName="node" presStyleLbl="node1" presStyleIdx="6" presStyleCnt="13">
        <dgm:presLayoutVars>
          <dgm:bulletEnabled val="1"/>
        </dgm:presLayoutVars>
      </dgm:prSet>
      <dgm:spPr/>
    </dgm:pt>
    <dgm:pt modelId="{889DBD9B-A42E-4EDE-80B2-63061C8690BC}" type="pres">
      <dgm:prSet presAssocID="{C987EC53-8053-468A-ADEE-AD1F17F21AC4}" presName="sibTrans" presStyleLbl="sibTrans1D1" presStyleIdx="6" presStyleCnt="12"/>
      <dgm:spPr/>
    </dgm:pt>
    <dgm:pt modelId="{DFBF2231-63E8-426C-ADB9-0CAD8F15830D}" type="pres">
      <dgm:prSet presAssocID="{C987EC53-8053-468A-ADEE-AD1F17F21AC4}" presName="connectorText" presStyleLbl="sibTrans1D1" presStyleIdx="6" presStyleCnt="12"/>
      <dgm:spPr/>
    </dgm:pt>
    <dgm:pt modelId="{C3BD52AD-8EE0-4F8E-8CFE-11695D1194F8}" type="pres">
      <dgm:prSet presAssocID="{9808B78F-63A3-46B0-B339-C2EB1EF9D55E}" presName="node" presStyleLbl="node1" presStyleIdx="7" presStyleCnt="13">
        <dgm:presLayoutVars>
          <dgm:bulletEnabled val="1"/>
        </dgm:presLayoutVars>
      </dgm:prSet>
      <dgm:spPr/>
    </dgm:pt>
    <dgm:pt modelId="{847EDE4E-9D60-4659-9111-9FC70F48A675}" type="pres">
      <dgm:prSet presAssocID="{16D6B3CE-CC63-4343-AE9D-C9BF94123D24}" presName="sibTrans" presStyleLbl="sibTrans1D1" presStyleIdx="7" presStyleCnt="12"/>
      <dgm:spPr/>
    </dgm:pt>
    <dgm:pt modelId="{31BB43CD-BF77-433D-942E-C5DFEDEE8E33}" type="pres">
      <dgm:prSet presAssocID="{16D6B3CE-CC63-4343-AE9D-C9BF94123D24}" presName="connectorText" presStyleLbl="sibTrans1D1" presStyleIdx="7" presStyleCnt="12"/>
      <dgm:spPr/>
    </dgm:pt>
    <dgm:pt modelId="{9DB721E6-339D-4A19-9EBD-1DD3D501546E}" type="pres">
      <dgm:prSet presAssocID="{B1F6DE66-DB8F-4B99-A71D-97CAABD75ACC}" presName="node" presStyleLbl="node1" presStyleIdx="8" presStyleCnt="13">
        <dgm:presLayoutVars>
          <dgm:bulletEnabled val="1"/>
        </dgm:presLayoutVars>
      </dgm:prSet>
      <dgm:spPr/>
    </dgm:pt>
    <dgm:pt modelId="{F5B71FB5-F3E4-42D3-A57B-F00727BFFE45}" type="pres">
      <dgm:prSet presAssocID="{5EB1F81C-275C-4706-BE62-2AF7BECD966C}" presName="sibTrans" presStyleLbl="sibTrans1D1" presStyleIdx="8" presStyleCnt="12"/>
      <dgm:spPr/>
    </dgm:pt>
    <dgm:pt modelId="{C5C5B6AA-7EDE-431B-BCA8-7E7787890696}" type="pres">
      <dgm:prSet presAssocID="{5EB1F81C-275C-4706-BE62-2AF7BECD966C}" presName="connectorText" presStyleLbl="sibTrans1D1" presStyleIdx="8" presStyleCnt="12"/>
      <dgm:spPr/>
    </dgm:pt>
    <dgm:pt modelId="{3FA29B1C-AF48-4FBE-853F-C62A37AC1E6B}" type="pres">
      <dgm:prSet presAssocID="{236BDE4F-E6B7-47BD-AECE-3E1504451A1D}" presName="node" presStyleLbl="node1" presStyleIdx="9" presStyleCnt="13">
        <dgm:presLayoutVars>
          <dgm:bulletEnabled val="1"/>
        </dgm:presLayoutVars>
      </dgm:prSet>
      <dgm:spPr/>
    </dgm:pt>
    <dgm:pt modelId="{497DEBC4-FA88-4FEC-807C-140FEDA7B080}" type="pres">
      <dgm:prSet presAssocID="{06CFC73A-E7A6-4F94-80D1-97B04D860126}" presName="sibTrans" presStyleLbl="sibTrans1D1" presStyleIdx="9" presStyleCnt="12"/>
      <dgm:spPr/>
    </dgm:pt>
    <dgm:pt modelId="{37577943-5F3D-44CF-85A7-763D25011185}" type="pres">
      <dgm:prSet presAssocID="{06CFC73A-E7A6-4F94-80D1-97B04D860126}" presName="connectorText" presStyleLbl="sibTrans1D1" presStyleIdx="9" presStyleCnt="12"/>
      <dgm:spPr/>
    </dgm:pt>
    <dgm:pt modelId="{9E119879-D667-42DA-9868-0D9A8EE8CDF2}" type="pres">
      <dgm:prSet presAssocID="{30F28EBE-887A-406A-A3A2-245F62E8CEC7}" presName="node" presStyleLbl="node1" presStyleIdx="10" presStyleCnt="13">
        <dgm:presLayoutVars>
          <dgm:bulletEnabled val="1"/>
        </dgm:presLayoutVars>
      </dgm:prSet>
      <dgm:spPr/>
    </dgm:pt>
    <dgm:pt modelId="{D218F9A5-7FDC-43FD-9058-D35862858F05}" type="pres">
      <dgm:prSet presAssocID="{D93F2F9E-E6F4-4EDF-ACC5-9063FB30375A}" presName="sibTrans" presStyleLbl="sibTrans1D1" presStyleIdx="10" presStyleCnt="12"/>
      <dgm:spPr/>
    </dgm:pt>
    <dgm:pt modelId="{2E9CEE65-10BC-42E5-8281-CD71EC6A786A}" type="pres">
      <dgm:prSet presAssocID="{D93F2F9E-E6F4-4EDF-ACC5-9063FB30375A}" presName="connectorText" presStyleLbl="sibTrans1D1" presStyleIdx="10" presStyleCnt="12"/>
      <dgm:spPr/>
    </dgm:pt>
    <dgm:pt modelId="{1E22E002-0FB2-4674-B9C9-A8B56EEF135A}" type="pres">
      <dgm:prSet presAssocID="{A92D900B-17DD-4FE2-A332-2E198166AF2B}" presName="node" presStyleLbl="node1" presStyleIdx="11" presStyleCnt="13">
        <dgm:presLayoutVars>
          <dgm:bulletEnabled val="1"/>
        </dgm:presLayoutVars>
      </dgm:prSet>
      <dgm:spPr/>
    </dgm:pt>
    <dgm:pt modelId="{E5B12EDF-3B18-4759-99A8-3CE282633E1E}" type="pres">
      <dgm:prSet presAssocID="{D1FADBAC-205D-488E-8EDC-F97E9F2057B7}" presName="sibTrans" presStyleLbl="sibTrans1D1" presStyleIdx="11" presStyleCnt="12"/>
      <dgm:spPr/>
    </dgm:pt>
    <dgm:pt modelId="{911D46C7-7BF3-4F46-A367-26362D7EA918}" type="pres">
      <dgm:prSet presAssocID="{D1FADBAC-205D-488E-8EDC-F97E9F2057B7}" presName="connectorText" presStyleLbl="sibTrans1D1" presStyleIdx="11" presStyleCnt="12"/>
      <dgm:spPr/>
    </dgm:pt>
    <dgm:pt modelId="{FEF7EDC8-DFA3-4392-9ECA-0CAC495A9B03}" type="pres">
      <dgm:prSet presAssocID="{D6EAE952-4D8A-41CD-A1E4-9E6E43A57ACE}" presName="node" presStyleLbl="node1" presStyleIdx="12" presStyleCnt="13">
        <dgm:presLayoutVars>
          <dgm:bulletEnabled val="1"/>
        </dgm:presLayoutVars>
      </dgm:prSet>
      <dgm:spPr/>
    </dgm:pt>
  </dgm:ptLst>
  <dgm:cxnLst>
    <dgm:cxn modelId="{FE964403-5195-42B3-9D4C-962646F7DDFB}" type="presOf" srcId="{879537E8-DFB9-412A-BF21-9B2BB8E4C6C9}" destId="{9AF9DA10-5C20-476C-86FA-40642FDEABFE}" srcOrd="0" destOrd="0" presId="urn:microsoft.com/office/officeart/2005/8/layout/bProcess3"/>
    <dgm:cxn modelId="{2CED8F03-6241-49A6-80D1-B5630E63B09F}" type="presOf" srcId="{30C0FB8F-2EC3-4CE7-B0F7-4588304C2C23}" destId="{29F7DEC4-A2F7-4203-95EE-D317D8DA73D8}" srcOrd="0" destOrd="0" presId="urn:microsoft.com/office/officeart/2005/8/layout/bProcess3"/>
    <dgm:cxn modelId="{95828E0C-9E4E-468E-B105-9E35A1B8A335}" srcId="{A3AA74CA-63BE-4193-B83A-1421B67BE728}" destId="{236BDE4F-E6B7-47BD-AECE-3E1504451A1D}" srcOrd="9" destOrd="0" parTransId="{8C4B06FB-754B-427C-9C3E-0EA56DD2ECA3}" sibTransId="{06CFC73A-E7A6-4F94-80D1-97B04D860126}"/>
    <dgm:cxn modelId="{460E0411-23F6-40CA-A213-D56A4A5A8D74}" srcId="{A3AA74CA-63BE-4193-B83A-1421B67BE728}" destId="{D6EAE952-4D8A-41CD-A1E4-9E6E43A57ACE}" srcOrd="12" destOrd="0" parTransId="{2B86D177-F962-4E8C-9AFD-EB5E2ED8ECDB}" sibTransId="{6CD5B1D7-B469-4B84-8A9B-DF7F950A7B41}"/>
    <dgm:cxn modelId="{0AB30413-CA47-443F-800B-58839C0FF4F4}" srcId="{A3AA74CA-63BE-4193-B83A-1421B67BE728}" destId="{E78B469C-55DA-4C3A-BE06-EE749FA2368A}" srcOrd="6" destOrd="0" parTransId="{3D2C9D9E-2BF4-4478-899D-24B39C04A3AE}" sibTransId="{C987EC53-8053-468A-ADEE-AD1F17F21AC4}"/>
    <dgm:cxn modelId="{00D15615-D52D-4C95-A110-B57D3F0E1B15}" srcId="{A3AA74CA-63BE-4193-B83A-1421B67BE728}" destId="{30C0FB8F-2EC3-4CE7-B0F7-4588304C2C23}" srcOrd="1" destOrd="0" parTransId="{444F3E88-45C6-4303-9B89-580AD4DD1FA3}" sibTransId="{32983A4B-15B4-4825-8682-DAB854D4C30B}"/>
    <dgm:cxn modelId="{8E80871F-DF09-4606-822B-6A2E8497C55A}" type="presOf" srcId="{06CFC73A-E7A6-4F94-80D1-97B04D860126}" destId="{497DEBC4-FA88-4FEC-807C-140FEDA7B080}" srcOrd="0" destOrd="0" presId="urn:microsoft.com/office/officeart/2005/8/layout/bProcess3"/>
    <dgm:cxn modelId="{DA29A821-70A0-4351-BE4B-2EADEB994A6B}" type="presOf" srcId="{E78B469C-55DA-4C3A-BE06-EE749FA2368A}" destId="{A85BB8C0-4082-4D4C-877F-9FBB4A76F1E1}" srcOrd="0" destOrd="0" presId="urn:microsoft.com/office/officeart/2005/8/layout/bProcess3"/>
    <dgm:cxn modelId="{0E8A2F22-21A3-4A14-A7BA-6238DA404A98}" type="presOf" srcId="{2F5329D1-588C-4710-86E6-A8C14A8D646C}" destId="{853FF76D-E87E-412A-8663-DEFA228564C3}" srcOrd="0" destOrd="0" presId="urn:microsoft.com/office/officeart/2005/8/layout/bProcess3"/>
    <dgm:cxn modelId="{16E97424-C61F-4B31-A0D0-F7DA78FDA03F}" type="presOf" srcId="{06CFC73A-E7A6-4F94-80D1-97B04D860126}" destId="{37577943-5F3D-44CF-85A7-763D25011185}" srcOrd="1" destOrd="0" presId="urn:microsoft.com/office/officeart/2005/8/layout/bProcess3"/>
    <dgm:cxn modelId="{78BBBA24-7A7E-4D4E-95AD-412953A1C3CB}" type="presOf" srcId="{1F26D1CC-EC56-40B9-83DD-D5B9DDA85E94}" destId="{27ACC804-D4DB-4B22-B517-FB5AA4119B34}" srcOrd="1" destOrd="0" presId="urn:microsoft.com/office/officeart/2005/8/layout/bProcess3"/>
    <dgm:cxn modelId="{2878BA31-E2CA-4655-AF61-C44353B119FF}" type="presOf" srcId="{5EB1F81C-275C-4706-BE62-2AF7BECD966C}" destId="{C5C5B6AA-7EDE-431B-BCA8-7E7787890696}" srcOrd="1" destOrd="0" presId="urn:microsoft.com/office/officeart/2005/8/layout/bProcess3"/>
    <dgm:cxn modelId="{A9EAA55B-92C8-41BE-8822-8E816667175D}" type="presOf" srcId="{D93F2F9E-E6F4-4EDF-ACC5-9063FB30375A}" destId="{D218F9A5-7FDC-43FD-9058-D35862858F05}" srcOrd="0" destOrd="0" presId="urn:microsoft.com/office/officeart/2005/8/layout/bProcess3"/>
    <dgm:cxn modelId="{5AFF145D-5D1C-40B0-A7D0-6E27A20D33B2}" type="presOf" srcId="{30F28EBE-887A-406A-A3A2-245F62E8CEC7}" destId="{9E119879-D667-42DA-9868-0D9A8EE8CDF2}" srcOrd="0" destOrd="0" presId="urn:microsoft.com/office/officeart/2005/8/layout/bProcess3"/>
    <dgm:cxn modelId="{73821C63-D3A9-46C4-ABEB-C63026ECE28A}" srcId="{A3AA74CA-63BE-4193-B83A-1421B67BE728}" destId="{876C0C26-1F67-4AA2-A95F-2A49AD08C82A}" srcOrd="3" destOrd="0" parTransId="{F69D3D05-6905-4744-94B8-661F9FEA3BBC}" sibTransId="{879537E8-DFB9-412A-BF21-9B2BB8E4C6C9}"/>
    <dgm:cxn modelId="{7CF7E365-A4F0-4AC9-BC29-F32EE69C67E9}" type="presOf" srcId="{9808B78F-63A3-46B0-B339-C2EB1EF9D55E}" destId="{C3BD52AD-8EE0-4F8E-8CFE-11695D1194F8}" srcOrd="0" destOrd="0" presId="urn:microsoft.com/office/officeart/2005/8/layout/bProcess3"/>
    <dgm:cxn modelId="{D6F34169-0F5C-4D48-A684-F994E0943C18}" type="presOf" srcId="{D1FADBAC-205D-488E-8EDC-F97E9F2057B7}" destId="{E5B12EDF-3B18-4759-99A8-3CE282633E1E}" srcOrd="0" destOrd="0" presId="urn:microsoft.com/office/officeart/2005/8/layout/bProcess3"/>
    <dgm:cxn modelId="{66A6BD6C-6308-4037-8C94-7D0A7927DCEB}" type="presOf" srcId="{B1F6DE66-DB8F-4B99-A71D-97CAABD75ACC}" destId="{9DB721E6-339D-4A19-9EBD-1DD3D501546E}" srcOrd="0" destOrd="0" presId="urn:microsoft.com/office/officeart/2005/8/layout/bProcess3"/>
    <dgm:cxn modelId="{95831A4D-7450-4683-A161-8DBA8ACAD821}" srcId="{A3AA74CA-63BE-4193-B83A-1421B67BE728}" destId="{2F5329D1-588C-4710-86E6-A8C14A8D646C}" srcOrd="5" destOrd="0" parTransId="{CC502622-5531-4F4B-BC07-F34278CF6C33}" sibTransId="{1F26D1CC-EC56-40B9-83DD-D5B9DDA85E94}"/>
    <dgm:cxn modelId="{E9937D4D-C8A6-4CF3-8B53-130EAB125F6D}" type="presOf" srcId="{A3AA74CA-63BE-4193-B83A-1421B67BE728}" destId="{ED4D7A61-407A-41B1-BFA1-D5FAC0EFF6C2}" srcOrd="0" destOrd="0" presId="urn:microsoft.com/office/officeart/2005/8/layout/bProcess3"/>
    <dgm:cxn modelId="{F4ABBB4E-7968-45B2-B560-84F6E60F1781}" type="presOf" srcId="{C987EC53-8053-468A-ADEE-AD1F17F21AC4}" destId="{DFBF2231-63E8-426C-ADB9-0CAD8F15830D}" srcOrd="1" destOrd="0" presId="urn:microsoft.com/office/officeart/2005/8/layout/bProcess3"/>
    <dgm:cxn modelId="{633CA74F-8138-4B3D-9064-727EDFFF0C96}" type="presOf" srcId="{32983A4B-15B4-4825-8682-DAB854D4C30B}" destId="{6A9C45E1-E402-4AB8-9174-3787246FCDC7}" srcOrd="0" destOrd="0" presId="urn:microsoft.com/office/officeart/2005/8/layout/bProcess3"/>
    <dgm:cxn modelId="{178C2677-25E0-4778-8E7A-82266917F890}" type="presOf" srcId="{879537E8-DFB9-412A-BF21-9B2BB8E4C6C9}" destId="{CD2E0072-EA78-4C0E-9B36-A693FEFD3987}" srcOrd="1" destOrd="0" presId="urn:microsoft.com/office/officeart/2005/8/layout/bProcess3"/>
    <dgm:cxn modelId="{FECA777E-D3F3-494F-95B4-B341F161A3EE}" type="presOf" srcId="{7B35A1DA-590B-4EA1-AC8A-3F38C1324FBA}" destId="{36180F0D-5F61-4191-BFD4-D3301573837A}" srcOrd="0" destOrd="0" presId="urn:microsoft.com/office/officeart/2005/8/layout/bProcess3"/>
    <dgm:cxn modelId="{FF4F4F80-A2EE-4F5C-9B8B-54B842C70782}" srcId="{A3AA74CA-63BE-4193-B83A-1421B67BE728}" destId="{7B35A1DA-590B-4EA1-AC8A-3F38C1324FBA}" srcOrd="4" destOrd="0" parTransId="{287BF916-6DE3-4562-8287-DBF7AD3AB48F}" sibTransId="{DFC38E77-BE8C-4AE5-A057-4E10CC7B7FC7}"/>
    <dgm:cxn modelId="{EA06488D-7B30-4CBF-AEF0-A326788DD49C}" type="presOf" srcId="{00E540A4-9999-4F89-9CF7-283E519DF7E1}" destId="{50B7F214-B702-49FA-BC66-4B12264297BB}" srcOrd="1" destOrd="0" presId="urn:microsoft.com/office/officeart/2005/8/layout/bProcess3"/>
    <dgm:cxn modelId="{E0C7A796-8669-4224-A5FE-4D23F02019E2}" srcId="{A3AA74CA-63BE-4193-B83A-1421B67BE728}" destId="{B1F6DE66-DB8F-4B99-A71D-97CAABD75ACC}" srcOrd="8" destOrd="0" parTransId="{03BCE6F5-9BE0-4544-9D11-81E8219C5C3D}" sibTransId="{5EB1F81C-275C-4706-BE62-2AF7BECD966C}"/>
    <dgm:cxn modelId="{18198199-20EA-4F3B-9ABB-66DD440F8C15}" type="presOf" srcId="{D93F2F9E-E6F4-4EDF-ACC5-9063FB30375A}" destId="{2E9CEE65-10BC-42E5-8281-CD71EC6A786A}" srcOrd="1" destOrd="0" presId="urn:microsoft.com/office/officeart/2005/8/layout/bProcess3"/>
    <dgm:cxn modelId="{3195B799-0C44-41C9-8A94-17E4544260AD}" type="presOf" srcId="{876C0C26-1F67-4AA2-A95F-2A49AD08C82A}" destId="{98E8E0F3-AF44-4002-B0CF-E50843F5CE77}" srcOrd="0" destOrd="0" presId="urn:microsoft.com/office/officeart/2005/8/layout/bProcess3"/>
    <dgm:cxn modelId="{7D0840A9-B7E5-49A6-B259-84DBE8DC735B}" type="presOf" srcId="{A92D900B-17DD-4FE2-A332-2E198166AF2B}" destId="{1E22E002-0FB2-4674-B9C9-A8B56EEF135A}" srcOrd="0" destOrd="0" presId="urn:microsoft.com/office/officeart/2005/8/layout/bProcess3"/>
    <dgm:cxn modelId="{81FBC2A9-D1CD-422A-BB58-2983788C46D3}" type="presOf" srcId="{236BDE4F-E6B7-47BD-AECE-3E1504451A1D}" destId="{3FA29B1C-AF48-4FBE-853F-C62A37AC1E6B}" srcOrd="0" destOrd="0" presId="urn:microsoft.com/office/officeart/2005/8/layout/bProcess3"/>
    <dgm:cxn modelId="{D06527B0-C0BF-4D9B-A6CC-6725C3C7E15F}" type="presOf" srcId="{32983A4B-15B4-4825-8682-DAB854D4C30B}" destId="{B2C71C77-8B64-4CF9-9190-FBD04D814429}" srcOrd="1" destOrd="0" presId="urn:microsoft.com/office/officeart/2005/8/layout/bProcess3"/>
    <dgm:cxn modelId="{1B3278C7-74B5-4FED-BEC2-F8DF59D97B0B}" srcId="{A3AA74CA-63BE-4193-B83A-1421B67BE728}" destId="{A92D900B-17DD-4FE2-A332-2E198166AF2B}" srcOrd="11" destOrd="0" parTransId="{74DEC750-BB1C-4C59-A076-2500F3BAF6E5}" sibTransId="{D1FADBAC-205D-488E-8EDC-F97E9F2057B7}"/>
    <dgm:cxn modelId="{81D241C9-0155-4DDA-B339-727FD14D64E4}" srcId="{A3AA74CA-63BE-4193-B83A-1421B67BE728}" destId="{9808B78F-63A3-46B0-B339-C2EB1EF9D55E}" srcOrd="7" destOrd="0" parTransId="{E8FF02DB-0CB9-4FF5-98BD-4827D775E60E}" sibTransId="{16D6B3CE-CC63-4343-AE9D-C9BF94123D24}"/>
    <dgm:cxn modelId="{CE20C3CE-0CDD-4531-8E98-427DE2DF83CF}" type="presOf" srcId="{5EB1F81C-275C-4706-BE62-2AF7BECD966C}" destId="{F5B71FB5-F3E4-42D3-A57B-F00727BFFE45}" srcOrd="0" destOrd="0" presId="urn:microsoft.com/office/officeart/2005/8/layout/bProcess3"/>
    <dgm:cxn modelId="{76D7F8CE-6006-408D-BF7F-C59527BE9199}" type="presOf" srcId="{DCD015F2-2480-4908-8EF3-239FE53D25D6}" destId="{D1106CFF-A3C1-43E0-9CB0-B8FB2222F1BA}" srcOrd="0" destOrd="0" presId="urn:microsoft.com/office/officeart/2005/8/layout/bProcess3"/>
    <dgm:cxn modelId="{FF1F40CF-A713-43A3-89B7-1D1A73E9088E}" type="presOf" srcId="{9092CFA3-3C28-4C59-A5CD-49A13F353623}" destId="{ED60C9D7-BE80-48A6-AB50-EF4744157A6E}" srcOrd="0" destOrd="0" presId="urn:microsoft.com/office/officeart/2005/8/layout/bProcess3"/>
    <dgm:cxn modelId="{9E8E3BD1-DF2D-4E5C-A275-9413C629AFE7}" type="presOf" srcId="{D6EAE952-4D8A-41CD-A1E4-9E6E43A57ACE}" destId="{FEF7EDC8-DFA3-4392-9ECA-0CAC495A9B03}" srcOrd="0" destOrd="0" presId="urn:microsoft.com/office/officeart/2005/8/layout/bProcess3"/>
    <dgm:cxn modelId="{FB8745D4-1260-47CC-9D40-D8358AD23D93}" type="presOf" srcId="{DCD015F2-2480-4908-8EF3-239FE53D25D6}" destId="{A8CF9FFC-5899-4168-AB35-4011B8EED0F7}" srcOrd="1" destOrd="0" presId="urn:microsoft.com/office/officeart/2005/8/layout/bProcess3"/>
    <dgm:cxn modelId="{BDB9CFD7-7FB7-4CE2-9B11-9579BA900390}" srcId="{A3AA74CA-63BE-4193-B83A-1421B67BE728}" destId="{9092CFA3-3C28-4C59-A5CD-49A13F353623}" srcOrd="0" destOrd="0" parTransId="{A1F31483-5FC7-404D-B920-82DA1EFFFDD3}" sibTransId="{DCD015F2-2480-4908-8EF3-239FE53D25D6}"/>
    <dgm:cxn modelId="{8A69C0D8-9209-4489-B439-9F2BB9581DF7}" type="presOf" srcId="{00E540A4-9999-4F89-9CF7-283E519DF7E1}" destId="{910FACE4-57A2-471C-B15D-86DFB615BD71}" srcOrd="0" destOrd="0" presId="urn:microsoft.com/office/officeart/2005/8/layout/bProcess3"/>
    <dgm:cxn modelId="{98ECF6D9-123F-4777-9D93-09113B95D9CE}" type="presOf" srcId="{16D6B3CE-CC63-4343-AE9D-C9BF94123D24}" destId="{847EDE4E-9D60-4659-9111-9FC70F48A675}" srcOrd="0" destOrd="0" presId="urn:microsoft.com/office/officeart/2005/8/layout/bProcess3"/>
    <dgm:cxn modelId="{CA76F0DE-28A4-4559-95EC-9F978BEB5CD7}" type="presOf" srcId="{DFC38E77-BE8C-4AE5-A057-4E10CC7B7FC7}" destId="{FBF71F1E-8D75-46AD-BBDE-5035365951EF}" srcOrd="1" destOrd="0" presId="urn:microsoft.com/office/officeart/2005/8/layout/bProcess3"/>
    <dgm:cxn modelId="{B42787E0-F33F-4676-B7EA-7EAE6EE78075}" type="presOf" srcId="{DFC38E77-BE8C-4AE5-A057-4E10CC7B7FC7}" destId="{E4DA3078-391A-4207-AB7B-FCA6B01EA283}" srcOrd="0" destOrd="0" presId="urn:microsoft.com/office/officeart/2005/8/layout/bProcess3"/>
    <dgm:cxn modelId="{41EAEAE2-4D7C-4265-A034-D4AFC7439533}" type="presOf" srcId="{16D6B3CE-CC63-4343-AE9D-C9BF94123D24}" destId="{31BB43CD-BF77-433D-942E-C5DFEDEE8E33}" srcOrd="1" destOrd="0" presId="urn:microsoft.com/office/officeart/2005/8/layout/bProcess3"/>
    <dgm:cxn modelId="{6B0DC3E8-8C61-49CC-85E1-C24F7A9190FB}" type="presOf" srcId="{C987EC53-8053-468A-ADEE-AD1F17F21AC4}" destId="{889DBD9B-A42E-4EDE-80B2-63061C8690BC}" srcOrd="0" destOrd="0" presId="urn:microsoft.com/office/officeart/2005/8/layout/bProcess3"/>
    <dgm:cxn modelId="{7267C9EB-2BEB-4299-834A-6F94D7B5742F}" type="presOf" srcId="{D1FADBAC-205D-488E-8EDC-F97E9F2057B7}" destId="{911D46C7-7BF3-4F46-A367-26362D7EA918}" srcOrd="1" destOrd="0" presId="urn:microsoft.com/office/officeart/2005/8/layout/bProcess3"/>
    <dgm:cxn modelId="{4D05AEEC-5198-46FC-B741-BBE5C0281256}" srcId="{A3AA74CA-63BE-4193-B83A-1421B67BE728}" destId="{F77C7D02-B4A9-4DBC-9F80-D516859839E6}" srcOrd="2" destOrd="0" parTransId="{2742DDA2-6197-420F-9EAB-40445AC12089}" sibTransId="{00E540A4-9999-4F89-9CF7-283E519DF7E1}"/>
    <dgm:cxn modelId="{0C4ED1ED-0571-472E-9EFD-B9D82697F7F4}" type="presOf" srcId="{1F26D1CC-EC56-40B9-83DD-D5B9DDA85E94}" destId="{700729BA-8FFD-46E6-AEAA-ECFB9BE5D14F}" srcOrd="0" destOrd="0" presId="urn:microsoft.com/office/officeart/2005/8/layout/bProcess3"/>
    <dgm:cxn modelId="{AD493CF9-031E-4DF6-9134-683566E57891}" type="presOf" srcId="{F77C7D02-B4A9-4DBC-9F80-D516859839E6}" destId="{9D2B97C9-E0F0-4002-B744-430924336B17}" srcOrd="0" destOrd="0" presId="urn:microsoft.com/office/officeart/2005/8/layout/bProcess3"/>
    <dgm:cxn modelId="{2C00AAFF-27AB-4C74-A429-A7F8A4561B8D}" srcId="{A3AA74CA-63BE-4193-B83A-1421B67BE728}" destId="{30F28EBE-887A-406A-A3A2-245F62E8CEC7}" srcOrd="10" destOrd="0" parTransId="{5F8C2A53-19B5-49A7-9126-4D36C2D4EA1F}" sibTransId="{D93F2F9E-E6F4-4EDF-ACC5-9063FB30375A}"/>
    <dgm:cxn modelId="{F13950AA-3EC4-4C7C-A589-6C95916D0CD1}" type="presParOf" srcId="{ED4D7A61-407A-41B1-BFA1-D5FAC0EFF6C2}" destId="{ED60C9D7-BE80-48A6-AB50-EF4744157A6E}" srcOrd="0" destOrd="0" presId="urn:microsoft.com/office/officeart/2005/8/layout/bProcess3"/>
    <dgm:cxn modelId="{3164B8F4-6103-4DCF-A6EE-CE6DE3FB0C56}" type="presParOf" srcId="{ED4D7A61-407A-41B1-BFA1-D5FAC0EFF6C2}" destId="{D1106CFF-A3C1-43E0-9CB0-B8FB2222F1BA}" srcOrd="1" destOrd="0" presId="urn:microsoft.com/office/officeart/2005/8/layout/bProcess3"/>
    <dgm:cxn modelId="{467714DF-60D6-49F6-A3D5-70A3EA20ABBF}" type="presParOf" srcId="{D1106CFF-A3C1-43E0-9CB0-B8FB2222F1BA}" destId="{A8CF9FFC-5899-4168-AB35-4011B8EED0F7}" srcOrd="0" destOrd="0" presId="urn:microsoft.com/office/officeart/2005/8/layout/bProcess3"/>
    <dgm:cxn modelId="{888D8AE9-E212-47DC-969B-41DFD2224D2F}" type="presParOf" srcId="{ED4D7A61-407A-41B1-BFA1-D5FAC0EFF6C2}" destId="{29F7DEC4-A2F7-4203-95EE-D317D8DA73D8}" srcOrd="2" destOrd="0" presId="urn:microsoft.com/office/officeart/2005/8/layout/bProcess3"/>
    <dgm:cxn modelId="{B97CEAAE-A835-4EAA-B5BB-3FB04A93A8B4}" type="presParOf" srcId="{ED4D7A61-407A-41B1-BFA1-D5FAC0EFF6C2}" destId="{6A9C45E1-E402-4AB8-9174-3787246FCDC7}" srcOrd="3" destOrd="0" presId="urn:microsoft.com/office/officeart/2005/8/layout/bProcess3"/>
    <dgm:cxn modelId="{E8D04EFB-573C-465F-874A-F5CA5B3FFC2D}" type="presParOf" srcId="{6A9C45E1-E402-4AB8-9174-3787246FCDC7}" destId="{B2C71C77-8B64-4CF9-9190-FBD04D814429}" srcOrd="0" destOrd="0" presId="urn:microsoft.com/office/officeart/2005/8/layout/bProcess3"/>
    <dgm:cxn modelId="{67ECEAEA-54C0-4A3D-8A56-DF6277A76FE4}" type="presParOf" srcId="{ED4D7A61-407A-41B1-BFA1-D5FAC0EFF6C2}" destId="{9D2B97C9-E0F0-4002-B744-430924336B17}" srcOrd="4" destOrd="0" presId="urn:microsoft.com/office/officeart/2005/8/layout/bProcess3"/>
    <dgm:cxn modelId="{B66577DA-BDD6-4559-B257-31029736D5CD}" type="presParOf" srcId="{ED4D7A61-407A-41B1-BFA1-D5FAC0EFF6C2}" destId="{910FACE4-57A2-471C-B15D-86DFB615BD71}" srcOrd="5" destOrd="0" presId="urn:microsoft.com/office/officeart/2005/8/layout/bProcess3"/>
    <dgm:cxn modelId="{C9D75A07-E902-4CAB-8D09-2151355C4844}" type="presParOf" srcId="{910FACE4-57A2-471C-B15D-86DFB615BD71}" destId="{50B7F214-B702-49FA-BC66-4B12264297BB}" srcOrd="0" destOrd="0" presId="urn:microsoft.com/office/officeart/2005/8/layout/bProcess3"/>
    <dgm:cxn modelId="{BED426E5-9CCC-4329-91ED-1F828922454D}" type="presParOf" srcId="{ED4D7A61-407A-41B1-BFA1-D5FAC0EFF6C2}" destId="{98E8E0F3-AF44-4002-B0CF-E50843F5CE77}" srcOrd="6" destOrd="0" presId="urn:microsoft.com/office/officeart/2005/8/layout/bProcess3"/>
    <dgm:cxn modelId="{5DCB5355-54DA-4EE7-A3FB-BD752CD29A47}" type="presParOf" srcId="{ED4D7A61-407A-41B1-BFA1-D5FAC0EFF6C2}" destId="{9AF9DA10-5C20-476C-86FA-40642FDEABFE}" srcOrd="7" destOrd="0" presId="urn:microsoft.com/office/officeart/2005/8/layout/bProcess3"/>
    <dgm:cxn modelId="{A07F5AE8-4DEE-413D-844A-BA313BDC4009}" type="presParOf" srcId="{9AF9DA10-5C20-476C-86FA-40642FDEABFE}" destId="{CD2E0072-EA78-4C0E-9B36-A693FEFD3987}" srcOrd="0" destOrd="0" presId="urn:microsoft.com/office/officeart/2005/8/layout/bProcess3"/>
    <dgm:cxn modelId="{C31FACF0-4D88-4043-9FAC-B1F4A3690A23}" type="presParOf" srcId="{ED4D7A61-407A-41B1-BFA1-D5FAC0EFF6C2}" destId="{36180F0D-5F61-4191-BFD4-D3301573837A}" srcOrd="8" destOrd="0" presId="urn:microsoft.com/office/officeart/2005/8/layout/bProcess3"/>
    <dgm:cxn modelId="{5F93718F-AB79-4E54-AD42-80F9C0668256}" type="presParOf" srcId="{ED4D7A61-407A-41B1-BFA1-D5FAC0EFF6C2}" destId="{E4DA3078-391A-4207-AB7B-FCA6B01EA283}" srcOrd="9" destOrd="0" presId="urn:microsoft.com/office/officeart/2005/8/layout/bProcess3"/>
    <dgm:cxn modelId="{3091A314-A860-41E5-B704-3D73F345347F}" type="presParOf" srcId="{E4DA3078-391A-4207-AB7B-FCA6B01EA283}" destId="{FBF71F1E-8D75-46AD-BBDE-5035365951EF}" srcOrd="0" destOrd="0" presId="urn:microsoft.com/office/officeart/2005/8/layout/bProcess3"/>
    <dgm:cxn modelId="{E4DF5A5D-031A-4579-A61D-26C86BFD544F}" type="presParOf" srcId="{ED4D7A61-407A-41B1-BFA1-D5FAC0EFF6C2}" destId="{853FF76D-E87E-412A-8663-DEFA228564C3}" srcOrd="10" destOrd="0" presId="urn:microsoft.com/office/officeart/2005/8/layout/bProcess3"/>
    <dgm:cxn modelId="{8E5FC9AB-90F3-47E1-8BC2-42F88C90CFD7}" type="presParOf" srcId="{ED4D7A61-407A-41B1-BFA1-D5FAC0EFF6C2}" destId="{700729BA-8FFD-46E6-AEAA-ECFB9BE5D14F}" srcOrd="11" destOrd="0" presId="urn:microsoft.com/office/officeart/2005/8/layout/bProcess3"/>
    <dgm:cxn modelId="{2EAA5A25-815E-409E-8003-A57527E0F150}" type="presParOf" srcId="{700729BA-8FFD-46E6-AEAA-ECFB9BE5D14F}" destId="{27ACC804-D4DB-4B22-B517-FB5AA4119B34}" srcOrd="0" destOrd="0" presId="urn:microsoft.com/office/officeart/2005/8/layout/bProcess3"/>
    <dgm:cxn modelId="{0A03BF36-E834-49C6-BEF2-A0FAB1116474}" type="presParOf" srcId="{ED4D7A61-407A-41B1-BFA1-D5FAC0EFF6C2}" destId="{A85BB8C0-4082-4D4C-877F-9FBB4A76F1E1}" srcOrd="12" destOrd="0" presId="urn:microsoft.com/office/officeart/2005/8/layout/bProcess3"/>
    <dgm:cxn modelId="{C3E808AA-813A-4304-BAA1-7900A71BA629}" type="presParOf" srcId="{ED4D7A61-407A-41B1-BFA1-D5FAC0EFF6C2}" destId="{889DBD9B-A42E-4EDE-80B2-63061C8690BC}" srcOrd="13" destOrd="0" presId="urn:microsoft.com/office/officeart/2005/8/layout/bProcess3"/>
    <dgm:cxn modelId="{C7E5A55D-D63F-4DCE-B4AA-3D1F77DD0B38}" type="presParOf" srcId="{889DBD9B-A42E-4EDE-80B2-63061C8690BC}" destId="{DFBF2231-63E8-426C-ADB9-0CAD8F15830D}" srcOrd="0" destOrd="0" presId="urn:microsoft.com/office/officeart/2005/8/layout/bProcess3"/>
    <dgm:cxn modelId="{C7C853CE-1D15-4E90-88BD-3CAEE286D077}" type="presParOf" srcId="{ED4D7A61-407A-41B1-BFA1-D5FAC0EFF6C2}" destId="{C3BD52AD-8EE0-4F8E-8CFE-11695D1194F8}" srcOrd="14" destOrd="0" presId="urn:microsoft.com/office/officeart/2005/8/layout/bProcess3"/>
    <dgm:cxn modelId="{E25D8B09-67A7-4461-A388-9B4B018C0203}" type="presParOf" srcId="{ED4D7A61-407A-41B1-BFA1-D5FAC0EFF6C2}" destId="{847EDE4E-9D60-4659-9111-9FC70F48A675}" srcOrd="15" destOrd="0" presId="urn:microsoft.com/office/officeart/2005/8/layout/bProcess3"/>
    <dgm:cxn modelId="{D22123EF-DFAD-41DE-A0BD-1E3AE05FCEDB}" type="presParOf" srcId="{847EDE4E-9D60-4659-9111-9FC70F48A675}" destId="{31BB43CD-BF77-433D-942E-C5DFEDEE8E33}" srcOrd="0" destOrd="0" presId="urn:microsoft.com/office/officeart/2005/8/layout/bProcess3"/>
    <dgm:cxn modelId="{71D65B80-DF6B-4152-97A9-94D656170FEF}" type="presParOf" srcId="{ED4D7A61-407A-41B1-BFA1-D5FAC0EFF6C2}" destId="{9DB721E6-339D-4A19-9EBD-1DD3D501546E}" srcOrd="16" destOrd="0" presId="urn:microsoft.com/office/officeart/2005/8/layout/bProcess3"/>
    <dgm:cxn modelId="{4166FD1F-87AA-4667-BF5D-FED486173C31}" type="presParOf" srcId="{ED4D7A61-407A-41B1-BFA1-D5FAC0EFF6C2}" destId="{F5B71FB5-F3E4-42D3-A57B-F00727BFFE45}" srcOrd="17" destOrd="0" presId="urn:microsoft.com/office/officeart/2005/8/layout/bProcess3"/>
    <dgm:cxn modelId="{F1FE6B60-432D-4AD8-A069-954110FB8E42}" type="presParOf" srcId="{F5B71FB5-F3E4-42D3-A57B-F00727BFFE45}" destId="{C5C5B6AA-7EDE-431B-BCA8-7E7787890696}" srcOrd="0" destOrd="0" presId="urn:microsoft.com/office/officeart/2005/8/layout/bProcess3"/>
    <dgm:cxn modelId="{77E1C865-E74F-461C-828D-17CFA3FD5390}" type="presParOf" srcId="{ED4D7A61-407A-41B1-BFA1-D5FAC0EFF6C2}" destId="{3FA29B1C-AF48-4FBE-853F-C62A37AC1E6B}" srcOrd="18" destOrd="0" presId="urn:microsoft.com/office/officeart/2005/8/layout/bProcess3"/>
    <dgm:cxn modelId="{48E4F99A-DFA5-4901-A6B3-4ACEEDBF18D0}" type="presParOf" srcId="{ED4D7A61-407A-41B1-BFA1-D5FAC0EFF6C2}" destId="{497DEBC4-FA88-4FEC-807C-140FEDA7B080}" srcOrd="19" destOrd="0" presId="urn:microsoft.com/office/officeart/2005/8/layout/bProcess3"/>
    <dgm:cxn modelId="{CE0DAD50-5CD0-4D2F-86AA-15C9093EF6E9}" type="presParOf" srcId="{497DEBC4-FA88-4FEC-807C-140FEDA7B080}" destId="{37577943-5F3D-44CF-85A7-763D25011185}" srcOrd="0" destOrd="0" presId="urn:microsoft.com/office/officeart/2005/8/layout/bProcess3"/>
    <dgm:cxn modelId="{A769F74E-1E44-406A-989D-753B3CC25C34}" type="presParOf" srcId="{ED4D7A61-407A-41B1-BFA1-D5FAC0EFF6C2}" destId="{9E119879-D667-42DA-9868-0D9A8EE8CDF2}" srcOrd="20" destOrd="0" presId="urn:microsoft.com/office/officeart/2005/8/layout/bProcess3"/>
    <dgm:cxn modelId="{9B401EF2-1CC5-4B63-A096-DE03773511CA}" type="presParOf" srcId="{ED4D7A61-407A-41B1-BFA1-D5FAC0EFF6C2}" destId="{D218F9A5-7FDC-43FD-9058-D35862858F05}" srcOrd="21" destOrd="0" presId="urn:microsoft.com/office/officeart/2005/8/layout/bProcess3"/>
    <dgm:cxn modelId="{99339D9B-18AE-4049-8857-93473403214A}" type="presParOf" srcId="{D218F9A5-7FDC-43FD-9058-D35862858F05}" destId="{2E9CEE65-10BC-42E5-8281-CD71EC6A786A}" srcOrd="0" destOrd="0" presId="urn:microsoft.com/office/officeart/2005/8/layout/bProcess3"/>
    <dgm:cxn modelId="{43D4418B-F1DC-43BE-8A5E-B0B7F863E9FB}" type="presParOf" srcId="{ED4D7A61-407A-41B1-BFA1-D5FAC0EFF6C2}" destId="{1E22E002-0FB2-4674-B9C9-A8B56EEF135A}" srcOrd="22" destOrd="0" presId="urn:microsoft.com/office/officeart/2005/8/layout/bProcess3"/>
    <dgm:cxn modelId="{FE46BF2F-64AD-401C-A7F2-A19366A60419}" type="presParOf" srcId="{ED4D7A61-407A-41B1-BFA1-D5FAC0EFF6C2}" destId="{E5B12EDF-3B18-4759-99A8-3CE282633E1E}" srcOrd="23" destOrd="0" presId="urn:microsoft.com/office/officeart/2005/8/layout/bProcess3"/>
    <dgm:cxn modelId="{6042766D-7AF2-49AD-9E62-4B14ECE8CDF6}" type="presParOf" srcId="{E5B12EDF-3B18-4759-99A8-3CE282633E1E}" destId="{911D46C7-7BF3-4F46-A367-26362D7EA918}" srcOrd="0" destOrd="0" presId="urn:microsoft.com/office/officeart/2005/8/layout/bProcess3"/>
    <dgm:cxn modelId="{DB34F082-8675-4E2D-BCF7-7463CBDACD6D}" type="presParOf" srcId="{ED4D7A61-407A-41B1-BFA1-D5FAC0EFF6C2}" destId="{FEF7EDC8-DFA3-4392-9ECA-0CAC495A9B03}" srcOrd="24" destOrd="0" presId="urn:microsoft.com/office/officeart/2005/8/layout/bProcess3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4C999571-86CB-43E0-B324-BD2D4B49DC32}" type="doc">
      <dgm:prSet loTypeId="urn:microsoft.com/office/officeart/2005/8/layout/cycle5" loCatId="cycle" qsTypeId="urn:microsoft.com/office/officeart/2005/8/quickstyle/simple4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42AD685-A39A-4A57-BC9B-AF69751AF7CF}">
      <dgm:prSet phldrT="[Text]" phldr="0"/>
      <dgm:spPr/>
      <dgm:t>
        <a:bodyPr/>
        <a:lstStyle/>
        <a:p>
          <a:r>
            <a:rPr lang="en-US" err="1">
              <a:latin typeface="Inter Bold"/>
            </a:rPr>
            <a:t>Probleem</a:t>
          </a:r>
          <a:endParaRPr lang="en-US" err="1"/>
        </a:p>
      </dgm:t>
    </dgm:pt>
    <dgm:pt modelId="{2FE92B13-71F5-40F9-B674-538ECFC42E35}" type="parTrans" cxnId="{98CFE8F6-D6E4-4543-9405-AA4670143028}">
      <dgm:prSet/>
      <dgm:spPr/>
      <dgm:t>
        <a:bodyPr/>
        <a:lstStyle/>
        <a:p>
          <a:endParaRPr lang="en-US"/>
        </a:p>
      </dgm:t>
    </dgm:pt>
    <dgm:pt modelId="{FAECBAB3-F36B-4175-9995-2001802508D2}" type="sibTrans" cxnId="{98CFE8F6-D6E4-4543-9405-AA4670143028}">
      <dgm:prSet/>
      <dgm:spPr/>
      <dgm:t>
        <a:bodyPr/>
        <a:lstStyle/>
        <a:p>
          <a:endParaRPr lang="en-US"/>
        </a:p>
      </dgm:t>
    </dgm:pt>
    <dgm:pt modelId="{7F5BEB9E-1E7A-4B27-83EE-142E55B44D13}">
      <dgm:prSet phldrT="[Text]" phldr="0"/>
      <dgm:spPr/>
      <dgm:t>
        <a:bodyPr/>
        <a:lstStyle/>
        <a:p>
          <a:r>
            <a:rPr lang="en-US" err="1">
              <a:latin typeface="Inter Bold"/>
            </a:rPr>
            <a:t>Plaan</a:t>
          </a:r>
          <a:endParaRPr lang="en-US" err="1"/>
        </a:p>
      </dgm:t>
    </dgm:pt>
    <dgm:pt modelId="{EA0C9870-01E8-4752-94A7-D9D181AE2541}" type="parTrans" cxnId="{EFEB219D-DB0A-487A-B198-165B58BFDABA}">
      <dgm:prSet/>
      <dgm:spPr/>
      <dgm:t>
        <a:bodyPr/>
        <a:lstStyle/>
        <a:p>
          <a:endParaRPr lang="en-US"/>
        </a:p>
      </dgm:t>
    </dgm:pt>
    <dgm:pt modelId="{4F22A50A-AA89-4CF5-AB7A-51EFFF76DB09}" type="sibTrans" cxnId="{EFEB219D-DB0A-487A-B198-165B58BFDABA}">
      <dgm:prSet/>
      <dgm:spPr/>
      <dgm:t>
        <a:bodyPr/>
        <a:lstStyle/>
        <a:p>
          <a:endParaRPr lang="en-US"/>
        </a:p>
      </dgm:t>
    </dgm:pt>
    <dgm:pt modelId="{08872A3C-6B8F-4762-A986-CE16027B68FB}">
      <dgm:prSet phldrT="[Text]" phldr="0"/>
      <dgm:spPr/>
      <dgm:t>
        <a:bodyPr/>
        <a:lstStyle/>
        <a:p>
          <a:r>
            <a:rPr lang="en-US" err="1">
              <a:latin typeface="Inter Bold"/>
            </a:rPr>
            <a:t>Andmestik</a:t>
          </a:r>
          <a:endParaRPr lang="en-US" err="1"/>
        </a:p>
      </dgm:t>
    </dgm:pt>
    <dgm:pt modelId="{1475DAEF-9603-40BC-891A-AE73948A02ED}" type="parTrans" cxnId="{DB287EFE-1283-4E0F-B290-DEAFD8D8E47E}">
      <dgm:prSet/>
      <dgm:spPr/>
      <dgm:t>
        <a:bodyPr/>
        <a:lstStyle/>
        <a:p>
          <a:endParaRPr lang="en-US"/>
        </a:p>
      </dgm:t>
    </dgm:pt>
    <dgm:pt modelId="{1609B134-EE64-4D11-B871-D28900DC38CD}" type="sibTrans" cxnId="{DB287EFE-1283-4E0F-B290-DEAFD8D8E47E}">
      <dgm:prSet/>
      <dgm:spPr/>
      <dgm:t>
        <a:bodyPr/>
        <a:lstStyle/>
        <a:p>
          <a:endParaRPr lang="en-US"/>
        </a:p>
      </dgm:t>
    </dgm:pt>
    <dgm:pt modelId="{EE1F6F24-995E-4539-ABD2-B7B8C9701C40}">
      <dgm:prSet phldrT="[Text]" phldr="0"/>
      <dgm:spPr/>
      <dgm:t>
        <a:bodyPr/>
        <a:lstStyle/>
        <a:p>
          <a:r>
            <a:rPr lang="en-US" err="1">
              <a:latin typeface="Inter Bold"/>
            </a:rPr>
            <a:t>Analüüs</a:t>
          </a:r>
          <a:endParaRPr lang="en-US" err="1"/>
        </a:p>
      </dgm:t>
    </dgm:pt>
    <dgm:pt modelId="{CC541F81-05E7-40AD-8AA6-8510E0EA146A}" type="parTrans" cxnId="{53C2AD35-6B08-4604-979D-83E12BA06A60}">
      <dgm:prSet/>
      <dgm:spPr/>
      <dgm:t>
        <a:bodyPr/>
        <a:lstStyle/>
        <a:p>
          <a:endParaRPr lang="en-US"/>
        </a:p>
      </dgm:t>
    </dgm:pt>
    <dgm:pt modelId="{58611502-8B27-49E4-A4E0-F6B1E1971335}" type="sibTrans" cxnId="{53C2AD35-6B08-4604-979D-83E12BA06A60}">
      <dgm:prSet/>
      <dgm:spPr/>
      <dgm:t>
        <a:bodyPr/>
        <a:lstStyle/>
        <a:p>
          <a:endParaRPr lang="en-US"/>
        </a:p>
      </dgm:t>
    </dgm:pt>
    <dgm:pt modelId="{17052CEA-E84B-44EF-8489-F491835361A9}">
      <dgm:prSet phldrT="[Text]" phldr="0"/>
      <dgm:spPr/>
      <dgm:t>
        <a:bodyPr/>
        <a:lstStyle/>
        <a:p>
          <a:r>
            <a:rPr lang="en-US" err="1">
              <a:latin typeface="Inter Bold"/>
            </a:rPr>
            <a:t>Järeldus</a:t>
          </a:r>
          <a:endParaRPr lang="en-US" err="1"/>
        </a:p>
      </dgm:t>
    </dgm:pt>
    <dgm:pt modelId="{E8703952-66E4-49F4-90AC-D3878D42C08C}" type="parTrans" cxnId="{D30A3AFA-4ED9-415A-BCF3-6372768CABCC}">
      <dgm:prSet/>
      <dgm:spPr/>
      <dgm:t>
        <a:bodyPr/>
        <a:lstStyle/>
        <a:p>
          <a:endParaRPr lang="en-US"/>
        </a:p>
      </dgm:t>
    </dgm:pt>
    <dgm:pt modelId="{87FAC5F9-89FD-4D99-9C9C-3E4BF76D0E1A}" type="sibTrans" cxnId="{D30A3AFA-4ED9-415A-BCF3-6372768CABCC}">
      <dgm:prSet/>
      <dgm:spPr/>
      <dgm:t>
        <a:bodyPr/>
        <a:lstStyle/>
        <a:p>
          <a:endParaRPr lang="en-US"/>
        </a:p>
      </dgm:t>
    </dgm:pt>
    <dgm:pt modelId="{CA460586-97DD-4685-AF9F-F1993B35B217}" type="pres">
      <dgm:prSet presAssocID="{4C999571-86CB-43E0-B324-BD2D4B49DC32}" presName="cycle" presStyleCnt="0">
        <dgm:presLayoutVars>
          <dgm:dir/>
          <dgm:resizeHandles val="exact"/>
        </dgm:presLayoutVars>
      </dgm:prSet>
      <dgm:spPr/>
    </dgm:pt>
    <dgm:pt modelId="{34C107B2-5787-4840-BBF4-233C7DD57AAD}" type="pres">
      <dgm:prSet presAssocID="{142AD685-A39A-4A57-BC9B-AF69751AF7CF}" presName="node" presStyleLbl="node1" presStyleIdx="0" presStyleCnt="5">
        <dgm:presLayoutVars>
          <dgm:bulletEnabled val="1"/>
        </dgm:presLayoutVars>
      </dgm:prSet>
      <dgm:spPr/>
    </dgm:pt>
    <dgm:pt modelId="{50CAE700-2895-49F5-84D7-4E55342FFCE1}" type="pres">
      <dgm:prSet presAssocID="{142AD685-A39A-4A57-BC9B-AF69751AF7CF}" presName="spNode" presStyleCnt="0"/>
      <dgm:spPr/>
    </dgm:pt>
    <dgm:pt modelId="{98EB3BEA-43AA-488B-A7BC-7C768CA755EA}" type="pres">
      <dgm:prSet presAssocID="{FAECBAB3-F36B-4175-9995-2001802508D2}" presName="sibTrans" presStyleLbl="sibTrans1D1" presStyleIdx="0" presStyleCnt="5"/>
      <dgm:spPr/>
    </dgm:pt>
    <dgm:pt modelId="{F2B48601-8948-47BE-AF31-B015471CFF94}" type="pres">
      <dgm:prSet presAssocID="{7F5BEB9E-1E7A-4B27-83EE-142E55B44D13}" presName="node" presStyleLbl="node1" presStyleIdx="1" presStyleCnt="5">
        <dgm:presLayoutVars>
          <dgm:bulletEnabled val="1"/>
        </dgm:presLayoutVars>
      </dgm:prSet>
      <dgm:spPr/>
    </dgm:pt>
    <dgm:pt modelId="{712CD450-10F4-410B-82F3-09447B199878}" type="pres">
      <dgm:prSet presAssocID="{7F5BEB9E-1E7A-4B27-83EE-142E55B44D13}" presName="spNode" presStyleCnt="0"/>
      <dgm:spPr/>
    </dgm:pt>
    <dgm:pt modelId="{E66B220E-19C4-4748-B35C-6CF455843AE6}" type="pres">
      <dgm:prSet presAssocID="{4F22A50A-AA89-4CF5-AB7A-51EFFF76DB09}" presName="sibTrans" presStyleLbl="sibTrans1D1" presStyleIdx="1" presStyleCnt="5"/>
      <dgm:spPr/>
    </dgm:pt>
    <dgm:pt modelId="{37243C70-3AF7-4B35-BB82-D4EC35A50635}" type="pres">
      <dgm:prSet presAssocID="{08872A3C-6B8F-4762-A986-CE16027B68FB}" presName="node" presStyleLbl="node1" presStyleIdx="2" presStyleCnt="5">
        <dgm:presLayoutVars>
          <dgm:bulletEnabled val="1"/>
        </dgm:presLayoutVars>
      </dgm:prSet>
      <dgm:spPr/>
    </dgm:pt>
    <dgm:pt modelId="{3011768E-0532-4CC2-8459-AD64F13F2A8C}" type="pres">
      <dgm:prSet presAssocID="{08872A3C-6B8F-4762-A986-CE16027B68FB}" presName="spNode" presStyleCnt="0"/>
      <dgm:spPr/>
    </dgm:pt>
    <dgm:pt modelId="{255611EB-B9EF-430C-ACF0-4C4882877B0A}" type="pres">
      <dgm:prSet presAssocID="{1609B134-EE64-4D11-B871-D28900DC38CD}" presName="sibTrans" presStyleLbl="sibTrans1D1" presStyleIdx="2" presStyleCnt="5"/>
      <dgm:spPr/>
    </dgm:pt>
    <dgm:pt modelId="{7E66D119-BA7B-4812-BE4A-B8B882937834}" type="pres">
      <dgm:prSet presAssocID="{EE1F6F24-995E-4539-ABD2-B7B8C9701C40}" presName="node" presStyleLbl="node1" presStyleIdx="3" presStyleCnt="5">
        <dgm:presLayoutVars>
          <dgm:bulletEnabled val="1"/>
        </dgm:presLayoutVars>
      </dgm:prSet>
      <dgm:spPr/>
    </dgm:pt>
    <dgm:pt modelId="{0B9BB58E-1EAB-4F20-9B63-F90E4C30C084}" type="pres">
      <dgm:prSet presAssocID="{EE1F6F24-995E-4539-ABD2-B7B8C9701C40}" presName="spNode" presStyleCnt="0"/>
      <dgm:spPr/>
    </dgm:pt>
    <dgm:pt modelId="{63BDC7DD-7B02-484F-B7BC-A67D6BAA61C1}" type="pres">
      <dgm:prSet presAssocID="{58611502-8B27-49E4-A4E0-F6B1E1971335}" presName="sibTrans" presStyleLbl="sibTrans1D1" presStyleIdx="3" presStyleCnt="5"/>
      <dgm:spPr/>
    </dgm:pt>
    <dgm:pt modelId="{9145234F-F162-4AE8-961D-E2A0717FC26F}" type="pres">
      <dgm:prSet presAssocID="{17052CEA-E84B-44EF-8489-F491835361A9}" presName="node" presStyleLbl="node1" presStyleIdx="4" presStyleCnt="5">
        <dgm:presLayoutVars>
          <dgm:bulletEnabled val="1"/>
        </dgm:presLayoutVars>
      </dgm:prSet>
      <dgm:spPr/>
    </dgm:pt>
    <dgm:pt modelId="{A975B13F-DD42-4384-81C1-18E6D1EC1A06}" type="pres">
      <dgm:prSet presAssocID="{17052CEA-E84B-44EF-8489-F491835361A9}" presName="spNode" presStyleCnt="0"/>
      <dgm:spPr/>
    </dgm:pt>
    <dgm:pt modelId="{9BB04972-6BF0-4267-88B0-B5ACF8BD8467}" type="pres">
      <dgm:prSet presAssocID="{87FAC5F9-89FD-4D99-9C9C-3E4BF76D0E1A}" presName="sibTrans" presStyleLbl="sibTrans1D1" presStyleIdx="4" presStyleCnt="5"/>
      <dgm:spPr/>
    </dgm:pt>
  </dgm:ptLst>
  <dgm:cxnLst>
    <dgm:cxn modelId="{0C526829-F394-4CDE-86AE-13CB6CBB8143}" type="presOf" srcId="{142AD685-A39A-4A57-BC9B-AF69751AF7CF}" destId="{34C107B2-5787-4840-BBF4-233C7DD57AAD}" srcOrd="0" destOrd="0" presId="urn:microsoft.com/office/officeart/2005/8/layout/cycle5"/>
    <dgm:cxn modelId="{53C2AD35-6B08-4604-979D-83E12BA06A60}" srcId="{4C999571-86CB-43E0-B324-BD2D4B49DC32}" destId="{EE1F6F24-995E-4539-ABD2-B7B8C9701C40}" srcOrd="3" destOrd="0" parTransId="{CC541F81-05E7-40AD-8AA6-8510E0EA146A}" sibTransId="{58611502-8B27-49E4-A4E0-F6B1E1971335}"/>
    <dgm:cxn modelId="{1B30845E-4211-41A9-B7A7-57217637D5E3}" type="presOf" srcId="{08872A3C-6B8F-4762-A986-CE16027B68FB}" destId="{37243C70-3AF7-4B35-BB82-D4EC35A50635}" srcOrd="0" destOrd="0" presId="urn:microsoft.com/office/officeart/2005/8/layout/cycle5"/>
    <dgm:cxn modelId="{C96D6163-7B50-45B7-B289-6CFB24A10BDA}" type="presOf" srcId="{FAECBAB3-F36B-4175-9995-2001802508D2}" destId="{98EB3BEA-43AA-488B-A7BC-7C768CA755EA}" srcOrd="0" destOrd="0" presId="urn:microsoft.com/office/officeart/2005/8/layout/cycle5"/>
    <dgm:cxn modelId="{E20DA24A-C4CB-4C4D-A553-BE1465C2DE51}" type="presOf" srcId="{87FAC5F9-89FD-4D99-9C9C-3E4BF76D0E1A}" destId="{9BB04972-6BF0-4267-88B0-B5ACF8BD8467}" srcOrd="0" destOrd="0" presId="urn:microsoft.com/office/officeart/2005/8/layout/cycle5"/>
    <dgm:cxn modelId="{E5533494-F32A-46D2-9B0F-BE806CA02AA1}" type="presOf" srcId="{4F22A50A-AA89-4CF5-AB7A-51EFFF76DB09}" destId="{E66B220E-19C4-4748-B35C-6CF455843AE6}" srcOrd="0" destOrd="0" presId="urn:microsoft.com/office/officeart/2005/8/layout/cycle5"/>
    <dgm:cxn modelId="{EFEB219D-DB0A-487A-B198-165B58BFDABA}" srcId="{4C999571-86CB-43E0-B324-BD2D4B49DC32}" destId="{7F5BEB9E-1E7A-4B27-83EE-142E55B44D13}" srcOrd="1" destOrd="0" parTransId="{EA0C9870-01E8-4752-94A7-D9D181AE2541}" sibTransId="{4F22A50A-AA89-4CF5-AB7A-51EFFF76DB09}"/>
    <dgm:cxn modelId="{8B8B20AA-10D8-461A-A13A-F95DD608E81A}" type="presOf" srcId="{7F5BEB9E-1E7A-4B27-83EE-142E55B44D13}" destId="{F2B48601-8948-47BE-AF31-B015471CFF94}" srcOrd="0" destOrd="0" presId="urn:microsoft.com/office/officeart/2005/8/layout/cycle5"/>
    <dgm:cxn modelId="{4A32C4C3-CC3E-4E2F-B260-A0226D24424A}" type="presOf" srcId="{58611502-8B27-49E4-A4E0-F6B1E1971335}" destId="{63BDC7DD-7B02-484F-B7BC-A67D6BAA61C1}" srcOrd="0" destOrd="0" presId="urn:microsoft.com/office/officeart/2005/8/layout/cycle5"/>
    <dgm:cxn modelId="{103CADCF-000C-4768-BFC2-FD812AF2F8E4}" type="presOf" srcId="{EE1F6F24-995E-4539-ABD2-B7B8C9701C40}" destId="{7E66D119-BA7B-4812-BE4A-B8B882937834}" srcOrd="0" destOrd="0" presId="urn:microsoft.com/office/officeart/2005/8/layout/cycle5"/>
    <dgm:cxn modelId="{9AFCA6E5-172D-4D42-A554-9BA25AC6AE2F}" type="presOf" srcId="{4C999571-86CB-43E0-B324-BD2D4B49DC32}" destId="{CA460586-97DD-4685-AF9F-F1993B35B217}" srcOrd="0" destOrd="0" presId="urn:microsoft.com/office/officeart/2005/8/layout/cycle5"/>
    <dgm:cxn modelId="{A0071AEB-D26A-430C-8A79-8024338E774E}" type="presOf" srcId="{1609B134-EE64-4D11-B871-D28900DC38CD}" destId="{255611EB-B9EF-430C-ACF0-4C4882877B0A}" srcOrd="0" destOrd="0" presId="urn:microsoft.com/office/officeart/2005/8/layout/cycle5"/>
    <dgm:cxn modelId="{EBF925F5-A973-4E3B-885C-D52E5488D835}" type="presOf" srcId="{17052CEA-E84B-44EF-8489-F491835361A9}" destId="{9145234F-F162-4AE8-961D-E2A0717FC26F}" srcOrd="0" destOrd="0" presId="urn:microsoft.com/office/officeart/2005/8/layout/cycle5"/>
    <dgm:cxn modelId="{98CFE8F6-D6E4-4543-9405-AA4670143028}" srcId="{4C999571-86CB-43E0-B324-BD2D4B49DC32}" destId="{142AD685-A39A-4A57-BC9B-AF69751AF7CF}" srcOrd="0" destOrd="0" parTransId="{2FE92B13-71F5-40F9-B674-538ECFC42E35}" sibTransId="{FAECBAB3-F36B-4175-9995-2001802508D2}"/>
    <dgm:cxn modelId="{D30A3AFA-4ED9-415A-BCF3-6372768CABCC}" srcId="{4C999571-86CB-43E0-B324-BD2D4B49DC32}" destId="{17052CEA-E84B-44EF-8489-F491835361A9}" srcOrd="4" destOrd="0" parTransId="{E8703952-66E4-49F4-90AC-D3878D42C08C}" sibTransId="{87FAC5F9-89FD-4D99-9C9C-3E4BF76D0E1A}"/>
    <dgm:cxn modelId="{DB287EFE-1283-4E0F-B290-DEAFD8D8E47E}" srcId="{4C999571-86CB-43E0-B324-BD2D4B49DC32}" destId="{08872A3C-6B8F-4762-A986-CE16027B68FB}" srcOrd="2" destOrd="0" parTransId="{1475DAEF-9603-40BC-891A-AE73948A02ED}" sibTransId="{1609B134-EE64-4D11-B871-D28900DC38CD}"/>
    <dgm:cxn modelId="{43AC8045-76FA-42C8-BC79-1EAD31A7ACA8}" type="presParOf" srcId="{CA460586-97DD-4685-AF9F-F1993B35B217}" destId="{34C107B2-5787-4840-BBF4-233C7DD57AAD}" srcOrd="0" destOrd="0" presId="urn:microsoft.com/office/officeart/2005/8/layout/cycle5"/>
    <dgm:cxn modelId="{644B0AA5-BA14-4C09-B041-8DECA7989C64}" type="presParOf" srcId="{CA460586-97DD-4685-AF9F-F1993B35B217}" destId="{50CAE700-2895-49F5-84D7-4E55342FFCE1}" srcOrd="1" destOrd="0" presId="urn:microsoft.com/office/officeart/2005/8/layout/cycle5"/>
    <dgm:cxn modelId="{FB2B893B-AAB4-4764-8DF9-D27E879C2C7F}" type="presParOf" srcId="{CA460586-97DD-4685-AF9F-F1993B35B217}" destId="{98EB3BEA-43AA-488B-A7BC-7C768CA755EA}" srcOrd="2" destOrd="0" presId="urn:microsoft.com/office/officeart/2005/8/layout/cycle5"/>
    <dgm:cxn modelId="{C8EDB530-A110-4067-AB4E-B36FDC3A9626}" type="presParOf" srcId="{CA460586-97DD-4685-AF9F-F1993B35B217}" destId="{F2B48601-8948-47BE-AF31-B015471CFF94}" srcOrd="3" destOrd="0" presId="urn:microsoft.com/office/officeart/2005/8/layout/cycle5"/>
    <dgm:cxn modelId="{D63FA74B-7B74-4223-802E-73AEE8B6FF54}" type="presParOf" srcId="{CA460586-97DD-4685-AF9F-F1993B35B217}" destId="{712CD450-10F4-410B-82F3-09447B199878}" srcOrd="4" destOrd="0" presId="urn:microsoft.com/office/officeart/2005/8/layout/cycle5"/>
    <dgm:cxn modelId="{DA686BD6-636C-474E-B0D4-F246B8E62DAC}" type="presParOf" srcId="{CA460586-97DD-4685-AF9F-F1993B35B217}" destId="{E66B220E-19C4-4748-B35C-6CF455843AE6}" srcOrd="5" destOrd="0" presId="urn:microsoft.com/office/officeart/2005/8/layout/cycle5"/>
    <dgm:cxn modelId="{B879FB9F-AEF3-494F-80B5-F73E38EC3F34}" type="presParOf" srcId="{CA460586-97DD-4685-AF9F-F1993B35B217}" destId="{37243C70-3AF7-4B35-BB82-D4EC35A50635}" srcOrd="6" destOrd="0" presId="urn:microsoft.com/office/officeart/2005/8/layout/cycle5"/>
    <dgm:cxn modelId="{8CA7C722-1F2A-4544-A753-29253281EE92}" type="presParOf" srcId="{CA460586-97DD-4685-AF9F-F1993B35B217}" destId="{3011768E-0532-4CC2-8459-AD64F13F2A8C}" srcOrd="7" destOrd="0" presId="urn:microsoft.com/office/officeart/2005/8/layout/cycle5"/>
    <dgm:cxn modelId="{24FA5012-A919-49CB-9152-F9BFF24C60D4}" type="presParOf" srcId="{CA460586-97DD-4685-AF9F-F1993B35B217}" destId="{255611EB-B9EF-430C-ACF0-4C4882877B0A}" srcOrd="8" destOrd="0" presId="urn:microsoft.com/office/officeart/2005/8/layout/cycle5"/>
    <dgm:cxn modelId="{5A5C57DA-2EDA-4D1D-866B-2B34D10F4FBF}" type="presParOf" srcId="{CA460586-97DD-4685-AF9F-F1993B35B217}" destId="{7E66D119-BA7B-4812-BE4A-B8B882937834}" srcOrd="9" destOrd="0" presId="urn:microsoft.com/office/officeart/2005/8/layout/cycle5"/>
    <dgm:cxn modelId="{55164647-D68B-40D3-A6CE-724746F1A7C3}" type="presParOf" srcId="{CA460586-97DD-4685-AF9F-F1993B35B217}" destId="{0B9BB58E-1EAB-4F20-9B63-F90E4C30C084}" srcOrd="10" destOrd="0" presId="urn:microsoft.com/office/officeart/2005/8/layout/cycle5"/>
    <dgm:cxn modelId="{9FBB4FAE-5E5A-4ADB-ADE4-D7F62F7443CE}" type="presParOf" srcId="{CA460586-97DD-4685-AF9F-F1993B35B217}" destId="{63BDC7DD-7B02-484F-B7BC-A67D6BAA61C1}" srcOrd="11" destOrd="0" presId="urn:microsoft.com/office/officeart/2005/8/layout/cycle5"/>
    <dgm:cxn modelId="{D353D06D-0734-4902-80FC-432F900790C7}" type="presParOf" srcId="{CA460586-97DD-4685-AF9F-F1993B35B217}" destId="{9145234F-F162-4AE8-961D-E2A0717FC26F}" srcOrd="12" destOrd="0" presId="urn:microsoft.com/office/officeart/2005/8/layout/cycle5"/>
    <dgm:cxn modelId="{E539B6CD-E61E-40BA-909F-EED5437B8F1D}" type="presParOf" srcId="{CA460586-97DD-4685-AF9F-F1993B35B217}" destId="{A975B13F-DD42-4384-81C1-18E6D1EC1A06}" srcOrd="13" destOrd="0" presId="urn:microsoft.com/office/officeart/2005/8/layout/cycle5"/>
    <dgm:cxn modelId="{1AC8D555-F5EC-46BA-99F9-B05806DD819F}" type="presParOf" srcId="{CA460586-97DD-4685-AF9F-F1993B35B217}" destId="{9BB04972-6BF0-4267-88B0-B5ACF8BD8467}" srcOrd="14" destOrd="0" presId="urn:microsoft.com/office/officeart/2005/8/layout/cycle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4C999571-86CB-43E0-B324-BD2D4B49DC32}" type="doc">
      <dgm:prSet loTypeId="urn:microsoft.com/office/officeart/2005/8/layout/cycle5" loCatId="cycle" qsTypeId="urn:microsoft.com/office/officeart/2005/8/quickstyle/simple4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42AD685-A39A-4A57-BC9B-AF69751AF7CF}">
      <dgm:prSet phldrT="[Text]" phldr="0"/>
      <dgm:spPr/>
      <dgm:t>
        <a:bodyPr/>
        <a:lstStyle/>
        <a:p>
          <a:r>
            <a:rPr lang="en-US" err="1">
              <a:latin typeface="Inter Bold"/>
            </a:rPr>
            <a:t>Probleem</a:t>
          </a:r>
          <a:endParaRPr lang="en-US" err="1"/>
        </a:p>
      </dgm:t>
    </dgm:pt>
    <dgm:pt modelId="{2FE92B13-71F5-40F9-B674-538ECFC42E35}" type="parTrans" cxnId="{98CFE8F6-D6E4-4543-9405-AA4670143028}">
      <dgm:prSet/>
      <dgm:spPr/>
      <dgm:t>
        <a:bodyPr/>
        <a:lstStyle/>
        <a:p>
          <a:endParaRPr lang="en-US"/>
        </a:p>
      </dgm:t>
    </dgm:pt>
    <dgm:pt modelId="{FAECBAB3-F36B-4175-9995-2001802508D2}" type="sibTrans" cxnId="{98CFE8F6-D6E4-4543-9405-AA4670143028}">
      <dgm:prSet/>
      <dgm:spPr/>
      <dgm:t>
        <a:bodyPr/>
        <a:lstStyle/>
        <a:p>
          <a:endParaRPr lang="en-US"/>
        </a:p>
      </dgm:t>
    </dgm:pt>
    <dgm:pt modelId="{7F5BEB9E-1E7A-4B27-83EE-142E55B44D13}">
      <dgm:prSet phldrT="[Text]" phldr="0"/>
      <dgm:spPr/>
      <dgm:t>
        <a:bodyPr/>
        <a:lstStyle/>
        <a:p>
          <a:r>
            <a:rPr lang="en-US" err="1">
              <a:latin typeface="Inter Bold"/>
            </a:rPr>
            <a:t>Plaan</a:t>
          </a:r>
          <a:endParaRPr lang="en-US" err="1"/>
        </a:p>
      </dgm:t>
    </dgm:pt>
    <dgm:pt modelId="{EA0C9870-01E8-4752-94A7-D9D181AE2541}" type="parTrans" cxnId="{EFEB219D-DB0A-487A-B198-165B58BFDABA}">
      <dgm:prSet/>
      <dgm:spPr/>
      <dgm:t>
        <a:bodyPr/>
        <a:lstStyle/>
        <a:p>
          <a:endParaRPr lang="en-US"/>
        </a:p>
      </dgm:t>
    </dgm:pt>
    <dgm:pt modelId="{4F22A50A-AA89-4CF5-AB7A-51EFFF76DB09}" type="sibTrans" cxnId="{EFEB219D-DB0A-487A-B198-165B58BFDABA}">
      <dgm:prSet/>
      <dgm:spPr/>
      <dgm:t>
        <a:bodyPr/>
        <a:lstStyle/>
        <a:p>
          <a:endParaRPr lang="en-US"/>
        </a:p>
      </dgm:t>
    </dgm:pt>
    <dgm:pt modelId="{08872A3C-6B8F-4762-A986-CE16027B68FB}">
      <dgm:prSet phldrT="[Text]" phldr="0"/>
      <dgm:spPr/>
      <dgm:t>
        <a:bodyPr/>
        <a:lstStyle/>
        <a:p>
          <a:r>
            <a:rPr lang="en-US" err="1">
              <a:latin typeface="Inter Bold"/>
            </a:rPr>
            <a:t>Andmestik</a:t>
          </a:r>
          <a:endParaRPr lang="en-US" err="1"/>
        </a:p>
      </dgm:t>
    </dgm:pt>
    <dgm:pt modelId="{1475DAEF-9603-40BC-891A-AE73948A02ED}" type="parTrans" cxnId="{DB287EFE-1283-4E0F-B290-DEAFD8D8E47E}">
      <dgm:prSet/>
      <dgm:spPr/>
      <dgm:t>
        <a:bodyPr/>
        <a:lstStyle/>
        <a:p>
          <a:endParaRPr lang="en-US"/>
        </a:p>
      </dgm:t>
    </dgm:pt>
    <dgm:pt modelId="{1609B134-EE64-4D11-B871-D28900DC38CD}" type="sibTrans" cxnId="{DB287EFE-1283-4E0F-B290-DEAFD8D8E47E}">
      <dgm:prSet/>
      <dgm:spPr/>
      <dgm:t>
        <a:bodyPr/>
        <a:lstStyle/>
        <a:p>
          <a:endParaRPr lang="en-US"/>
        </a:p>
      </dgm:t>
    </dgm:pt>
    <dgm:pt modelId="{EE1F6F24-995E-4539-ABD2-B7B8C9701C40}">
      <dgm:prSet phldrT="[Text]" phldr="0"/>
      <dgm:spPr/>
      <dgm:t>
        <a:bodyPr/>
        <a:lstStyle/>
        <a:p>
          <a:r>
            <a:rPr lang="en-US" err="1">
              <a:latin typeface="Inter Bold"/>
            </a:rPr>
            <a:t>Analüüs</a:t>
          </a:r>
          <a:endParaRPr lang="en-US" err="1"/>
        </a:p>
      </dgm:t>
    </dgm:pt>
    <dgm:pt modelId="{CC541F81-05E7-40AD-8AA6-8510E0EA146A}" type="parTrans" cxnId="{53C2AD35-6B08-4604-979D-83E12BA06A60}">
      <dgm:prSet/>
      <dgm:spPr/>
      <dgm:t>
        <a:bodyPr/>
        <a:lstStyle/>
        <a:p>
          <a:endParaRPr lang="en-US"/>
        </a:p>
      </dgm:t>
    </dgm:pt>
    <dgm:pt modelId="{58611502-8B27-49E4-A4E0-F6B1E1971335}" type="sibTrans" cxnId="{53C2AD35-6B08-4604-979D-83E12BA06A60}">
      <dgm:prSet/>
      <dgm:spPr/>
      <dgm:t>
        <a:bodyPr/>
        <a:lstStyle/>
        <a:p>
          <a:endParaRPr lang="en-US"/>
        </a:p>
      </dgm:t>
    </dgm:pt>
    <dgm:pt modelId="{17052CEA-E84B-44EF-8489-F491835361A9}">
      <dgm:prSet phldrT="[Text]" phldr="0"/>
      <dgm:spPr/>
      <dgm:t>
        <a:bodyPr/>
        <a:lstStyle/>
        <a:p>
          <a:r>
            <a:rPr lang="en-US" err="1">
              <a:latin typeface="Inter Bold"/>
            </a:rPr>
            <a:t>Järeldus</a:t>
          </a:r>
          <a:endParaRPr lang="en-US" err="1"/>
        </a:p>
      </dgm:t>
    </dgm:pt>
    <dgm:pt modelId="{E8703952-66E4-49F4-90AC-D3878D42C08C}" type="parTrans" cxnId="{D30A3AFA-4ED9-415A-BCF3-6372768CABCC}">
      <dgm:prSet/>
      <dgm:spPr/>
      <dgm:t>
        <a:bodyPr/>
        <a:lstStyle/>
        <a:p>
          <a:endParaRPr lang="en-US"/>
        </a:p>
      </dgm:t>
    </dgm:pt>
    <dgm:pt modelId="{87FAC5F9-89FD-4D99-9C9C-3E4BF76D0E1A}" type="sibTrans" cxnId="{D30A3AFA-4ED9-415A-BCF3-6372768CABCC}">
      <dgm:prSet/>
      <dgm:spPr/>
      <dgm:t>
        <a:bodyPr/>
        <a:lstStyle/>
        <a:p>
          <a:endParaRPr lang="en-US"/>
        </a:p>
      </dgm:t>
    </dgm:pt>
    <dgm:pt modelId="{CA460586-97DD-4685-AF9F-F1993B35B217}" type="pres">
      <dgm:prSet presAssocID="{4C999571-86CB-43E0-B324-BD2D4B49DC32}" presName="cycle" presStyleCnt="0">
        <dgm:presLayoutVars>
          <dgm:dir/>
          <dgm:resizeHandles val="exact"/>
        </dgm:presLayoutVars>
      </dgm:prSet>
      <dgm:spPr/>
    </dgm:pt>
    <dgm:pt modelId="{34C107B2-5787-4840-BBF4-233C7DD57AAD}" type="pres">
      <dgm:prSet presAssocID="{142AD685-A39A-4A57-BC9B-AF69751AF7CF}" presName="node" presStyleLbl="node1" presStyleIdx="0" presStyleCnt="5">
        <dgm:presLayoutVars>
          <dgm:bulletEnabled val="1"/>
        </dgm:presLayoutVars>
      </dgm:prSet>
      <dgm:spPr/>
    </dgm:pt>
    <dgm:pt modelId="{50CAE700-2895-49F5-84D7-4E55342FFCE1}" type="pres">
      <dgm:prSet presAssocID="{142AD685-A39A-4A57-BC9B-AF69751AF7CF}" presName="spNode" presStyleCnt="0"/>
      <dgm:spPr/>
    </dgm:pt>
    <dgm:pt modelId="{98EB3BEA-43AA-488B-A7BC-7C768CA755EA}" type="pres">
      <dgm:prSet presAssocID="{FAECBAB3-F36B-4175-9995-2001802508D2}" presName="sibTrans" presStyleLbl="sibTrans1D1" presStyleIdx="0" presStyleCnt="5"/>
      <dgm:spPr/>
    </dgm:pt>
    <dgm:pt modelId="{F2B48601-8948-47BE-AF31-B015471CFF94}" type="pres">
      <dgm:prSet presAssocID="{7F5BEB9E-1E7A-4B27-83EE-142E55B44D13}" presName="node" presStyleLbl="node1" presStyleIdx="1" presStyleCnt="5">
        <dgm:presLayoutVars>
          <dgm:bulletEnabled val="1"/>
        </dgm:presLayoutVars>
      </dgm:prSet>
      <dgm:spPr/>
    </dgm:pt>
    <dgm:pt modelId="{712CD450-10F4-410B-82F3-09447B199878}" type="pres">
      <dgm:prSet presAssocID="{7F5BEB9E-1E7A-4B27-83EE-142E55B44D13}" presName="spNode" presStyleCnt="0"/>
      <dgm:spPr/>
    </dgm:pt>
    <dgm:pt modelId="{E66B220E-19C4-4748-B35C-6CF455843AE6}" type="pres">
      <dgm:prSet presAssocID="{4F22A50A-AA89-4CF5-AB7A-51EFFF76DB09}" presName="sibTrans" presStyleLbl="sibTrans1D1" presStyleIdx="1" presStyleCnt="5"/>
      <dgm:spPr/>
    </dgm:pt>
    <dgm:pt modelId="{37243C70-3AF7-4B35-BB82-D4EC35A50635}" type="pres">
      <dgm:prSet presAssocID="{08872A3C-6B8F-4762-A986-CE16027B68FB}" presName="node" presStyleLbl="node1" presStyleIdx="2" presStyleCnt="5">
        <dgm:presLayoutVars>
          <dgm:bulletEnabled val="1"/>
        </dgm:presLayoutVars>
      </dgm:prSet>
      <dgm:spPr/>
    </dgm:pt>
    <dgm:pt modelId="{3011768E-0532-4CC2-8459-AD64F13F2A8C}" type="pres">
      <dgm:prSet presAssocID="{08872A3C-6B8F-4762-A986-CE16027B68FB}" presName="spNode" presStyleCnt="0"/>
      <dgm:spPr/>
    </dgm:pt>
    <dgm:pt modelId="{255611EB-B9EF-430C-ACF0-4C4882877B0A}" type="pres">
      <dgm:prSet presAssocID="{1609B134-EE64-4D11-B871-D28900DC38CD}" presName="sibTrans" presStyleLbl="sibTrans1D1" presStyleIdx="2" presStyleCnt="5"/>
      <dgm:spPr/>
    </dgm:pt>
    <dgm:pt modelId="{7E66D119-BA7B-4812-BE4A-B8B882937834}" type="pres">
      <dgm:prSet presAssocID="{EE1F6F24-995E-4539-ABD2-B7B8C9701C40}" presName="node" presStyleLbl="node1" presStyleIdx="3" presStyleCnt="5">
        <dgm:presLayoutVars>
          <dgm:bulletEnabled val="1"/>
        </dgm:presLayoutVars>
      </dgm:prSet>
      <dgm:spPr/>
    </dgm:pt>
    <dgm:pt modelId="{0B9BB58E-1EAB-4F20-9B63-F90E4C30C084}" type="pres">
      <dgm:prSet presAssocID="{EE1F6F24-995E-4539-ABD2-B7B8C9701C40}" presName="spNode" presStyleCnt="0"/>
      <dgm:spPr/>
    </dgm:pt>
    <dgm:pt modelId="{63BDC7DD-7B02-484F-B7BC-A67D6BAA61C1}" type="pres">
      <dgm:prSet presAssocID="{58611502-8B27-49E4-A4E0-F6B1E1971335}" presName="sibTrans" presStyleLbl="sibTrans1D1" presStyleIdx="3" presStyleCnt="5"/>
      <dgm:spPr/>
    </dgm:pt>
    <dgm:pt modelId="{9145234F-F162-4AE8-961D-E2A0717FC26F}" type="pres">
      <dgm:prSet presAssocID="{17052CEA-E84B-44EF-8489-F491835361A9}" presName="node" presStyleLbl="node1" presStyleIdx="4" presStyleCnt="5">
        <dgm:presLayoutVars>
          <dgm:bulletEnabled val="1"/>
        </dgm:presLayoutVars>
      </dgm:prSet>
      <dgm:spPr/>
    </dgm:pt>
    <dgm:pt modelId="{A975B13F-DD42-4384-81C1-18E6D1EC1A06}" type="pres">
      <dgm:prSet presAssocID="{17052CEA-E84B-44EF-8489-F491835361A9}" presName="spNode" presStyleCnt="0"/>
      <dgm:spPr/>
    </dgm:pt>
    <dgm:pt modelId="{9BB04972-6BF0-4267-88B0-B5ACF8BD8467}" type="pres">
      <dgm:prSet presAssocID="{87FAC5F9-89FD-4D99-9C9C-3E4BF76D0E1A}" presName="sibTrans" presStyleLbl="sibTrans1D1" presStyleIdx="4" presStyleCnt="5"/>
      <dgm:spPr/>
    </dgm:pt>
  </dgm:ptLst>
  <dgm:cxnLst>
    <dgm:cxn modelId="{0C526829-F394-4CDE-86AE-13CB6CBB8143}" type="presOf" srcId="{142AD685-A39A-4A57-BC9B-AF69751AF7CF}" destId="{34C107B2-5787-4840-BBF4-233C7DD57AAD}" srcOrd="0" destOrd="0" presId="urn:microsoft.com/office/officeart/2005/8/layout/cycle5"/>
    <dgm:cxn modelId="{53C2AD35-6B08-4604-979D-83E12BA06A60}" srcId="{4C999571-86CB-43E0-B324-BD2D4B49DC32}" destId="{EE1F6F24-995E-4539-ABD2-B7B8C9701C40}" srcOrd="3" destOrd="0" parTransId="{CC541F81-05E7-40AD-8AA6-8510E0EA146A}" sibTransId="{58611502-8B27-49E4-A4E0-F6B1E1971335}"/>
    <dgm:cxn modelId="{1B30845E-4211-41A9-B7A7-57217637D5E3}" type="presOf" srcId="{08872A3C-6B8F-4762-A986-CE16027B68FB}" destId="{37243C70-3AF7-4B35-BB82-D4EC35A50635}" srcOrd="0" destOrd="0" presId="urn:microsoft.com/office/officeart/2005/8/layout/cycle5"/>
    <dgm:cxn modelId="{C96D6163-7B50-45B7-B289-6CFB24A10BDA}" type="presOf" srcId="{FAECBAB3-F36B-4175-9995-2001802508D2}" destId="{98EB3BEA-43AA-488B-A7BC-7C768CA755EA}" srcOrd="0" destOrd="0" presId="urn:microsoft.com/office/officeart/2005/8/layout/cycle5"/>
    <dgm:cxn modelId="{E20DA24A-C4CB-4C4D-A553-BE1465C2DE51}" type="presOf" srcId="{87FAC5F9-89FD-4D99-9C9C-3E4BF76D0E1A}" destId="{9BB04972-6BF0-4267-88B0-B5ACF8BD8467}" srcOrd="0" destOrd="0" presId="urn:microsoft.com/office/officeart/2005/8/layout/cycle5"/>
    <dgm:cxn modelId="{E5533494-F32A-46D2-9B0F-BE806CA02AA1}" type="presOf" srcId="{4F22A50A-AA89-4CF5-AB7A-51EFFF76DB09}" destId="{E66B220E-19C4-4748-B35C-6CF455843AE6}" srcOrd="0" destOrd="0" presId="urn:microsoft.com/office/officeart/2005/8/layout/cycle5"/>
    <dgm:cxn modelId="{EFEB219D-DB0A-487A-B198-165B58BFDABA}" srcId="{4C999571-86CB-43E0-B324-BD2D4B49DC32}" destId="{7F5BEB9E-1E7A-4B27-83EE-142E55B44D13}" srcOrd="1" destOrd="0" parTransId="{EA0C9870-01E8-4752-94A7-D9D181AE2541}" sibTransId="{4F22A50A-AA89-4CF5-AB7A-51EFFF76DB09}"/>
    <dgm:cxn modelId="{8B8B20AA-10D8-461A-A13A-F95DD608E81A}" type="presOf" srcId="{7F5BEB9E-1E7A-4B27-83EE-142E55B44D13}" destId="{F2B48601-8948-47BE-AF31-B015471CFF94}" srcOrd="0" destOrd="0" presId="urn:microsoft.com/office/officeart/2005/8/layout/cycle5"/>
    <dgm:cxn modelId="{4A32C4C3-CC3E-4E2F-B260-A0226D24424A}" type="presOf" srcId="{58611502-8B27-49E4-A4E0-F6B1E1971335}" destId="{63BDC7DD-7B02-484F-B7BC-A67D6BAA61C1}" srcOrd="0" destOrd="0" presId="urn:microsoft.com/office/officeart/2005/8/layout/cycle5"/>
    <dgm:cxn modelId="{103CADCF-000C-4768-BFC2-FD812AF2F8E4}" type="presOf" srcId="{EE1F6F24-995E-4539-ABD2-B7B8C9701C40}" destId="{7E66D119-BA7B-4812-BE4A-B8B882937834}" srcOrd="0" destOrd="0" presId="urn:microsoft.com/office/officeart/2005/8/layout/cycle5"/>
    <dgm:cxn modelId="{9AFCA6E5-172D-4D42-A554-9BA25AC6AE2F}" type="presOf" srcId="{4C999571-86CB-43E0-B324-BD2D4B49DC32}" destId="{CA460586-97DD-4685-AF9F-F1993B35B217}" srcOrd="0" destOrd="0" presId="urn:microsoft.com/office/officeart/2005/8/layout/cycle5"/>
    <dgm:cxn modelId="{A0071AEB-D26A-430C-8A79-8024338E774E}" type="presOf" srcId="{1609B134-EE64-4D11-B871-D28900DC38CD}" destId="{255611EB-B9EF-430C-ACF0-4C4882877B0A}" srcOrd="0" destOrd="0" presId="urn:microsoft.com/office/officeart/2005/8/layout/cycle5"/>
    <dgm:cxn modelId="{EBF925F5-A973-4E3B-885C-D52E5488D835}" type="presOf" srcId="{17052CEA-E84B-44EF-8489-F491835361A9}" destId="{9145234F-F162-4AE8-961D-E2A0717FC26F}" srcOrd="0" destOrd="0" presId="urn:microsoft.com/office/officeart/2005/8/layout/cycle5"/>
    <dgm:cxn modelId="{98CFE8F6-D6E4-4543-9405-AA4670143028}" srcId="{4C999571-86CB-43E0-B324-BD2D4B49DC32}" destId="{142AD685-A39A-4A57-BC9B-AF69751AF7CF}" srcOrd="0" destOrd="0" parTransId="{2FE92B13-71F5-40F9-B674-538ECFC42E35}" sibTransId="{FAECBAB3-F36B-4175-9995-2001802508D2}"/>
    <dgm:cxn modelId="{D30A3AFA-4ED9-415A-BCF3-6372768CABCC}" srcId="{4C999571-86CB-43E0-B324-BD2D4B49DC32}" destId="{17052CEA-E84B-44EF-8489-F491835361A9}" srcOrd="4" destOrd="0" parTransId="{E8703952-66E4-49F4-90AC-D3878D42C08C}" sibTransId="{87FAC5F9-89FD-4D99-9C9C-3E4BF76D0E1A}"/>
    <dgm:cxn modelId="{DB287EFE-1283-4E0F-B290-DEAFD8D8E47E}" srcId="{4C999571-86CB-43E0-B324-BD2D4B49DC32}" destId="{08872A3C-6B8F-4762-A986-CE16027B68FB}" srcOrd="2" destOrd="0" parTransId="{1475DAEF-9603-40BC-891A-AE73948A02ED}" sibTransId="{1609B134-EE64-4D11-B871-D28900DC38CD}"/>
    <dgm:cxn modelId="{43AC8045-76FA-42C8-BC79-1EAD31A7ACA8}" type="presParOf" srcId="{CA460586-97DD-4685-AF9F-F1993B35B217}" destId="{34C107B2-5787-4840-BBF4-233C7DD57AAD}" srcOrd="0" destOrd="0" presId="urn:microsoft.com/office/officeart/2005/8/layout/cycle5"/>
    <dgm:cxn modelId="{644B0AA5-BA14-4C09-B041-8DECA7989C64}" type="presParOf" srcId="{CA460586-97DD-4685-AF9F-F1993B35B217}" destId="{50CAE700-2895-49F5-84D7-4E55342FFCE1}" srcOrd="1" destOrd="0" presId="urn:microsoft.com/office/officeart/2005/8/layout/cycle5"/>
    <dgm:cxn modelId="{FB2B893B-AAB4-4764-8DF9-D27E879C2C7F}" type="presParOf" srcId="{CA460586-97DD-4685-AF9F-F1993B35B217}" destId="{98EB3BEA-43AA-488B-A7BC-7C768CA755EA}" srcOrd="2" destOrd="0" presId="urn:microsoft.com/office/officeart/2005/8/layout/cycle5"/>
    <dgm:cxn modelId="{C8EDB530-A110-4067-AB4E-B36FDC3A9626}" type="presParOf" srcId="{CA460586-97DD-4685-AF9F-F1993B35B217}" destId="{F2B48601-8948-47BE-AF31-B015471CFF94}" srcOrd="3" destOrd="0" presId="urn:microsoft.com/office/officeart/2005/8/layout/cycle5"/>
    <dgm:cxn modelId="{D63FA74B-7B74-4223-802E-73AEE8B6FF54}" type="presParOf" srcId="{CA460586-97DD-4685-AF9F-F1993B35B217}" destId="{712CD450-10F4-410B-82F3-09447B199878}" srcOrd="4" destOrd="0" presId="urn:microsoft.com/office/officeart/2005/8/layout/cycle5"/>
    <dgm:cxn modelId="{DA686BD6-636C-474E-B0D4-F246B8E62DAC}" type="presParOf" srcId="{CA460586-97DD-4685-AF9F-F1993B35B217}" destId="{E66B220E-19C4-4748-B35C-6CF455843AE6}" srcOrd="5" destOrd="0" presId="urn:microsoft.com/office/officeart/2005/8/layout/cycle5"/>
    <dgm:cxn modelId="{B879FB9F-AEF3-494F-80B5-F73E38EC3F34}" type="presParOf" srcId="{CA460586-97DD-4685-AF9F-F1993B35B217}" destId="{37243C70-3AF7-4B35-BB82-D4EC35A50635}" srcOrd="6" destOrd="0" presId="urn:microsoft.com/office/officeart/2005/8/layout/cycle5"/>
    <dgm:cxn modelId="{8CA7C722-1F2A-4544-A753-29253281EE92}" type="presParOf" srcId="{CA460586-97DD-4685-AF9F-F1993B35B217}" destId="{3011768E-0532-4CC2-8459-AD64F13F2A8C}" srcOrd="7" destOrd="0" presId="urn:microsoft.com/office/officeart/2005/8/layout/cycle5"/>
    <dgm:cxn modelId="{24FA5012-A919-49CB-9152-F9BFF24C60D4}" type="presParOf" srcId="{CA460586-97DD-4685-AF9F-F1993B35B217}" destId="{255611EB-B9EF-430C-ACF0-4C4882877B0A}" srcOrd="8" destOrd="0" presId="urn:microsoft.com/office/officeart/2005/8/layout/cycle5"/>
    <dgm:cxn modelId="{5A5C57DA-2EDA-4D1D-866B-2B34D10F4FBF}" type="presParOf" srcId="{CA460586-97DD-4685-AF9F-F1993B35B217}" destId="{7E66D119-BA7B-4812-BE4A-B8B882937834}" srcOrd="9" destOrd="0" presId="urn:microsoft.com/office/officeart/2005/8/layout/cycle5"/>
    <dgm:cxn modelId="{55164647-D68B-40D3-A6CE-724746F1A7C3}" type="presParOf" srcId="{CA460586-97DD-4685-AF9F-F1993B35B217}" destId="{0B9BB58E-1EAB-4F20-9B63-F90E4C30C084}" srcOrd="10" destOrd="0" presId="urn:microsoft.com/office/officeart/2005/8/layout/cycle5"/>
    <dgm:cxn modelId="{9FBB4FAE-5E5A-4ADB-ADE4-D7F62F7443CE}" type="presParOf" srcId="{CA460586-97DD-4685-AF9F-F1993B35B217}" destId="{63BDC7DD-7B02-484F-B7BC-A67D6BAA61C1}" srcOrd="11" destOrd="0" presId="urn:microsoft.com/office/officeart/2005/8/layout/cycle5"/>
    <dgm:cxn modelId="{D353D06D-0734-4902-80FC-432F900790C7}" type="presParOf" srcId="{CA460586-97DD-4685-AF9F-F1993B35B217}" destId="{9145234F-F162-4AE8-961D-E2A0717FC26F}" srcOrd="12" destOrd="0" presId="urn:microsoft.com/office/officeart/2005/8/layout/cycle5"/>
    <dgm:cxn modelId="{E539B6CD-E61E-40BA-909F-EED5437B8F1D}" type="presParOf" srcId="{CA460586-97DD-4685-AF9F-F1993B35B217}" destId="{A975B13F-DD42-4384-81C1-18E6D1EC1A06}" srcOrd="13" destOrd="0" presId="urn:microsoft.com/office/officeart/2005/8/layout/cycle5"/>
    <dgm:cxn modelId="{1AC8D555-F5EC-46BA-99F9-B05806DD819F}" type="presParOf" srcId="{CA460586-97DD-4685-AF9F-F1993B35B217}" destId="{9BB04972-6BF0-4267-88B0-B5ACF8BD8467}" srcOrd="14" destOrd="0" presId="urn:microsoft.com/office/officeart/2005/8/layout/cycle5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1106CFF-A3C1-43E0-9CB0-B8FB2222F1BA}">
      <dsp:nvSpPr>
        <dsp:cNvPr id="0" name=""/>
        <dsp:cNvSpPr/>
      </dsp:nvSpPr>
      <dsp:spPr>
        <a:xfrm>
          <a:off x="1851019" y="655111"/>
          <a:ext cx="393926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393926" y="45720"/>
              </a:lnTo>
            </a:path>
          </a:pathLst>
        </a:custGeom>
        <a:noFill/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2037369" y="698708"/>
        <a:ext cx="21226" cy="4245"/>
      </dsp:txXfrm>
    </dsp:sp>
    <dsp:sp modelId="{ED60C9D7-BE80-48A6-AB50-EF4744157A6E}">
      <dsp:nvSpPr>
        <dsp:cNvPr id="0" name=""/>
        <dsp:cNvSpPr/>
      </dsp:nvSpPr>
      <dsp:spPr>
        <a:xfrm>
          <a:off x="7051" y="147100"/>
          <a:ext cx="1845767" cy="110746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568" tIns="99568" rIns="99568" bIns="99568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>
              <a:latin typeface="Inter Bold"/>
            </a:rPr>
            <a:t>Analüüsiprotsess</a:t>
          </a:r>
          <a:endParaRPr lang="en-US" sz="1400" kern="1200"/>
        </a:p>
      </dsp:txBody>
      <dsp:txXfrm>
        <a:off x="7051" y="147100"/>
        <a:ext cx="1845767" cy="1107460"/>
      </dsp:txXfrm>
    </dsp:sp>
    <dsp:sp modelId="{6A9C45E1-E402-4AB8-9174-3787246FCDC7}">
      <dsp:nvSpPr>
        <dsp:cNvPr id="0" name=""/>
        <dsp:cNvSpPr/>
      </dsp:nvSpPr>
      <dsp:spPr>
        <a:xfrm>
          <a:off x="4121314" y="655111"/>
          <a:ext cx="393926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393926" y="45720"/>
              </a:lnTo>
            </a:path>
          </a:pathLst>
        </a:custGeom>
        <a:noFill/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4307664" y="698708"/>
        <a:ext cx="21226" cy="4245"/>
      </dsp:txXfrm>
    </dsp:sp>
    <dsp:sp modelId="{29F7DEC4-A2F7-4203-95EE-D317D8DA73D8}">
      <dsp:nvSpPr>
        <dsp:cNvPr id="0" name=""/>
        <dsp:cNvSpPr/>
      </dsp:nvSpPr>
      <dsp:spPr>
        <a:xfrm>
          <a:off x="2277346" y="147100"/>
          <a:ext cx="1845767" cy="110746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568" tIns="99568" rIns="99568" bIns="99568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>
              <a:latin typeface="Inter Bold"/>
            </a:rPr>
            <a:t>Uurimisprobleemi </a:t>
          </a:r>
          <a:r>
            <a:rPr lang="en-US" sz="1400" kern="1200" err="1">
              <a:latin typeface="Inter Bold"/>
            </a:rPr>
            <a:t>püstitamine</a:t>
          </a:r>
          <a:endParaRPr lang="en-US" sz="1400" kern="1200"/>
        </a:p>
      </dsp:txBody>
      <dsp:txXfrm>
        <a:off x="2277346" y="147100"/>
        <a:ext cx="1845767" cy="1107460"/>
      </dsp:txXfrm>
    </dsp:sp>
    <dsp:sp modelId="{910FACE4-57A2-471C-B15D-86DFB615BD71}">
      <dsp:nvSpPr>
        <dsp:cNvPr id="0" name=""/>
        <dsp:cNvSpPr/>
      </dsp:nvSpPr>
      <dsp:spPr>
        <a:xfrm>
          <a:off x="6391608" y="655111"/>
          <a:ext cx="393926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393926" y="45720"/>
              </a:lnTo>
            </a:path>
          </a:pathLst>
        </a:custGeom>
        <a:noFill/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6577959" y="698708"/>
        <a:ext cx="21226" cy="4245"/>
      </dsp:txXfrm>
    </dsp:sp>
    <dsp:sp modelId="{9D2B97C9-E0F0-4002-B744-430924336B17}">
      <dsp:nvSpPr>
        <dsp:cNvPr id="0" name=""/>
        <dsp:cNvSpPr/>
      </dsp:nvSpPr>
      <dsp:spPr>
        <a:xfrm>
          <a:off x="4547641" y="147100"/>
          <a:ext cx="1845767" cy="110746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568" tIns="99568" rIns="99568" bIns="99568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err="1">
              <a:latin typeface="Inter Bold"/>
            </a:rPr>
            <a:t>Andmete</a:t>
          </a:r>
          <a:r>
            <a:rPr lang="en-US" sz="1400" kern="1200">
              <a:latin typeface="Inter Bold"/>
            </a:rPr>
            <a:t> </a:t>
          </a:r>
          <a:r>
            <a:rPr lang="en-US" sz="1400" kern="1200" err="1">
              <a:latin typeface="Inter Bold"/>
            </a:rPr>
            <a:t>kogumine</a:t>
          </a:r>
          <a:endParaRPr lang="en-US" sz="1400" kern="1200"/>
        </a:p>
      </dsp:txBody>
      <dsp:txXfrm>
        <a:off x="4547641" y="147100"/>
        <a:ext cx="1845767" cy="1107460"/>
      </dsp:txXfrm>
    </dsp:sp>
    <dsp:sp modelId="{9AF9DA10-5C20-476C-86FA-40642FDEABFE}">
      <dsp:nvSpPr>
        <dsp:cNvPr id="0" name=""/>
        <dsp:cNvSpPr/>
      </dsp:nvSpPr>
      <dsp:spPr>
        <a:xfrm>
          <a:off x="8661903" y="655111"/>
          <a:ext cx="393926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393926" y="45720"/>
              </a:lnTo>
            </a:path>
          </a:pathLst>
        </a:custGeom>
        <a:noFill/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8848253" y="698708"/>
        <a:ext cx="21226" cy="4245"/>
      </dsp:txXfrm>
    </dsp:sp>
    <dsp:sp modelId="{98E8E0F3-AF44-4002-B0CF-E50843F5CE77}">
      <dsp:nvSpPr>
        <dsp:cNvPr id="0" name=""/>
        <dsp:cNvSpPr/>
      </dsp:nvSpPr>
      <dsp:spPr>
        <a:xfrm>
          <a:off x="6817935" y="147100"/>
          <a:ext cx="1845767" cy="110746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568" tIns="99568" rIns="99568" bIns="99568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err="1">
              <a:latin typeface="Inter Bold"/>
            </a:rPr>
            <a:t>Andmekvaliteedi</a:t>
          </a:r>
          <a:r>
            <a:rPr lang="en-US" sz="1400" kern="1200">
              <a:latin typeface="Inter Bold"/>
            </a:rPr>
            <a:t> </a:t>
          </a:r>
          <a:r>
            <a:rPr lang="en-US" sz="1400" kern="1200" err="1">
              <a:latin typeface="Inter Bold"/>
            </a:rPr>
            <a:t>kontrollid</a:t>
          </a:r>
          <a:endParaRPr lang="en-US" sz="1400" kern="1200"/>
        </a:p>
      </dsp:txBody>
      <dsp:txXfrm>
        <a:off x="6817935" y="147100"/>
        <a:ext cx="1845767" cy="1107460"/>
      </dsp:txXfrm>
    </dsp:sp>
    <dsp:sp modelId="{E4DA3078-391A-4207-AB7B-FCA6B01EA283}">
      <dsp:nvSpPr>
        <dsp:cNvPr id="0" name=""/>
        <dsp:cNvSpPr/>
      </dsp:nvSpPr>
      <dsp:spPr>
        <a:xfrm>
          <a:off x="929935" y="1252761"/>
          <a:ext cx="9081178" cy="393926"/>
        </a:xfrm>
        <a:custGeom>
          <a:avLst/>
          <a:gdLst/>
          <a:ahLst/>
          <a:cxnLst/>
          <a:rect l="0" t="0" r="0" b="0"/>
          <a:pathLst>
            <a:path>
              <a:moveTo>
                <a:pt x="9081178" y="0"/>
              </a:moveTo>
              <a:lnTo>
                <a:pt x="9081178" y="214063"/>
              </a:lnTo>
              <a:lnTo>
                <a:pt x="0" y="214063"/>
              </a:lnTo>
              <a:lnTo>
                <a:pt x="0" y="393926"/>
              </a:lnTo>
            </a:path>
          </a:pathLst>
        </a:custGeom>
        <a:noFill/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5243247" y="1447602"/>
        <a:ext cx="454554" cy="4245"/>
      </dsp:txXfrm>
    </dsp:sp>
    <dsp:sp modelId="{36180F0D-5F61-4191-BFD4-D3301573837A}">
      <dsp:nvSpPr>
        <dsp:cNvPr id="0" name=""/>
        <dsp:cNvSpPr/>
      </dsp:nvSpPr>
      <dsp:spPr>
        <a:xfrm>
          <a:off x="9088230" y="147100"/>
          <a:ext cx="1845767" cy="110746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568" tIns="99568" rIns="99568" bIns="99568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>
              <a:latin typeface="Inter Bold"/>
            </a:rPr>
            <a:t>Andmete visualiseerimine</a:t>
          </a:r>
        </a:p>
      </dsp:txBody>
      <dsp:txXfrm>
        <a:off x="9088230" y="147100"/>
        <a:ext cx="1845767" cy="1107460"/>
      </dsp:txXfrm>
    </dsp:sp>
    <dsp:sp modelId="{700729BA-8FFD-46E6-AEAA-ECFB9BE5D14F}">
      <dsp:nvSpPr>
        <dsp:cNvPr id="0" name=""/>
        <dsp:cNvSpPr/>
      </dsp:nvSpPr>
      <dsp:spPr>
        <a:xfrm>
          <a:off x="1851019" y="2187098"/>
          <a:ext cx="393926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393926" y="45720"/>
              </a:lnTo>
            </a:path>
          </a:pathLst>
        </a:custGeom>
        <a:noFill/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2037369" y="2230695"/>
        <a:ext cx="21226" cy="4245"/>
      </dsp:txXfrm>
    </dsp:sp>
    <dsp:sp modelId="{853FF76D-E87E-412A-8663-DEFA228564C3}">
      <dsp:nvSpPr>
        <dsp:cNvPr id="0" name=""/>
        <dsp:cNvSpPr/>
      </dsp:nvSpPr>
      <dsp:spPr>
        <a:xfrm>
          <a:off x="7051" y="1679088"/>
          <a:ext cx="1845767" cy="110746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568" tIns="99568" rIns="99568" bIns="99568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>
              <a:latin typeface="Inter Bold"/>
            </a:rPr>
            <a:t>Andmeloo jutustamine</a:t>
          </a:r>
        </a:p>
      </dsp:txBody>
      <dsp:txXfrm>
        <a:off x="7051" y="1679088"/>
        <a:ext cx="1845767" cy="1107460"/>
      </dsp:txXfrm>
    </dsp:sp>
    <dsp:sp modelId="{889DBD9B-A42E-4EDE-80B2-63061C8690BC}">
      <dsp:nvSpPr>
        <dsp:cNvPr id="0" name=""/>
        <dsp:cNvSpPr/>
      </dsp:nvSpPr>
      <dsp:spPr>
        <a:xfrm>
          <a:off x="4121314" y="2187098"/>
          <a:ext cx="393926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393926" y="45720"/>
              </a:lnTo>
            </a:path>
          </a:pathLst>
        </a:custGeom>
        <a:noFill/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4307664" y="2230695"/>
        <a:ext cx="21226" cy="4245"/>
      </dsp:txXfrm>
    </dsp:sp>
    <dsp:sp modelId="{A85BB8C0-4082-4D4C-877F-9FBB4A76F1E1}">
      <dsp:nvSpPr>
        <dsp:cNvPr id="0" name=""/>
        <dsp:cNvSpPr/>
      </dsp:nvSpPr>
      <dsp:spPr>
        <a:xfrm>
          <a:off x="2277346" y="1679088"/>
          <a:ext cx="1845767" cy="110746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568" tIns="99568" rIns="99568" bIns="99568" numCol="1" spcCol="1270" anchor="ctr" anchorCtr="0">
          <a:noAutofit/>
        </a:bodyPr>
        <a:lstStyle/>
        <a:p>
          <a:pPr marL="0" lvl="0" indent="0" algn="ctr" defTabSz="6223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err="1">
              <a:latin typeface="Inter Bold"/>
            </a:rPr>
            <a:t>Statistiline</a:t>
          </a:r>
          <a:r>
            <a:rPr lang="en-US" sz="1400" kern="1200">
              <a:latin typeface="Inter Bold"/>
            </a:rPr>
            <a:t> analüüs</a:t>
          </a:r>
        </a:p>
      </dsp:txBody>
      <dsp:txXfrm>
        <a:off x="2277346" y="1679088"/>
        <a:ext cx="1845767" cy="1107460"/>
      </dsp:txXfrm>
    </dsp:sp>
    <dsp:sp modelId="{847EDE4E-9D60-4659-9111-9FC70F48A675}">
      <dsp:nvSpPr>
        <dsp:cNvPr id="0" name=""/>
        <dsp:cNvSpPr/>
      </dsp:nvSpPr>
      <dsp:spPr>
        <a:xfrm>
          <a:off x="6391608" y="2187098"/>
          <a:ext cx="393926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393926" y="45720"/>
              </a:lnTo>
            </a:path>
          </a:pathLst>
        </a:custGeom>
        <a:noFill/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6577959" y="2230695"/>
        <a:ext cx="21226" cy="4245"/>
      </dsp:txXfrm>
    </dsp:sp>
    <dsp:sp modelId="{C3BD52AD-8EE0-4F8E-8CFE-11695D1194F8}">
      <dsp:nvSpPr>
        <dsp:cNvPr id="0" name=""/>
        <dsp:cNvSpPr/>
      </dsp:nvSpPr>
      <dsp:spPr>
        <a:xfrm>
          <a:off x="4547641" y="1679088"/>
          <a:ext cx="1845767" cy="110746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568" tIns="99568" rIns="99568" bIns="99568" numCol="1" spcCol="1270" anchor="ctr" anchorCtr="0">
          <a:noAutofit/>
        </a:bodyPr>
        <a:lstStyle/>
        <a:p>
          <a:pPr marL="0" lvl="0" indent="0" algn="ctr" defTabSz="6223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err="1">
              <a:latin typeface="Inter Bold"/>
            </a:rPr>
            <a:t>Andmepõhine</a:t>
          </a:r>
          <a:r>
            <a:rPr lang="en-US" sz="1400" kern="1200">
              <a:latin typeface="Inter Bold"/>
            </a:rPr>
            <a:t> </a:t>
          </a:r>
          <a:r>
            <a:rPr lang="en-US" sz="1400" kern="1200" err="1">
              <a:latin typeface="Inter Bold"/>
            </a:rPr>
            <a:t>otsustamine</a:t>
          </a:r>
        </a:p>
      </dsp:txBody>
      <dsp:txXfrm>
        <a:off x="4547641" y="1679088"/>
        <a:ext cx="1845767" cy="1107460"/>
      </dsp:txXfrm>
    </dsp:sp>
    <dsp:sp modelId="{F5B71FB5-F3E4-42D3-A57B-F00727BFFE45}">
      <dsp:nvSpPr>
        <dsp:cNvPr id="0" name=""/>
        <dsp:cNvSpPr/>
      </dsp:nvSpPr>
      <dsp:spPr>
        <a:xfrm>
          <a:off x="8661903" y="2187098"/>
          <a:ext cx="393926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393926" y="45720"/>
              </a:lnTo>
            </a:path>
          </a:pathLst>
        </a:custGeom>
        <a:noFill/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8848253" y="2230695"/>
        <a:ext cx="21226" cy="4245"/>
      </dsp:txXfrm>
    </dsp:sp>
    <dsp:sp modelId="{9DB721E6-339D-4A19-9EBD-1DD3D501546E}">
      <dsp:nvSpPr>
        <dsp:cNvPr id="0" name=""/>
        <dsp:cNvSpPr/>
      </dsp:nvSpPr>
      <dsp:spPr>
        <a:xfrm>
          <a:off x="6817935" y="1679088"/>
          <a:ext cx="1845767" cy="110746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568" tIns="99568" rIns="99568" bIns="99568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err="1">
              <a:latin typeface="Inter Bold"/>
            </a:rPr>
            <a:t>Andmebaasidega</a:t>
          </a:r>
          <a:r>
            <a:rPr lang="en-US" sz="1400" kern="1200">
              <a:latin typeface="Inter Bold"/>
            </a:rPr>
            <a:t> </a:t>
          </a:r>
          <a:r>
            <a:rPr lang="en-US" sz="1400" kern="1200" err="1">
              <a:latin typeface="Inter Bold"/>
            </a:rPr>
            <a:t>töötamine</a:t>
          </a:r>
          <a:endParaRPr lang="en-US" sz="1400" kern="1200">
            <a:latin typeface="Inter Bold"/>
          </a:endParaRPr>
        </a:p>
      </dsp:txBody>
      <dsp:txXfrm>
        <a:off x="6817935" y="1679088"/>
        <a:ext cx="1845767" cy="1107460"/>
      </dsp:txXfrm>
    </dsp:sp>
    <dsp:sp modelId="{497DEBC4-FA88-4FEC-807C-140FEDA7B080}">
      <dsp:nvSpPr>
        <dsp:cNvPr id="0" name=""/>
        <dsp:cNvSpPr/>
      </dsp:nvSpPr>
      <dsp:spPr>
        <a:xfrm>
          <a:off x="929935" y="2784748"/>
          <a:ext cx="9081178" cy="393926"/>
        </a:xfrm>
        <a:custGeom>
          <a:avLst/>
          <a:gdLst/>
          <a:ahLst/>
          <a:cxnLst/>
          <a:rect l="0" t="0" r="0" b="0"/>
          <a:pathLst>
            <a:path>
              <a:moveTo>
                <a:pt x="9081178" y="0"/>
              </a:moveTo>
              <a:lnTo>
                <a:pt x="9081178" y="214063"/>
              </a:lnTo>
              <a:lnTo>
                <a:pt x="0" y="214063"/>
              </a:lnTo>
              <a:lnTo>
                <a:pt x="0" y="393926"/>
              </a:lnTo>
            </a:path>
          </a:pathLst>
        </a:custGeom>
        <a:noFill/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5243247" y="2979589"/>
        <a:ext cx="454554" cy="4245"/>
      </dsp:txXfrm>
    </dsp:sp>
    <dsp:sp modelId="{3FA29B1C-AF48-4FBE-853F-C62A37AC1E6B}">
      <dsp:nvSpPr>
        <dsp:cNvPr id="0" name=""/>
        <dsp:cNvSpPr/>
      </dsp:nvSpPr>
      <dsp:spPr>
        <a:xfrm>
          <a:off x="9088230" y="1679088"/>
          <a:ext cx="1845767" cy="110746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568" tIns="99568" rIns="99568" bIns="99568" numCol="1" spcCol="1270" anchor="ctr" anchorCtr="0">
          <a:noAutofit/>
        </a:bodyPr>
        <a:lstStyle/>
        <a:p>
          <a:pPr marL="0" lvl="0" indent="0" algn="ctr" defTabSz="6223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>
              <a:latin typeface="Inter Bold"/>
            </a:rPr>
            <a:t>Andmehaldus</a:t>
          </a:r>
        </a:p>
      </dsp:txBody>
      <dsp:txXfrm>
        <a:off x="9088230" y="1679088"/>
        <a:ext cx="1845767" cy="1107460"/>
      </dsp:txXfrm>
    </dsp:sp>
    <dsp:sp modelId="{D218F9A5-7FDC-43FD-9058-D35862858F05}">
      <dsp:nvSpPr>
        <dsp:cNvPr id="0" name=""/>
        <dsp:cNvSpPr/>
      </dsp:nvSpPr>
      <dsp:spPr>
        <a:xfrm>
          <a:off x="1851019" y="3719085"/>
          <a:ext cx="393926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393926" y="45720"/>
              </a:lnTo>
            </a:path>
          </a:pathLst>
        </a:custGeom>
        <a:noFill/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2037369" y="3762683"/>
        <a:ext cx="21226" cy="4245"/>
      </dsp:txXfrm>
    </dsp:sp>
    <dsp:sp modelId="{9E119879-D667-42DA-9868-0D9A8EE8CDF2}">
      <dsp:nvSpPr>
        <dsp:cNvPr id="0" name=""/>
        <dsp:cNvSpPr/>
      </dsp:nvSpPr>
      <dsp:spPr>
        <a:xfrm>
          <a:off x="7051" y="3211075"/>
          <a:ext cx="1845767" cy="110746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568" tIns="99568" rIns="99568" bIns="99568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>
              <a:latin typeface="Inter Bold"/>
            </a:rPr>
            <a:t>Andmekaitse</a:t>
          </a:r>
        </a:p>
      </dsp:txBody>
      <dsp:txXfrm>
        <a:off x="7051" y="3211075"/>
        <a:ext cx="1845767" cy="1107460"/>
      </dsp:txXfrm>
    </dsp:sp>
    <dsp:sp modelId="{E5B12EDF-3B18-4759-99A8-3CE282633E1E}">
      <dsp:nvSpPr>
        <dsp:cNvPr id="0" name=""/>
        <dsp:cNvSpPr/>
      </dsp:nvSpPr>
      <dsp:spPr>
        <a:xfrm>
          <a:off x="4121314" y="3719085"/>
          <a:ext cx="393926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393926" y="45720"/>
              </a:lnTo>
            </a:path>
          </a:pathLst>
        </a:custGeom>
        <a:noFill/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4307664" y="3762683"/>
        <a:ext cx="21226" cy="4245"/>
      </dsp:txXfrm>
    </dsp:sp>
    <dsp:sp modelId="{1E22E002-0FB2-4674-B9C9-A8B56EEF135A}">
      <dsp:nvSpPr>
        <dsp:cNvPr id="0" name=""/>
        <dsp:cNvSpPr/>
      </dsp:nvSpPr>
      <dsp:spPr>
        <a:xfrm>
          <a:off x="2277346" y="3211075"/>
          <a:ext cx="1845767" cy="110746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568" tIns="99568" rIns="99568" bIns="99568" numCol="1" spcCol="1270" anchor="ctr" anchorCtr="0">
          <a:noAutofit/>
        </a:bodyPr>
        <a:lstStyle/>
        <a:p>
          <a:pPr marL="0" lvl="0" indent="0" algn="ctr" defTabSz="6223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>
              <a:latin typeface="Inter Bold"/>
            </a:rPr>
            <a:t>Tehisaru võimalused</a:t>
          </a:r>
        </a:p>
      </dsp:txBody>
      <dsp:txXfrm>
        <a:off x="2277346" y="3211075"/>
        <a:ext cx="1845767" cy="1107460"/>
      </dsp:txXfrm>
    </dsp:sp>
    <dsp:sp modelId="{FEF7EDC8-DFA3-4392-9ECA-0CAC495A9B03}">
      <dsp:nvSpPr>
        <dsp:cNvPr id="0" name=""/>
        <dsp:cNvSpPr/>
      </dsp:nvSpPr>
      <dsp:spPr>
        <a:xfrm>
          <a:off x="4547641" y="3211075"/>
          <a:ext cx="1845767" cy="110746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568" tIns="99568" rIns="99568" bIns="99568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>
              <a:latin typeface="Inter Bold"/>
            </a:rPr>
            <a:t>Grupitöö</a:t>
          </a:r>
        </a:p>
      </dsp:txBody>
      <dsp:txXfrm>
        <a:off x="4547641" y="3211075"/>
        <a:ext cx="1845767" cy="110746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4C107B2-5787-4840-BBF4-233C7DD57AAD}">
      <dsp:nvSpPr>
        <dsp:cNvPr id="0" name=""/>
        <dsp:cNvSpPr/>
      </dsp:nvSpPr>
      <dsp:spPr>
        <a:xfrm>
          <a:off x="4737293" y="1529"/>
          <a:ext cx="1466463" cy="953201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err="1">
              <a:latin typeface="Inter Bold"/>
            </a:rPr>
            <a:t>Probleem</a:t>
          </a:r>
          <a:endParaRPr lang="en-US" sz="1800" kern="1200" err="1"/>
        </a:p>
      </dsp:txBody>
      <dsp:txXfrm>
        <a:off x="4783824" y="48060"/>
        <a:ext cx="1373401" cy="860139"/>
      </dsp:txXfrm>
    </dsp:sp>
    <dsp:sp modelId="{98EB3BEA-43AA-488B-A7BC-7C768CA755EA}">
      <dsp:nvSpPr>
        <dsp:cNvPr id="0" name=""/>
        <dsp:cNvSpPr/>
      </dsp:nvSpPr>
      <dsp:spPr>
        <a:xfrm>
          <a:off x="3565524" y="478130"/>
          <a:ext cx="3810000" cy="3810000"/>
        </a:xfrm>
        <a:custGeom>
          <a:avLst/>
          <a:gdLst/>
          <a:ahLst/>
          <a:cxnLst/>
          <a:rect l="0" t="0" r="0" b="0"/>
          <a:pathLst>
            <a:path>
              <a:moveTo>
                <a:pt x="2834837" y="242342"/>
              </a:moveTo>
              <a:arcTo wR="1905000" hR="1905000" stAng="17952959" swAng="1212295"/>
            </a:path>
          </a:pathLst>
        </a:custGeom>
        <a:noFill/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2B48601-8948-47BE-AF31-B015471CFF94}">
      <dsp:nvSpPr>
        <dsp:cNvPr id="0" name=""/>
        <dsp:cNvSpPr/>
      </dsp:nvSpPr>
      <dsp:spPr>
        <a:xfrm>
          <a:off x="6549056" y="1317852"/>
          <a:ext cx="1466463" cy="953201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err="1">
              <a:latin typeface="Inter Bold"/>
            </a:rPr>
            <a:t>Plaan</a:t>
          </a:r>
          <a:endParaRPr lang="en-US" sz="1800" kern="1200" err="1"/>
        </a:p>
      </dsp:txBody>
      <dsp:txXfrm>
        <a:off x="6595587" y="1364383"/>
        <a:ext cx="1373401" cy="860139"/>
      </dsp:txXfrm>
    </dsp:sp>
    <dsp:sp modelId="{E66B220E-19C4-4748-B35C-6CF455843AE6}">
      <dsp:nvSpPr>
        <dsp:cNvPr id="0" name=""/>
        <dsp:cNvSpPr/>
      </dsp:nvSpPr>
      <dsp:spPr>
        <a:xfrm>
          <a:off x="3565524" y="478130"/>
          <a:ext cx="3810000" cy="3810000"/>
        </a:xfrm>
        <a:custGeom>
          <a:avLst/>
          <a:gdLst/>
          <a:ahLst/>
          <a:cxnLst/>
          <a:rect l="0" t="0" r="0" b="0"/>
          <a:pathLst>
            <a:path>
              <a:moveTo>
                <a:pt x="3805440" y="2036733"/>
              </a:moveTo>
              <a:arcTo wR="1905000" hR="1905000" stAng="21837913" swAng="1360311"/>
            </a:path>
          </a:pathLst>
        </a:custGeom>
        <a:noFill/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37243C70-3AF7-4B35-BB82-D4EC35A50635}">
      <dsp:nvSpPr>
        <dsp:cNvPr id="0" name=""/>
        <dsp:cNvSpPr/>
      </dsp:nvSpPr>
      <dsp:spPr>
        <a:xfrm>
          <a:off x="5857024" y="3447708"/>
          <a:ext cx="1466463" cy="953201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err="1">
              <a:latin typeface="Inter Bold"/>
            </a:rPr>
            <a:t>Andmestik</a:t>
          </a:r>
          <a:endParaRPr lang="en-US" sz="1800" kern="1200" err="1"/>
        </a:p>
      </dsp:txBody>
      <dsp:txXfrm>
        <a:off x="5903555" y="3494239"/>
        <a:ext cx="1373401" cy="860139"/>
      </dsp:txXfrm>
    </dsp:sp>
    <dsp:sp modelId="{255611EB-B9EF-430C-ACF0-4C4882877B0A}">
      <dsp:nvSpPr>
        <dsp:cNvPr id="0" name=""/>
        <dsp:cNvSpPr/>
      </dsp:nvSpPr>
      <dsp:spPr>
        <a:xfrm>
          <a:off x="3565524" y="478130"/>
          <a:ext cx="3810000" cy="3810000"/>
        </a:xfrm>
        <a:custGeom>
          <a:avLst/>
          <a:gdLst/>
          <a:ahLst/>
          <a:cxnLst/>
          <a:rect l="0" t="0" r="0" b="0"/>
          <a:pathLst>
            <a:path>
              <a:moveTo>
                <a:pt x="2139009" y="3795573"/>
              </a:moveTo>
              <a:arcTo wR="1905000" hR="1905000" stAng="4976640" swAng="846719"/>
            </a:path>
          </a:pathLst>
        </a:custGeom>
        <a:noFill/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7E66D119-BA7B-4812-BE4A-B8B882937834}">
      <dsp:nvSpPr>
        <dsp:cNvPr id="0" name=""/>
        <dsp:cNvSpPr/>
      </dsp:nvSpPr>
      <dsp:spPr>
        <a:xfrm>
          <a:off x="3617561" y="3447708"/>
          <a:ext cx="1466463" cy="953201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err="1">
              <a:latin typeface="Inter Bold"/>
            </a:rPr>
            <a:t>Analüüs</a:t>
          </a:r>
          <a:endParaRPr lang="en-US" sz="1800" kern="1200" err="1"/>
        </a:p>
      </dsp:txBody>
      <dsp:txXfrm>
        <a:off x="3664092" y="3494239"/>
        <a:ext cx="1373401" cy="860139"/>
      </dsp:txXfrm>
    </dsp:sp>
    <dsp:sp modelId="{63BDC7DD-7B02-484F-B7BC-A67D6BAA61C1}">
      <dsp:nvSpPr>
        <dsp:cNvPr id="0" name=""/>
        <dsp:cNvSpPr/>
      </dsp:nvSpPr>
      <dsp:spPr>
        <a:xfrm>
          <a:off x="3565524" y="478130"/>
          <a:ext cx="3810000" cy="3810000"/>
        </a:xfrm>
        <a:custGeom>
          <a:avLst/>
          <a:gdLst/>
          <a:ahLst/>
          <a:cxnLst/>
          <a:rect l="0" t="0" r="0" b="0"/>
          <a:pathLst>
            <a:path>
              <a:moveTo>
                <a:pt x="202188" y="2759083"/>
              </a:moveTo>
              <a:arcTo wR="1905000" hR="1905000" stAng="9201775" swAng="1360311"/>
            </a:path>
          </a:pathLst>
        </a:custGeom>
        <a:noFill/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9145234F-F162-4AE8-961D-E2A0717FC26F}">
      <dsp:nvSpPr>
        <dsp:cNvPr id="0" name=""/>
        <dsp:cNvSpPr/>
      </dsp:nvSpPr>
      <dsp:spPr>
        <a:xfrm>
          <a:off x="2925529" y="1317852"/>
          <a:ext cx="1466463" cy="953201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err="1">
              <a:latin typeface="Inter Bold"/>
            </a:rPr>
            <a:t>Järeldus</a:t>
          </a:r>
          <a:endParaRPr lang="en-US" sz="1800" kern="1200" err="1"/>
        </a:p>
      </dsp:txBody>
      <dsp:txXfrm>
        <a:off x="2972060" y="1364383"/>
        <a:ext cx="1373401" cy="860139"/>
      </dsp:txXfrm>
    </dsp:sp>
    <dsp:sp modelId="{9BB04972-6BF0-4267-88B0-B5ACF8BD8467}">
      <dsp:nvSpPr>
        <dsp:cNvPr id="0" name=""/>
        <dsp:cNvSpPr/>
      </dsp:nvSpPr>
      <dsp:spPr>
        <a:xfrm>
          <a:off x="3565524" y="478130"/>
          <a:ext cx="3810000" cy="3810000"/>
        </a:xfrm>
        <a:custGeom>
          <a:avLst/>
          <a:gdLst/>
          <a:ahLst/>
          <a:cxnLst/>
          <a:rect l="0" t="0" r="0" b="0"/>
          <a:pathLst>
            <a:path>
              <a:moveTo>
                <a:pt x="458136" y="665802"/>
              </a:moveTo>
              <a:arcTo wR="1905000" hR="1905000" stAng="13234746" swAng="1212295"/>
            </a:path>
          </a:pathLst>
        </a:custGeom>
        <a:noFill/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4C107B2-5787-4840-BBF4-233C7DD57AAD}">
      <dsp:nvSpPr>
        <dsp:cNvPr id="0" name=""/>
        <dsp:cNvSpPr/>
      </dsp:nvSpPr>
      <dsp:spPr>
        <a:xfrm>
          <a:off x="4737293" y="1529"/>
          <a:ext cx="1466463" cy="953201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err="1">
              <a:latin typeface="Inter Bold"/>
            </a:rPr>
            <a:t>Probleem</a:t>
          </a:r>
          <a:endParaRPr lang="en-US" sz="1800" kern="1200" err="1"/>
        </a:p>
      </dsp:txBody>
      <dsp:txXfrm>
        <a:off x="4783824" y="48060"/>
        <a:ext cx="1373401" cy="860139"/>
      </dsp:txXfrm>
    </dsp:sp>
    <dsp:sp modelId="{98EB3BEA-43AA-488B-A7BC-7C768CA755EA}">
      <dsp:nvSpPr>
        <dsp:cNvPr id="0" name=""/>
        <dsp:cNvSpPr/>
      </dsp:nvSpPr>
      <dsp:spPr>
        <a:xfrm>
          <a:off x="3565524" y="478130"/>
          <a:ext cx="3810000" cy="3810000"/>
        </a:xfrm>
        <a:custGeom>
          <a:avLst/>
          <a:gdLst/>
          <a:ahLst/>
          <a:cxnLst/>
          <a:rect l="0" t="0" r="0" b="0"/>
          <a:pathLst>
            <a:path>
              <a:moveTo>
                <a:pt x="2834837" y="242342"/>
              </a:moveTo>
              <a:arcTo wR="1905000" hR="1905000" stAng="17952959" swAng="1212295"/>
            </a:path>
          </a:pathLst>
        </a:custGeom>
        <a:noFill/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2B48601-8948-47BE-AF31-B015471CFF94}">
      <dsp:nvSpPr>
        <dsp:cNvPr id="0" name=""/>
        <dsp:cNvSpPr/>
      </dsp:nvSpPr>
      <dsp:spPr>
        <a:xfrm>
          <a:off x="6549056" y="1317852"/>
          <a:ext cx="1466463" cy="953201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err="1">
              <a:latin typeface="Inter Bold"/>
            </a:rPr>
            <a:t>Plaan</a:t>
          </a:r>
          <a:endParaRPr lang="en-US" sz="1800" kern="1200" err="1"/>
        </a:p>
      </dsp:txBody>
      <dsp:txXfrm>
        <a:off x="6595587" y="1364383"/>
        <a:ext cx="1373401" cy="860139"/>
      </dsp:txXfrm>
    </dsp:sp>
    <dsp:sp modelId="{E66B220E-19C4-4748-B35C-6CF455843AE6}">
      <dsp:nvSpPr>
        <dsp:cNvPr id="0" name=""/>
        <dsp:cNvSpPr/>
      </dsp:nvSpPr>
      <dsp:spPr>
        <a:xfrm>
          <a:off x="3565524" y="478130"/>
          <a:ext cx="3810000" cy="3810000"/>
        </a:xfrm>
        <a:custGeom>
          <a:avLst/>
          <a:gdLst/>
          <a:ahLst/>
          <a:cxnLst/>
          <a:rect l="0" t="0" r="0" b="0"/>
          <a:pathLst>
            <a:path>
              <a:moveTo>
                <a:pt x="3805440" y="2036733"/>
              </a:moveTo>
              <a:arcTo wR="1905000" hR="1905000" stAng="21837913" swAng="1360311"/>
            </a:path>
          </a:pathLst>
        </a:custGeom>
        <a:noFill/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37243C70-3AF7-4B35-BB82-D4EC35A50635}">
      <dsp:nvSpPr>
        <dsp:cNvPr id="0" name=""/>
        <dsp:cNvSpPr/>
      </dsp:nvSpPr>
      <dsp:spPr>
        <a:xfrm>
          <a:off x="5857024" y="3447708"/>
          <a:ext cx="1466463" cy="953201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err="1">
              <a:latin typeface="Inter Bold"/>
            </a:rPr>
            <a:t>Andmestik</a:t>
          </a:r>
          <a:endParaRPr lang="en-US" sz="1800" kern="1200" err="1"/>
        </a:p>
      </dsp:txBody>
      <dsp:txXfrm>
        <a:off x="5903555" y="3494239"/>
        <a:ext cx="1373401" cy="860139"/>
      </dsp:txXfrm>
    </dsp:sp>
    <dsp:sp modelId="{255611EB-B9EF-430C-ACF0-4C4882877B0A}">
      <dsp:nvSpPr>
        <dsp:cNvPr id="0" name=""/>
        <dsp:cNvSpPr/>
      </dsp:nvSpPr>
      <dsp:spPr>
        <a:xfrm>
          <a:off x="3565524" y="478130"/>
          <a:ext cx="3810000" cy="3810000"/>
        </a:xfrm>
        <a:custGeom>
          <a:avLst/>
          <a:gdLst/>
          <a:ahLst/>
          <a:cxnLst/>
          <a:rect l="0" t="0" r="0" b="0"/>
          <a:pathLst>
            <a:path>
              <a:moveTo>
                <a:pt x="2139009" y="3795573"/>
              </a:moveTo>
              <a:arcTo wR="1905000" hR="1905000" stAng="4976640" swAng="846719"/>
            </a:path>
          </a:pathLst>
        </a:custGeom>
        <a:noFill/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7E66D119-BA7B-4812-BE4A-B8B882937834}">
      <dsp:nvSpPr>
        <dsp:cNvPr id="0" name=""/>
        <dsp:cNvSpPr/>
      </dsp:nvSpPr>
      <dsp:spPr>
        <a:xfrm>
          <a:off x="3617561" y="3447708"/>
          <a:ext cx="1466463" cy="953201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err="1">
              <a:latin typeface="Inter Bold"/>
            </a:rPr>
            <a:t>Analüüs</a:t>
          </a:r>
          <a:endParaRPr lang="en-US" sz="1800" kern="1200" err="1"/>
        </a:p>
      </dsp:txBody>
      <dsp:txXfrm>
        <a:off x="3664092" y="3494239"/>
        <a:ext cx="1373401" cy="860139"/>
      </dsp:txXfrm>
    </dsp:sp>
    <dsp:sp modelId="{63BDC7DD-7B02-484F-B7BC-A67D6BAA61C1}">
      <dsp:nvSpPr>
        <dsp:cNvPr id="0" name=""/>
        <dsp:cNvSpPr/>
      </dsp:nvSpPr>
      <dsp:spPr>
        <a:xfrm>
          <a:off x="3565524" y="478130"/>
          <a:ext cx="3810000" cy="3810000"/>
        </a:xfrm>
        <a:custGeom>
          <a:avLst/>
          <a:gdLst/>
          <a:ahLst/>
          <a:cxnLst/>
          <a:rect l="0" t="0" r="0" b="0"/>
          <a:pathLst>
            <a:path>
              <a:moveTo>
                <a:pt x="202188" y="2759083"/>
              </a:moveTo>
              <a:arcTo wR="1905000" hR="1905000" stAng="9201775" swAng="1360311"/>
            </a:path>
          </a:pathLst>
        </a:custGeom>
        <a:noFill/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9145234F-F162-4AE8-961D-E2A0717FC26F}">
      <dsp:nvSpPr>
        <dsp:cNvPr id="0" name=""/>
        <dsp:cNvSpPr/>
      </dsp:nvSpPr>
      <dsp:spPr>
        <a:xfrm>
          <a:off x="2925529" y="1317852"/>
          <a:ext cx="1466463" cy="953201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err="1">
              <a:latin typeface="Inter Bold"/>
            </a:rPr>
            <a:t>Järeldus</a:t>
          </a:r>
          <a:endParaRPr lang="en-US" sz="1800" kern="1200" err="1"/>
        </a:p>
      </dsp:txBody>
      <dsp:txXfrm>
        <a:off x="2972060" y="1364383"/>
        <a:ext cx="1373401" cy="860139"/>
      </dsp:txXfrm>
    </dsp:sp>
    <dsp:sp modelId="{9BB04972-6BF0-4267-88B0-B5ACF8BD8467}">
      <dsp:nvSpPr>
        <dsp:cNvPr id="0" name=""/>
        <dsp:cNvSpPr/>
      </dsp:nvSpPr>
      <dsp:spPr>
        <a:xfrm>
          <a:off x="3565524" y="478130"/>
          <a:ext cx="3810000" cy="3810000"/>
        </a:xfrm>
        <a:custGeom>
          <a:avLst/>
          <a:gdLst/>
          <a:ahLst/>
          <a:cxnLst/>
          <a:rect l="0" t="0" r="0" b="0"/>
          <a:pathLst>
            <a:path>
              <a:moveTo>
                <a:pt x="458136" y="665802"/>
              </a:moveTo>
              <a:arcTo wR="1905000" hR="1905000" stAng="13234746" swAng="1212295"/>
            </a:path>
          </a:pathLst>
        </a:custGeom>
        <a:noFill/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bProcess3">
  <dgm:title val=""/>
  <dgm:desc val=""/>
  <dgm:catLst>
    <dgm:cat type="process" pri="18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axis="self" func="var" arg="dir" op="equ" val="norm">
        <dgm:alg type="snake">
          <dgm:param type="grDir" val="tL"/>
          <dgm:param type="flowDir" val="row"/>
          <dgm:param type="contDir" val="sameDir"/>
          <dgm:param type="bkpt" val="endCnv"/>
        </dgm:alg>
      </dgm:if>
      <dgm:else name="Name3">
        <dgm:alg type="snake">
          <dgm:param type="grDir" val="tR"/>
          <dgm:param type="flowDir" val="row"/>
          <dgm:param type="contDir" val="sameDir"/>
          <dgm:param type="bkpt" val="endCnv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forName="sibTrans" refType="w" refFor="ch" refPtType="node" op="equ" fact="0.23"/>
      <dgm:constr type="sp" refType="w" refFor="ch" refForName="sibTrans" op="equ"/>
      <dgm:constr type="userB" for="des" forName="connectorText" refType="sp"/>
      <dgm:constr type="primFontSz" for="ch" ptType="node" op="equ" val="65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h" refType="w" fact="0.6"/>
        </dgm:constrLst>
        <dgm:ruleLst>
          <dgm:rule type="primFontSz" val="5" fact="NaN" max="NaN"/>
        </dgm:ruleLst>
      </dgm:layoutNode>
      <dgm:forEach name="sibTransForEach" axis="followSib" ptType="sibTrans" cnt="1">
        <dgm:layoutNode name="sibTrans">
          <dgm:choose name="Name4">
            <dgm:if name="Name5" axis="self" func="var" arg="dir" op="equ" val="norm">
              <dgm:alg type="conn">
                <dgm:param type="connRout" val="bend"/>
                <dgm:param type="dim" val="1D"/>
                <dgm:param type="begPts" val="midR bCtr"/>
                <dgm:param type="endPts" val="midL tCtr"/>
              </dgm:alg>
            </dgm:if>
            <dgm:else name="Name6">
              <dgm:alg type="conn">
                <dgm:param type="connRout" val="bend"/>
                <dgm:param type="dim" val="1D"/>
                <dgm:param type="begPts" val="midL bCtr"/>
                <dgm:param type="endPts" val="midR tCtr"/>
              </dgm:alg>
            </dgm:else>
          </dgm:choose>
          <dgm:shape xmlns:r="http://schemas.openxmlformats.org/officeDocument/2006/relationships" type="conn" r:blip="" zOrderOff="-2">
            <dgm:adjLst/>
          </dgm:shape>
          <dgm:presOf axis="self"/>
          <dgm:constrLst>
            <dgm:constr type="begPad" val="-0.05"/>
            <dgm:constr type="endPad" val="0.9"/>
            <dgm:constr type="userA" for="ch" refType="connDist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userA"/>
              <dgm:constr type="userB"/>
              <dgm:constr type="w" refType="userA" fact="0.05"/>
              <dgm:constr type="h" refType="userB" fact="0.01"/>
              <dgm:constr type="lMarg" val="1"/>
              <dgm:constr type="rMarg" val="1"/>
              <dgm:constr type="tMarg"/>
              <dgm:constr type="bMarg"/>
            </dgm:constrLst>
            <dgm:ruleLst>
              <dgm:rule type="w" val="NaN" fact="0.6" max="NaN"/>
              <dgm:rule type="h" val="NaN" fact="0.6" max="NaN"/>
              <dgm:rule type="primFontSz" val="5" fact="NaN" max="NaN"/>
            </dgm:ruleLst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cycle5">
  <dgm:title val=""/>
  <dgm:desc val=""/>
  <dgm:catLst>
    <dgm:cat type="cycle" pri="3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ycle">
    <dgm:varLst>
      <dgm:dir/>
      <dgm:resizeHandles val="exact"/>
    </dgm:varLst>
    <dgm:choose name="Name0">
      <dgm:if name="Name1" func="var" arg="dir" op="equ" val="norm">
        <dgm:choose name="Name2">
          <dgm:if name="Name3" axis="ch" ptType="node" func="cnt" op="gt" val="2">
            <dgm:alg type="cycle">
              <dgm:param type="stAng" val="0"/>
              <dgm:param type="spanAng" val="360"/>
            </dgm:alg>
          </dgm:if>
          <dgm:else name="Name4">
            <dgm:alg type="cycle">
              <dgm:param type="stAng" val="-90"/>
              <dgm:param type="spanAng" val="360"/>
            </dgm:alg>
          </dgm:else>
        </dgm:choose>
      </dgm:if>
      <dgm:else name="Name5">
        <dgm:choose name="Name6">
          <dgm:if name="Name7" axis="ch" ptType="node" func="cnt" op="gt" val="2">
            <dgm:alg type="cycle">
              <dgm:param type="stAng" val="0"/>
              <dgm:param type="spanAng" val="-360"/>
            </dgm:alg>
          </dgm:if>
          <dgm:else name="Name8">
            <dgm:alg type="cycle">
              <dgm:param type="stAng" val="90"/>
              <dgm:param type="spanAng" val="-360"/>
            </dgm:alg>
          </dgm:else>
        </dgm:choose>
      </dgm:else>
    </dgm:choose>
    <dgm:shape xmlns:r="http://schemas.openxmlformats.org/officeDocument/2006/relationships" r:blip="">
      <dgm:adjLst/>
    </dgm:shape>
    <dgm:presOf/>
    <dgm:choose name="Name9">
      <dgm:if name="Name10" func="var" arg="dir" op="equ" val="norm">
        <dgm:constrLst>
          <dgm:constr type="w" for="ch" forName="node" refType="w"/>
          <dgm:constr type="w" for="ch" ptType="sibTrans" refType="w" refFor="ch" refForName="node" op="equ" fact="0.3"/>
          <dgm:constr type="diam" for="ch" ptType="sibTrans" refType="diam" op="equ"/>
          <dgm:constr type="sibSp" refType="w" refFor="ch" refForName="node" op="equ" fact="0.15"/>
          <dgm:constr type="w" for="ch" forName="spNode" refType="sibSp" fact="1.6"/>
          <dgm:constr type="primFontSz" for="ch" forName="node" op="equ" val="65"/>
        </dgm:constrLst>
      </dgm:if>
      <dgm:else name="Name11">
        <dgm:constrLst>
          <dgm:constr type="w" for="ch" forName="node" refType="w"/>
          <dgm:constr type="w" for="ch" ptType="sibTrans" refType="w" refFor="ch" refForName="node" op="equ" fact="0.3"/>
          <dgm:constr type="diam" for="ch" ptType="sibTrans" refType="diam" fact="-1"/>
          <dgm:constr type="diam" for="ch" refType="diam" op="equ" fact="-1"/>
          <dgm:constr type="sibSp" refType="w" refFor="ch" refForName="node" op="equ" fact="0.15"/>
          <dgm:constr type="w" for="ch" forName="spNode" refType="sibSp" fact="1.6"/>
          <dgm:constr type="primFontSz" for="ch" forName="node" op="equ" val="65"/>
        </dgm:constrLst>
      </dgm:else>
    </dgm:choose>
    <dgm:ruleLst/>
    <dgm:forEach name="Name12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/>
        </dgm:shape>
        <dgm:presOf axis="desOrSelf" ptType="node"/>
        <dgm:constrLst>
          <dgm:constr type="h" refType="w" fact="0.65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5" fact="NaN" max="NaN"/>
        </dgm:ruleLst>
      </dgm:layoutNode>
      <dgm:choose name="Name13">
        <dgm:if name="Name14" axis="par ch" ptType="doc node" func="cnt" op="gt" val="1">
          <dgm:layoutNode name="spNode">
            <dgm:alg type="sp"/>
            <dgm:shape xmlns:r="http://schemas.openxmlformats.org/officeDocument/2006/relationships" r:blip="">
              <dgm:adjLst/>
            </dgm:shape>
            <dgm:presOf/>
            <dgm:constrLst>
              <dgm:constr type="h" refType="w"/>
            </dgm:constrLst>
            <dgm:ruleLst/>
          </dgm:layoutNode>
          <dgm:forEach name="Name15" axis="followSib" ptType="sibTrans" hideLastTrans="0" cnt="1">
            <dgm:layoutNode name="sibTrans">
              <dgm:alg type="conn">
                <dgm:param type="dim" val="1D"/>
                <dgm:param type="connRout" val="curve"/>
                <dgm:param type="begPts" val="radial"/>
                <dgm:param type="endPts" val="radial"/>
              </dgm:alg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0.65"/>
                <dgm:constr type="connDist"/>
                <dgm:constr type="begPad" refType="connDist" fact="0.2"/>
                <dgm:constr type="endPad" refType="connDist" fact="0.2"/>
              </dgm:constrLst>
              <dgm:ruleLst/>
            </dgm:layoutNode>
          </dgm:forEach>
        </dgm:if>
        <dgm:else name="Name16"/>
      </dgm:choos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cycle5">
  <dgm:title val=""/>
  <dgm:desc val=""/>
  <dgm:catLst>
    <dgm:cat type="cycle" pri="3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ycle">
    <dgm:varLst>
      <dgm:dir/>
      <dgm:resizeHandles val="exact"/>
    </dgm:varLst>
    <dgm:choose name="Name0">
      <dgm:if name="Name1" func="var" arg="dir" op="equ" val="norm">
        <dgm:choose name="Name2">
          <dgm:if name="Name3" axis="ch" ptType="node" func="cnt" op="gt" val="2">
            <dgm:alg type="cycle">
              <dgm:param type="stAng" val="0"/>
              <dgm:param type="spanAng" val="360"/>
            </dgm:alg>
          </dgm:if>
          <dgm:else name="Name4">
            <dgm:alg type="cycle">
              <dgm:param type="stAng" val="-90"/>
              <dgm:param type="spanAng" val="360"/>
            </dgm:alg>
          </dgm:else>
        </dgm:choose>
      </dgm:if>
      <dgm:else name="Name5">
        <dgm:choose name="Name6">
          <dgm:if name="Name7" axis="ch" ptType="node" func="cnt" op="gt" val="2">
            <dgm:alg type="cycle">
              <dgm:param type="stAng" val="0"/>
              <dgm:param type="spanAng" val="-360"/>
            </dgm:alg>
          </dgm:if>
          <dgm:else name="Name8">
            <dgm:alg type="cycle">
              <dgm:param type="stAng" val="90"/>
              <dgm:param type="spanAng" val="-360"/>
            </dgm:alg>
          </dgm:else>
        </dgm:choose>
      </dgm:else>
    </dgm:choose>
    <dgm:shape xmlns:r="http://schemas.openxmlformats.org/officeDocument/2006/relationships" r:blip="">
      <dgm:adjLst/>
    </dgm:shape>
    <dgm:presOf/>
    <dgm:choose name="Name9">
      <dgm:if name="Name10" func="var" arg="dir" op="equ" val="norm">
        <dgm:constrLst>
          <dgm:constr type="w" for="ch" forName="node" refType="w"/>
          <dgm:constr type="w" for="ch" ptType="sibTrans" refType="w" refFor="ch" refForName="node" op="equ" fact="0.3"/>
          <dgm:constr type="diam" for="ch" ptType="sibTrans" refType="diam" op="equ"/>
          <dgm:constr type="sibSp" refType="w" refFor="ch" refForName="node" op="equ" fact="0.15"/>
          <dgm:constr type="w" for="ch" forName="spNode" refType="sibSp" fact="1.6"/>
          <dgm:constr type="primFontSz" for="ch" forName="node" op="equ" val="65"/>
        </dgm:constrLst>
      </dgm:if>
      <dgm:else name="Name11">
        <dgm:constrLst>
          <dgm:constr type="w" for="ch" forName="node" refType="w"/>
          <dgm:constr type="w" for="ch" ptType="sibTrans" refType="w" refFor="ch" refForName="node" op="equ" fact="0.3"/>
          <dgm:constr type="diam" for="ch" ptType="sibTrans" refType="diam" fact="-1"/>
          <dgm:constr type="diam" for="ch" refType="diam" op="equ" fact="-1"/>
          <dgm:constr type="sibSp" refType="w" refFor="ch" refForName="node" op="equ" fact="0.15"/>
          <dgm:constr type="w" for="ch" forName="spNode" refType="sibSp" fact="1.6"/>
          <dgm:constr type="primFontSz" for="ch" forName="node" op="equ" val="65"/>
        </dgm:constrLst>
      </dgm:else>
    </dgm:choose>
    <dgm:ruleLst/>
    <dgm:forEach name="Name12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/>
        </dgm:shape>
        <dgm:presOf axis="desOrSelf" ptType="node"/>
        <dgm:constrLst>
          <dgm:constr type="h" refType="w" fact="0.65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5" fact="NaN" max="NaN"/>
        </dgm:ruleLst>
      </dgm:layoutNode>
      <dgm:choose name="Name13">
        <dgm:if name="Name14" axis="par ch" ptType="doc node" func="cnt" op="gt" val="1">
          <dgm:layoutNode name="spNode">
            <dgm:alg type="sp"/>
            <dgm:shape xmlns:r="http://schemas.openxmlformats.org/officeDocument/2006/relationships" r:blip="">
              <dgm:adjLst/>
            </dgm:shape>
            <dgm:presOf/>
            <dgm:constrLst>
              <dgm:constr type="h" refType="w"/>
            </dgm:constrLst>
            <dgm:ruleLst/>
          </dgm:layoutNode>
          <dgm:forEach name="Name15" axis="followSib" ptType="sibTrans" hideLastTrans="0" cnt="1">
            <dgm:layoutNode name="sibTrans">
              <dgm:alg type="conn">
                <dgm:param type="dim" val="1D"/>
                <dgm:param type="connRout" val="curve"/>
                <dgm:param type="begPts" val="radial"/>
                <dgm:param type="endPts" val="radial"/>
              </dgm:alg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0.65"/>
                <dgm:constr type="connDist"/>
                <dgm:constr type="begPad" refType="connDist" fact="0.2"/>
                <dgm:constr type="endPad" refType="connDist" fact="0.2"/>
              </dgm:constrLst>
              <dgm:ruleLst/>
            </dgm:layoutNode>
          </dgm:forEach>
        </dgm:if>
        <dgm:else name="Name16"/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358B2033-DCEB-4EE5-8D74-06B1A107DB0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9505E87-9E14-405A-8EC3-7560300E987B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9D2AD6E-DEDD-49A0-A4BE-7A081A9112DA}" type="datetimeFigureOut">
              <a:rPr lang="en-US" smtClean="0"/>
              <a:t>3/29/2026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B8941CC-E8C9-4FDE-B9E2-B4C258E0C76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4C0A66F-906D-4597-B704-A85E8A2989EB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A320B76-795F-4136-B2E6-506229A977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141079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AF9C1A6-4321-41FA-B001-4140F0E2457F}" type="datetimeFigureOut">
              <a:t>29.03.2026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6699514-027B-49BD-8B49-5054CA40ECF4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61574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ea typeface="Calibri"/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3FB46-E75F-42CA-84D1-20ABA0EA91A6}" type="slidenum"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241704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ea typeface="Calibri"/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699514-027B-49BD-8B49-5054CA40ECF4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640254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err="1">
                <a:ea typeface="Calibri"/>
                <a:cs typeface="Calibri"/>
              </a:rPr>
              <a:t>Faktitabel</a:t>
            </a:r>
            <a:r>
              <a:rPr lang="en-US">
                <a:ea typeface="Calibri"/>
                <a:cs typeface="Calibri"/>
              </a:rPr>
              <a:t> on </a:t>
            </a:r>
            <a:r>
              <a:rPr lang="en-US" err="1">
                <a:ea typeface="Calibri"/>
                <a:cs typeface="Calibri"/>
              </a:rPr>
              <a:t>sündmuspõhine</a:t>
            </a:r>
            <a:r>
              <a:rPr lang="en-US">
                <a:ea typeface="Calibri"/>
                <a:cs typeface="Calibri"/>
              </a:rPr>
              <a:t>, </a:t>
            </a:r>
            <a:r>
              <a:rPr lang="en-US" err="1">
                <a:ea typeface="Calibri"/>
                <a:cs typeface="Calibri"/>
              </a:rPr>
              <a:t>näiteks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müük</a:t>
            </a:r>
            <a:r>
              <a:rPr lang="en-US">
                <a:ea typeface="Calibri"/>
                <a:cs typeface="Calibri"/>
              </a:rPr>
              <a:t>. </a:t>
            </a:r>
            <a:r>
              <a:rPr lang="en-US" err="1">
                <a:ea typeface="Calibri"/>
                <a:cs typeface="Calibri"/>
              </a:rPr>
              <a:t>Dimensioonid</a:t>
            </a:r>
            <a:r>
              <a:rPr lang="en-US">
                <a:ea typeface="Calibri"/>
                <a:cs typeface="Calibri"/>
              </a:rPr>
              <a:t> on </a:t>
            </a:r>
            <a:r>
              <a:rPr lang="en-US" err="1">
                <a:ea typeface="Calibri"/>
                <a:cs typeface="Calibri"/>
              </a:rPr>
              <a:t>kirjeldav</a:t>
            </a:r>
            <a:r>
              <a:rPr lang="en-US">
                <a:ea typeface="Calibri"/>
                <a:cs typeface="Calibri"/>
              </a:rPr>
              <a:t> info, </a:t>
            </a:r>
            <a:r>
              <a:rPr lang="en-US" err="1">
                <a:ea typeface="Calibri"/>
                <a:cs typeface="Calibri"/>
              </a:rPr>
              <a:t>nt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klient</a:t>
            </a:r>
            <a:r>
              <a:rPr lang="en-US">
                <a:ea typeface="Calibri"/>
                <a:cs typeface="Calibri"/>
              </a:rPr>
              <a:t>, </a:t>
            </a:r>
            <a:r>
              <a:rPr lang="en-US" err="1">
                <a:ea typeface="Calibri"/>
                <a:cs typeface="Calibri"/>
              </a:rPr>
              <a:t>müügiesindaja</a:t>
            </a:r>
            <a:r>
              <a:rPr lang="en-US">
                <a:ea typeface="Calibri"/>
                <a:cs typeface="Calibri"/>
              </a:rPr>
              <a:t>. </a:t>
            </a:r>
            <a:r>
              <a:rPr lang="en-US" err="1">
                <a:ea typeface="Calibri"/>
                <a:cs typeface="Calibri"/>
              </a:rPr>
              <a:t>Sellisel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kujul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andmemudel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võimaldab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hoida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tabelid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väiksemana</a:t>
            </a:r>
            <a:r>
              <a:rPr lang="en-US">
                <a:ea typeface="Calibri"/>
                <a:cs typeface="Calibri"/>
              </a:rPr>
              <a:t>, </a:t>
            </a:r>
            <a:r>
              <a:rPr lang="en-US" err="1">
                <a:ea typeface="Calibri"/>
                <a:cs typeface="Calibri"/>
              </a:rPr>
              <a:t>näiteks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ei</a:t>
            </a:r>
            <a:r>
              <a:rPr lang="en-US">
                <a:ea typeface="Calibri"/>
                <a:cs typeface="Calibri"/>
              </a:rPr>
              <a:t> pea </a:t>
            </a:r>
            <a:r>
              <a:rPr lang="en-US" err="1">
                <a:ea typeface="Calibri"/>
                <a:cs typeface="Calibri"/>
              </a:rPr>
              <a:t>faktitabelis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tooma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välja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kõiki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andmeid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kliendi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kohta</a:t>
            </a:r>
            <a:r>
              <a:rPr lang="en-US">
                <a:ea typeface="Calibri"/>
                <a:cs typeface="Calibri"/>
              </a:rPr>
              <a:t>, </a:t>
            </a:r>
            <a:r>
              <a:rPr lang="en-US" err="1">
                <a:ea typeface="Calibri"/>
                <a:cs typeface="Calibri"/>
              </a:rPr>
              <a:t>vaid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piisab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kliendi</a:t>
            </a:r>
            <a:r>
              <a:rPr lang="en-US">
                <a:ea typeface="Calibri"/>
                <a:cs typeface="Calibri"/>
              </a:rPr>
              <a:t> id </a:t>
            </a:r>
            <a:r>
              <a:rPr lang="en-US" err="1">
                <a:ea typeface="Calibri"/>
                <a:cs typeface="Calibri"/>
              </a:rPr>
              <a:t>viitest</a:t>
            </a:r>
            <a:r>
              <a:rPr lang="en-US">
                <a:ea typeface="Calibri"/>
                <a:cs typeface="Calibri"/>
              </a:rPr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699514-027B-49BD-8B49-5054CA40ECF4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675048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3D53A1-D723-09A6-7F1B-D804BC141B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1B5782A-66E0-872E-FEF8-2B4EF44B3B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E4949F7-02C4-5B6A-0E00-C0F1DE7D1A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err="1">
                <a:ea typeface="Calibri"/>
                <a:cs typeface="Calibri"/>
              </a:rPr>
              <a:t>Faktitabel</a:t>
            </a:r>
            <a:r>
              <a:rPr lang="en-US">
                <a:ea typeface="Calibri"/>
                <a:cs typeface="Calibri"/>
              </a:rPr>
              <a:t> on </a:t>
            </a:r>
            <a:r>
              <a:rPr lang="en-US" err="1">
                <a:ea typeface="Calibri"/>
                <a:cs typeface="Calibri"/>
              </a:rPr>
              <a:t>sündmuspõhine</a:t>
            </a:r>
            <a:r>
              <a:rPr lang="en-US">
                <a:ea typeface="Calibri"/>
                <a:cs typeface="Calibri"/>
              </a:rPr>
              <a:t>, </a:t>
            </a:r>
            <a:r>
              <a:rPr lang="en-US" err="1">
                <a:ea typeface="Calibri"/>
                <a:cs typeface="Calibri"/>
              </a:rPr>
              <a:t>näiteks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müük</a:t>
            </a:r>
            <a:r>
              <a:rPr lang="en-US">
                <a:ea typeface="Calibri"/>
                <a:cs typeface="Calibri"/>
              </a:rPr>
              <a:t>. </a:t>
            </a:r>
            <a:r>
              <a:rPr lang="en-US" err="1">
                <a:ea typeface="Calibri"/>
                <a:cs typeface="Calibri"/>
              </a:rPr>
              <a:t>Dimensioonid</a:t>
            </a:r>
            <a:r>
              <a:rPr lang="en-US">
                <a:ea typeface="Calibri"/>
                <a:cs typeface="Calibri"/>
              </a:rPr>
              <a:t> on </a:t>
            </a:r>
            <a:r>
              <a:rPr lang="en-US" err="1">
                <a:ea typeface="Calibri"/>
                <a:cs typeface="Calibri"/>
              </a:rPr>
              <a:t>kirjeldav</a:t>
            </a:r>
            <a:r>
              <a:rPr lang="en-US">
                <a:ea typeface="Calibri"/>
                <a:cs typeface="Calibri"/>
              </a:rPr>
              <a:t> info, </a:t>
            </a:r>
            <a:r>
              <a:rPr lang="en-US" err="1">
                <a:ea typeface="Calibri"/>
                <a:cs typeface="Calibri"/>
              </a:rPr>
              <a:t>nt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klient</a:t>
            </a:r>
            <a:r>
              <a:rPr lang="en-US">
                <a:ea typeface="Calibri"/>
                <a:cs typeface="Calibri"/>
              </a:rPr>
              <a:t>, </a:t>
            </a:r>
            <a:r>
              <a:rPr lang="en-US" err="1">
                <a:ea typeface="Calibri"/>
                <a:cs typeface="Calibri"/>
              </a:rPr>
              <a:t>müügiesindaja</a:t>
            </a:r>
            <a:r>
              <a:rPr lang="en-US">
                <a:ea typeface="Calibri"/>
                <a:cs typeface="Calibri"/>
              </a:rPr>
              <a:t>. </a:t>
            </a:r>
            <a:r>
              <a:rPr lang="en-US" err="1">
                <a:ea typeface="Calibri"/>
                <a:cs typeface="Calibri"/>
              </a:rPr>
              <a:t>Sellisel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kujul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andmemudel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võimaldab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hoida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tabelid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väiksemana</a:t>
            </a:r>
            <a:r>
              <a:rPr lang="en-US">
                <a:ea typeface="Calibri"/>
                <a:cs typeface="Calibri"/>
              </a:rPr>
              <a:t>, </a:t>
            </a:r>
            <a:r>
              <a:rPr lang="en-US" err="1">
                <a:ea typeface="Calibri"/>
                <a:cs typeface="Calibri"/>
              </a:rPr>
              <a:t>näiteks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ei</a:t>
            </a:r>
            <a:r>
              <a:rPr lang="en-US">
                <a:ea typeface="Calibri"/>
                <a:cs typeface="Calibri"/>
              </a:rPr>
              <a:t> pea </a:t>
            </a:r>
            <a:r>
              <a:rPr lang="en-US" err="1">
                <a:ea typeface="Calibri"/>
                <a:cs typeface="Calibri"/>
              </a:rPr>
              <a:t>faktitabelis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tooma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välja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kõiki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andmeid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kliendi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kohta</a:t>
            </a:r>
            <a:r>
              <a:rPr lang="en-US">
                <a:ea typeface="Calibri"/>
                <a:cs typeface="Calibri"/>
              </a:rPr>
              <a:t>, </a:t>
            </a:r>
            <a:r>
              <a:rPr lang="en-US" err="1">
                <a:ea typeface="Calibri"/>
                <a:cs typeface="Calibri"/>
              </a:rPr>
              <a:t>vaid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piisab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kliendi</a:t>
            </a:r>
            <a:r>
              <a:rPr lang="en-US">
                <a:ea typeface="Calibri"/>
                <a:cs typeface="Calibri"/>
              </a:rPr>
              <a:t> id </a:t>
            </a:r>
            <a:r>
              <a:rPr lang="en-US" err="1">
                <a:ea typeface="Calibri"/>
                <a:cs typeface="Calibri"/>
              </a:rPr>
              <a:t>viitest</a:t>
            </a:r>
            <a:r>
              <a:rPr lang="en-US">
                <a:ea typeface="Calibri"/>
                <a:cs typeface="Calibri"/>
              </a:rPr>
              <a:t>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4AEED6C-0102-1D79-0E17-682B5AC0ACE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699514-027B-49BD-8B49-5054CA40ECF4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795220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err="1">
                <a:ea typeface="Calibri"/>
                <a:cs typeface="Calibri"/>
              </a:rPr>
              <a:t>Mõõdiku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loogika</a:t>
            </a:r>
            <a:r>
              <a:rPr lang="en-US">
                <a:ea typeface="Calibri"/>
                <a:cs typeface="Calibri"/>
              </a:rPr>
              <a:t>: </a:t>
            </a:r>
            <a:br>
              <a:rPr lang="en-US">
                <a:ea typeface="Calibri"/>
                <a:cs typeface="+mn-lt"/>
              </a:rPr>
            </a:br>
            <a:r>
              <a:rPr lang="en-US">
                <a:ea typeface="Calibri"/>
                <a:cs typeface="Calibri"/>
              </a:rPr>
              <a:t>1) Kui </a:t>
            </a:r>
            <a:r>
              <a:rPr lang="en-US" err="1">
                <a:ea typeface="Calibri"/>
                <a:cs typeface="Calibri"/>
              </a:rPr>
              <a:t>mitu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korda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soovid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sama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asja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kasutada</a:t>
            </a:r>
            <a:r>
              <a:rPr lang="en-US">
                <a:ea typeface="Calibri"/>
                <a:cs typeface="Calibri"/>
              </a:rPr>
              <a:t>, </a:t>
            </a:r>
            <a:r>
              <a:rPr lang="en-US" err="1">
                <a:ea typeface="Calibri"/>
                <a:cs typeface="Calibri"/>
              </a:rPr>
              <a:t>siis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saad</a:t>
            </a:r>
            <a:r>
              <a:rPr lang="en-US">
                <a:ea typeface="Calibri"/>
                <a:cs typeface="Calibri"/>
              </a:rPr>
              <a:t> variable-I VAR </a:t>
            </a:r>
            <a:r>
              <a:rPr lang="en-US" err="1">
                <a:ea typeface="Calibri"/>
                <a:cs typeface="Calibri"/>
              </a:rPr>
              <a:t>märksõnaga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defineerida</a:t>
            </a:r>
            <a:r>
              <a:rPr lang="en-US">
                <a:ea typeface="Calibri"/>
                <a:cs typeface="Calibri"/>
              </a:rPr>
              <a:t>. </a:t>
            </a:r>
            <a:br>
              <a:rPr lang="en-US">
                <a:ea typeface="Calibri"/>
                <a:cs typeface="+mn-lt"/>
              </a:rPr>
            </a:br>
            <a:r>
              <a:rPr lang="en-US">
                <a:ea typeface="Calibri"/>
                <a:cs typeface="Calibri"/>
              </a:rPr>
              <a:t>2) CALCULATE </a:t>
            </a:r>
            <a:r>
              <a:rPr lang="en-US" err="1">
                <a:ea typeface="Calibri"/>
                <a:cs typeface="Calibri"/>
              </a:rPr>
              <a:t>abil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saab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luua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arvutusi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koos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filtritega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tabeli</a:t>
            </a:r>
            <a:r>
              <a:rPr lang="en-US">
                <a:ea typeface="Calibri"/>
                <a:cs typeface="Calibri"/>
              </a:rPr>
              <a:t> peal. </a:t>
            </a:r>
            <a:r>
              <a:rPr lang="en-US" err="1">
                <a:ea typeface="Calibri"/>
                <a:cs typeface="Calibri"/>
              </a:rPr>
              <a:t>Praegusel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juhul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tahame</a:t>
            </a:r>
            <a:r>
              <a:rPr lang="en-US">
                <a:ea typeface="Calibri"/>
                <a:cs typeface="Calibri"/>
              </a:rPr>
              <a:t>, et </a:t>
            </a:r>
            <a:r>
              <a:rPr lang="en-US" err="1">
                <a:ea typeface="Calibri"/>
                <a:cs typeface="Calibri"/>
              </a:rPr>
              <a:t>kuupäeva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filtreerimine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ei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mõjutaks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arvutust</a:t>
            </a:r>
            <a:r>
              <a:rPr lang="en-US">
                <a:ea typeface="Calibri"/>
                <a:cs typeface="Calibri"/>
              </a:rPr>
              <a:t>, </a:t>
            </a:r>
            <a:r>
              <a:rPr lang="en-US" err="1">
                <a:ea typeface="Calibri"/>
                <a:cs typeface="Calibri"/>
              </a:rPr>
              <a:t>seega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kasutame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märksõna</a:t>
            </a:r>
            <a:r>
              <a:rPr lang="en-US">
                <a:ea typeface="Calibri"/>
                <a:cs typeface="Calibri"/>
              </a:rPr>
              <a:t> "ALL" </a:t>
            </a:r>
            <a:r>
              <a:rPr lang="en-US" err="1">
                <a:ea typeface="Calibri"/>
                <a:cs typeface="Calibri"/>
              </a:rPr>
              <a:t>ehk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eemaldame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kõik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filtrid</a:t>
            </a:r>
            <a:r>
              <a:rPr lang="en-US">
                <a:ea typeface="Calibri"/>
                <a:cs typeface="Calibri"/>
              </a:rPr>
              <a:t>.</a:t>
            </a:r>
            <a:br>
              <a:rPr lang="en-US">
                <a:cs typeface="+mn-lt"/>
              </a:rPr>
            </a:br>
            <a:r>
              <a:rPr lang="en-US">
                <a:ea typeface="Calibri"/>
                <a:cs typeface="Calibri"/>
              </a:rPr>
              <a:t>3) MAX </a:t>
            </a:r>
            <a:r>
              <a:rPr lang="en-US" err="1">
                <a:ea typeface="Calibri"/>
                <a:cs typeface="Calibri"/>
              </a:rPr>
              <a:t>leiab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maksimumväärtuse</a:t>
            </a:r>
            <a:br>
              <a:rPr lang="en-US">
                <a:cs typeface="+mn-lt"/>
              </a:rPr>
            </a:br>
            <a:r>
              <a:rPr lang="en-US">
                <a:ea typeface="Calibri"/>
                <a:cs typeface="Calibri"/>
              </a:rPr>
              <a:t>4) MONTH </a:t>
            </a:r>
            <a:r>
              <a:rPr lang="en-US" err="1">
                <a:ea typeface="Calibri"/>
                <a:cs typeface="Calibri"/>
              </a:rPr>
              <a:t>leiab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kuu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numbri</a:t>
            </a:r>
            <a:r>
              <a:rPr lang="en-US">
                <a:ea typeface="Calibri"/>
                <a:cs typeface="Calibri"/>
              </a:rPr>
              <a:t>. </a:t>
            </a:r>
            <a:br>
              <a:rPr lang="en-US">
                <a:ea typeface="Calibri"/>
                <a:cs typeface="+mn-lt"/>
              </a:rPr>
            </a:br>
            <a:r>
              <a:rPr lang="en-US">
                <a:ea typeface="Calibri"/>
                <a:cs typeface="Calibri"/>
              </a:rPr>
              <a:t>5) DAY </a:t>
            </a:r>
            <a:r>
              <a:rPr lang="en-US" err="1">
                <a:ea typeface="Calibri"/>
                <a:cs typeface="Calibri"/>
              </a:rPr>
              <a:t>leiab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päeva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numbri</a:t>
            </a:r>
            <a:r>
              <a:rPr lang="en-US">
                <a:ea typeface="Calibri"/>
                <a:cs typeface="Calibri"/>
              </a:rPr>
              <a:t>. </a:t>
            </a:r>
            <a:br>
              <a:rPr lang="en-US">
                <a:ea typeface="Calibri"/>
                <a:cs typeface="+mn-lt"/>
              </a:rPr>
            </a:br>
            <a:r>
              <a:rPr lang="en-US">
                <a:ea typeface="Calibri"/>
                <a:cs typeface="Calibri"/>
              </a:rPr>
              <a:t>6) RETURN </a:t>
            </a:r>
            <a:r>
              <a:rPr lang="en-US" err="1">
                <a:ea typeface="Calibri"/>
                <a:cs typeface="Calibri"/>
              </a:rPr>
              <a:t>täpsustab</a:t>
            </a:r>
            <a:r>
              <a:rPr lang="en-US">
                <a:ea typeface="Calibri"/>
                <a:cs typeface="Calibri"/>
              </a:rPr>
              <a:t>, et </a:t>
            </a:r>
            <a:r>
              <a:rPr lang="en-US" err="1">
                <a:ea typeface="Calibri"/>
                <a:cs typeface="Calibri"/>
              </a:rPr>
              <a:t>alustame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valemi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osaga</a:t>
            </a:r>
            <a:r>
              <a:rPr lang="en-US">
                <a:ea typeface="Calibri"/>
                <a:cs typeface="Calibri"/>
              </a:rPr>
              <a:t>, mis </a:t>
            </a:r>
            <a:r>
              <a:rPr lang="en-US" err="1">
                <a:ea typeface="Calibri"/>
                <a:cs typeface="Calibri"/>
              </a:rPr>
              <a:t>tagastab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väärtuse</a:t>
            </a:r>
            <a:r>
              <a:rPr lang="en-US">
                <a:ea typeface="Calibri"/>
                <a:cs typeface="Calibri"/>
              </a:rPr>
              <a:t>, </a:t>
            </a:r>
            <a:r>
              <a:rPr lang="en-US" err="1">
                <a:ea typeface="Calibri"/>
                <a:cs typeface="Calibri"/>
              </a:rPr>
              <a:t>mida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soovime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näha</a:t>
            </a:r>
            <a:r>
              <a:rPr lang="en-US">
                <a:ea typeface="Calibri"/>
                <a:cs typeface="Calibri"/>
              </a:rPr>
              <a:t>. </a:t>
            </a:r>
            <a:br>
              <a:rPr lang="en-US">
                <a:cs typeface="+mn-lt"/>
              </a:rPr>
            </a:br>
            <a:r>
              <a:rPr lang="en-US">
                <a:ea typeface="Calibri"/>
                <a:cs typeface="Calibri"/>
              </a:rPr>
              <a:t>7) </a:t>
            </a:r>
            <a:r>
              <a:rPr lang="en-US" err="1">
                <a:ea typeface="Calibri"/>
                <a:cs typeface="Calibri"/>
              </a:rPr>
              <a:t>Kasutame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uuesti</a:t>
            </a:r>
            <a:r>
              <a:rPr lang="en-US">
                <a:ea typeface="Calibri"/>
                <a:cs typeface="Calibri"/>
              </a:rPr>
              <a:t> CALCULATE, et </a:t>
            </a:r>
            <a:r>
              <a:rPr lang="en-US" err="1">
                <a:ea typeface="Calibri"/>
                <a:cs typeface="Calibri"/>
              </a:rPr>
              <a:t>lisada</a:t>
            </a:r>
            <a:r>
              <a:rPr lang="en-US">
                <a:ea typeface="Calibri"/>
                <a:cs typeface="Calibri"/>
              </a:rPr>
              <a:t> filter. </a:t>
            </a:r>
            <a:br>
              <a:rPr lang="en-US">
                <a:ea typeface="Calibri"/>
                <a:cs typeface="+mn-lt"/>
              </a:rPr>
            </a:br>
            <a:r>
              <a:rPr lang="en-US">
                <a:ea typeface="Calibri"/>
                <a:cs typeface="Calibri"/>
              </a:rPr>
              <a:t>8) </a:t>
            </a:r>
            <a:r>
              <a:rPr lang="en-US" err="1">
                <a:ea typeface="Calibri"/>
                <a:cs typeface="Calibri"/>
              </a:rPr>
              <a:t>Täpsustame</a:t>
            </a:r>
            <a:r>
              <a:rPr lang="en-US">
                <a:ea typeface="Calibri"/>
                <a:cs typeface="Calibri"/>
              </a:rPr>
              <a:t> SUM </a:t>
            </a:r>
            <a:r>
              <a:rPr lang="en-US" err="1">
                <a:ea typeface="Calibri"/>
                <a:cs typeface="Calibri"/>
              </a:rPr>
              <a:t>abil</a:t>
            </a:r>
            <a:r>
              <a:rPr lang="en-US">
                <a:ea typeface="Calibri"/>
                <a:cs typeface="Calibri"/>
              </a:rPr>
              <a:t>, et </a:t>
            </a:r>
            <a:r>
              <a:rPr lang="en-US" err="1">
                <a:ea typeface="Calibri"/>
                <a:cs typeface="Calibri"/>
              </a:rPr>
              <a:t>soovime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müügisummat</a:t>
            </a:r>
            <a:r>
              <a:rPr lang="en-US">
                <a:ea typeface="Calibri"/>
                <a:cs typeface="Calibri"/>
              </a:rPr>
              <a:t>. </a:t>
            </a:r>
            <a:br>
              <a:rPr lang="en-US">
                <a:ea typeface="Calibri"/>
                <a:cs typeface="+mn-lt"/>
              </a:rPr>
            </a:br>
            <a:r>
              <a:rPr lang="en-US">
                <a:ea typeface="Calibri"/>
                <a:cs typeface="Calibri"/>
              </a:rPr>
              <a:t>9) </a:t>
            </a:r>
            <a:r>
              <a:rPr lang="en-US" err="1">
                <a:ea typeface="Calibri"/>
                <a:cs typeface="Calibri"/>
              </a:rPr>
              <a:t>Lisame</a:t>
            </a:r>
            <a:r>
              <a:rPr lang="en-US">
                <a:ea typeface="Calibri"/>
                <a:cs typeface="Calibri"/>
              </a:rPr>
              <a:t> FILTER </a:t>
            </a:r>
            <a:r>
              <a:rPr lang="en-US" err="1">
                <a:ea typeface="Calibri"/>
                <a:cs typeface="Calibri"/>
              </a:rPr>
              <a:t>tingimuse</a:t>
            </a:r>
            <a:r>
              <a:rPr lang="en-US">
                <a:ea typeface="Calibri"/>
                <a:cs typeface="Calibri"/>
              </a:rPr>
              <a:t> ja </a:t>
            </a:r>
            <a:r>
              <a:rPr lang="en-US" err="1">
                <a:ea typeface="Calibri"/>
                <a:cs typeface="Calibri"/>
              </a:rPr>
              <a:t>täpsustame</a:t>
            </a:r>
            <a:r>
              <a:rPr lang="en-US">
                <a:ea typeface="Calibri"/>
                <a:cs typeface="Calibri"/>
              </a:rPr>
              <a:t>, </a:t>
            </a:r>
            <a:r>
              <a:rPr lang="en-US" err="1">
                <a:ea typeface="Calibri"/>
                <a:cs typeface="Calibri"/>
              </a:rPr>
              <a:t>millist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tabelit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filtreerida</a:t>
            </a:r>
            <a:r>
              <a:rPr lang="en-US">
                <a:ea typeface="Calibri"/>
                <a:cs typeface="Calibri"/>
              </a:rPr>
              <a:t>. See </a:t>
            </a:r>
            <a:r>
              <a:rPr lang="en-US" err="1">
                <a:ea typeface="Calibri"/>
                <a:cs typeface="Calibri"/>
              </a:rPr>
              <a:t>aitab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loetavusele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kaasa</a:t>
            </a:r>
            <a:r>
              <a:rPr lang="en-US">
                <a:ea typeface="Calibri"/>
                <a:cs typeface="Calibri"/>
              </a:rPr>
              <a:t>.</a:t>
            </a:r>
            <a:br>
              <a:rPr lang="en-US">
                <a:ea typeface="Calibri"/>
                <a:cs typeface="+mn-lt"/>
              </a:rPr>
            </a:br>
            <a:r>
              <a:rPr lang="en-US">
                <a:ea typeface="Calibri"/>
                <a:cs typeface="Calibri"/>
              </a:rPr>
              <a:t>10) </a:t>
            </a:r>
            <a:r>
              <a:rPr lang="en-US" err="1">
                <a:ea typeface="Calibri"/>
                <a:cs typeface="Calibri"/>
              </a:rPr>
              <a:t>Võtame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kõik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kuud</a:t>
            </a:r>
            <a:r>
              <a:rPr lang="en-US">
                <a:ea typeface="Calibri"/>
                <a:cs typeface="Calibri"/>
              </a:rPr>
              <a:t>, mis on </a:t>
            </a:r>
            <a:r>
              <a:rPr lang="en-US" err="1">
                <a:ea typeface="Calibri"/>
                <a:cs typeface="Calibri"/>
              </a:rPr>
              <a:t>enne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viimast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müügikuud</a:t>
            </a:r>
            <a:br>
              <a:rPr lang="en-US">
                <a:cs typeface="+mn-lt"/>
              </a:rPr>
            </a:br>
            <a:r>
              <a:rPr lang="en-US">
                <a:ea typeface="Calibri"/>
                <a:cs typeface="Calibri"/>
              </a:rPr>
              <a:t>11) </a:t>
            </a:r>
            <a:r>
              <a:rPr lang="en-US" err="1">
                <a:ea typeface="Calibri"/>
                <a:cs typeface="Calibri"/>
              </a:rPr>
              <a:t>Võtame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kõik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päevad</a:t>
            </a:r>
            <a:r>
              <a:rPr lang="en-US">
                <a:ea typeface="Calibri"/>
                <a:cs typeface="Calibri"/>
              </a:rPr>
              <a:t>, mis on </a:t>
            </a:r>
            <a:r>
              <a:rPr lang="en-US" err="1">
                <a:ea typeface="Calibri"/>
                <a:cs typeface="Calibri"/>
              </a:rPr>
              <a:t>sel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kuul</a:t>
            </a:r>
            <a:r>
              <a:rPr lang="en-US">
                <a:ea typeface="Calibri"/>
                <a:cs typeface="Calibri"/>
              </a:rPr>
              <a:t> ja </a:t>
            </a:r>
            <a:r>
              <a:rPr lang="en-US" err="1">
                <a:ea typeface="Calibri"/>
                <a:cs typeface="Calibri"/>
              </a:rPr>
              <a:t>enne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viimast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müügipäeva</a:t>
            </a:r>
            <a:r>
              <a:rPr lang="en-US">
                <a:ea typeface="Calibri"/>
                <a:cs typeface="Calibri"/>
              </a:rPr>
              <a:t>.</a:t>
            </a:r>
          </a:p>
          <a:p>
            <a:endParaRPr lang="en-US">
              <a:ea typeface="Calibri"/>
              <a:cs typeface="Calibri"/>
            </a:endParaRPr>
          </a:p>
          <a:p>
            <a:r>
              <a:rPr lang="en-US" err="1">
                <a:ea typeface="Calibri"/>
                <a:cs typeface="Calibri"/>
              </a:rPr>
              <a:t>Kontrollime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risttabelist</a:t>
            </a:r>
            <a:r>
              <a:rPr lang="en-US">
                <a:ea typeface="Calibri"/>
                <a:cs typeface="Calibri"/>
              </a:rPr>
              <a:t>, kas </a:t>
            </a:r>
            <a:r>
              <a:rPr lang="en-US" err="1">
                <a:ea typeface="Calibri"/>
                <a:cs typeface="Calibri"/>
              </a:rPr>
              <a:t>saadud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arvutus</a:t>
            </a:r>
            <a:r>
              <a:rPr lang="en-US">
                <a:ea typeface="Calibri"/>
                <a:cs typeface="Calibri"/>
              </a:rPr>
              <a:t> on </a:t>
            </a:r>
            <a:r>
              <a:rPr lang="en-US" err="1">
                <a:ea typeface="Calibri"/>
                <a:cs typeface="Calibri"/>
              </a:rPr>
              <a:t>õige</a:t>
            </a:r>
            <a:r>
              <a:rPr lang="en-US">
                <a:ea typeface="Calibri"/>
                <a:cs typeface="Calibri"/>
              </a:rPr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699514-027B-49BD-8B49-5054CA40ECF4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555455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384E4D-E6A4-451E-077B-7FB47143E0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EC97F2C-A8D7-5EAA-6826-027C5FB142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D532C65-CA1C-67FB-FFC4-7C38947088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err="1">
                <a:ea typeface="Calibri"/>
                <a:cs typeface="Calibri"/>
              </a:rPr>
              <a:t>Kontrollime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risttabelist</a:t>
            </a:r>
            <a:r>
              <a:rPr lang="en-US">
                <a:ea typeface="Calibri"/>
                <a:cs typeface="Calibri"/>
              </a:rPr>
              <a:t>, kas </a:t>
            </a:r>
            <a:r>
              <a:rPr lang="en-US" err="1">
                <a:ea typeface="Calibri"/>
                <a:cs typeface="Calibri"/>
              </a:rPr>
              <a:t>saadud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arvutus</a:t>
            </a:r>
            <a:r>
              <a:rPr lang="en-US">
                <a:ea typeface="Calibri"/>
                <a:cs typeface="Calibri"/>
              </a:rPr>
              <a:t> on </a:t>
            </a:r>
            <a:r>
              <a:rPr lang="en-US" err="1">
                <a:ea typeface="Calibri"/>
                <a:cs typeface="Calibri"/>
              </a:rPr>
              <a:t>õige</a:t>
            </a:r>
            <a:r>
              <a:rPr lang="en-US">
                <a:ea typeface="Calibri"/>
                <a:cs typeface="Calibri"/>
              </a:rPr>
              <a:t>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53414F-9F7E-E6DD-3967-23DECDE3D10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699514-027B-49BD-8B49-5054CA40ECF4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580658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err="1">
                <a:ea typeface="Calibri"/>
                <a:cs typeface="Calibri"/>
              </a:rPr>
              <a:t>Erinevate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sammude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vahel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edasi-tagasi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liikumine</a:t>
            </a:r>
            <a:r>
              <a:rPr lang="en-US">
                <a:ea typeface="Calibri"/>
                <a:cs typeface="Calibri"/>
              </a:rPr>
              <a:t>. See on </a:t>
            </a:r>
            <a:r>
              <a:rPr lang="en-US" err="1">
                <a:ea typeface="Calibri"/>
                <a:cs typeface="Calibri"/>
              </a:rPr>
              <a:t>ideaalprotsess</a:t>
            </a:r>
            <a:r>
              <a:rPr lang="en-US">
                <a:ea typeface="Calibri"/>
                <a:cs typeface="Calibri"/>
              </a:rPr>
              <a:t>, </a:t>
            </a:r>
            <a:r>
              <a:rPr lang="en-US" err="1">
                <a:ea typeface="Calibri"/>
                <a:cs typeface="Calibri"/>
              </a:rPr>
              <a:t>pärismaailmas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peab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liikuma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sammude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vahel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edasi-tagasi</a:t>
            </a:r>
            <a:r>
              <a:rPr lang="en-US">
                <a:ea typeface="Calibri"/>
                <a:cs typeface="Calibri"/>
              </a:rPr>
              <a:t>. </a:t>
            </a:r>
            <a:br>
              <a:rPr lang="en-US">
                <a:ea typeface="Calibri"/>
                <a:cs typeface="+mn-lt"/>
              </a:rPr>
            </a:br>
            <a:r>
              <a:rPr lang="en-US" err="1">
                <a:ea typeface="Calibri"/>
                <a:cs typeface="Calibri"/>
              </a:rPr>
              <a:t>Äriküsimuste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osas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uuri</a:t>
            </a:r>
            <a:r>
              <a:rPr lang="en-US">
                <a:ea typeface="Calibri"/>
                <a:cs typeface="Calibri"/>
              </a:rPr>
              <a:t> – </a:t>
            </a:r>
            <a:r>
              <a:rPr lang="en-US" err="1">
                <a:ea typeface="Calibri"/>
                <a:cs typeface="Calibri"/>
              </a:rPr>
              <a:t>miks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seda</a:t>
            </a:r>
            <a:r>
              <a:rPr lang="en-US">
                <a:ea typeface="Calibri"/>
                <a:cs typeface="Calibri"/>
              </a:rPr>
              <a:t> on </a:t>
            </a:r>
            <a:r>
              <a:rPr lang="en-US" err="1">
                <a:ea typeface="Calibri"/>
                <a:cs typeface="Calibri"/>
              </a:rPr>
              <a:t>vaja</a:t>
            </a:r>
            <a:r>
              <a:rPr lang="en-US">
                <a:ea typeface="Calibri"/>
                <a:cs typeface="Calibri"/>
              </a:rPr>
              <a:t>? </a:t>
            </a:r>
            <a:r>
              <a:rPr lang="en-US" err="1">
                <a:ea typeface="Calibri"/>
                <a:cs typeface="Calibri"/>
              </a:rPr>
              <a:t>Vajalik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prioritiseerida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eri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teemasid</a:t>
            </a:r>
            <a:r>
              <a:rPr lang="en-US">
                <a:ea typeface="Calibri"/>
                <a:cs typeface="Calibri"/>
              </a:rPr>
              <a:t>. Aru </a:t>
            </a:r>
            <a:r>
              <a:rPr lang="en-US" err="1">
                <a:ea typeface="Calibri"/>
                <a:cs typeface="Calibri"/>
              </a:rPr>
              <a:t>saada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ärilisest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vajadusest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ning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millised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probleemid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vajavad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esmajoones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lahendamist</a:t>
            </a:r>
            <a:r>
              <a:rPr lang="en-US">
                <a:ea typeface="Calibri"/>
                <a:cs typeface="Calibri"/>
              </a:rPr>
              <a:t>.</a:t>
            </a:r>
            <a:br>
              <a:rPr lang="en-US">
                <a:ea typeface="Calibri"/>
                <a:cs typeface="+mn-lt"/>
              </a:rPr>
            </a:br>
            <a:r>
              <a:rPr lang="en-US">
                <a:ea typeface="Calibri"/>
                <a:cs typeface="Calibri"/>
              </a:rPr>
              <a:t>Kas </a:t>
            </a:r>
            <a:r>
              <a:rPr lang="en-US" err="1">
                <a:ea typeface="Calibri"/>
                <a:cs typeface="Calibri"/>
              </a:rPr>
              <a:t>andmestik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püsib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ajas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sama</a:t>
            </a:r>
            <a:r>
              <a:rPr lang="en-US">
                <a:ea typeface="Calibri"/>
                <a:cs typeface="Calibri"/>
              </a:rPr>
              <a:t>? </a:t>
            </a:r>
            <a:r>
              <a:rPr lang="en-US" err="1">
                <a:ea typeface="Calibri"/>
                <a:cs typeface="Calibri"/>
              </a:rPr>
              <a:t>Vajalik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koostöös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teiste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kolleegidega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kokku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leppida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põhimõisted</a:t>
            </a:r>
            <a:r>
              <a:rPr lang="en-US">
                <a:ea typeface="Calibri"/>
                <a:cs typeface="Calibri"/>
              </a:rPr>
              <a:t> ja </a:t>
            </a:r>
            <a:r>
              <a:rPr lang="en-US" err="1">
                <a:ea typeface="Calibri"/>
                <a:cs typeface="Calibri"/>
              </a:rPr>
              <a:t>andmed</a:t>
            </a:r>
            <a:r>
              <a:rPr lang="en-US">
                <a:ea typeface="Calibri"/>
                <a:cs typeface="Calibri"/>
              </a:rPr>
              <a:t> ja </a:t>
            </a:r>
            <a:r>
              <a:rPr lang="en-US" err="1">
                <a:ea typeface="Calibri"/>
                <a:cs typeface="Calibri"/>
              </a:rPr>
              <a:t>nende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püsivus</a:t>
            </a:r>
            <a:r>
              <a:rPr lang="en-US">
                <a:ea typeface="Calibri"/>
                <a:cs typeface="Calibri"/>
              </a:rPr>
              <a:t>. </a:t>
            </a:r>
            <a:br>
              <a:rPr lang="en-US">
                <a:cs typeface="+mn-lt"/>
              </a:rPr>
            </a:br>
            <a:r>
              <a:rPr lang="en-US">
                <a:ea typeface="Calibri"/>
                <a:cs typeface="Calibri"/>
              </a:rPr>
              <a:t>Eri </a:t>
            </a:r>
            <a:r>
              <a:rPr lang="en-US" err="1">
                <a:ea typeface="Calibri"/>
                <a:cs typeface="Calibri"/>
              </a:rPr>
              <a:t>liiki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protsessid</a:t>
            </a:r>
            <a:r>
              <a:rPr lang="en-US">
                <a:ea typeface="Calibri"/>
                <a:cs typeface="Calibri"/>
              </a:rPr>
              <a:t> - </a:t>
            </a:r>
            <a:r>
              <a:rPr lang="en-US" err="1">
                <a:ea typeface="Calibri"/>
                <a:cs typeface="Calibri"/>
              </a:rPr>
              <a:t>ühekordne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analüüs</a:t>
            </a:r>
            <a:r>
              <a:rPr lang="en-US">
                <a:ea typeface="Calibri"/>
                <a:cs typeface="Calibri"/>
              </a:rPr>
              <a:t> vs </a:t>
            </a:r>
            <a:r>
              <a:rPr lang="en-US" err="1">
                <a:ea typeface="Calibri"/>
                <a:cs typeface="Calibri"/>
              </a:rPr>
              <a:t>pidev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monitoorimine</a:t>
            </a:r>
            <a:r>
              <a:rPr lang="en-US">
                <a:ea typeface="Calibri"/>
                <a:cs typeface="Calibri"/>
              </a:rPr>
              <a:t>. </a:t>
            </a:r>
            <a:br>
              <a:rPr lang="en-US">
                <a:ea typeface="Calibri"/>
                <a:cs typeface="+mn-lt"/>
              </a:rPr>
            </a:br>
            <a:r>
              <a:rPr lang="en-US" err="1">
                <a:ea typeface="Calibri"/>
                <a:cs typeface="Calibri"/>
              </a:rPr>
              <a:t>Skeemil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jooned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kahesuunaliseks</a:t>
            </a:r>
            <a:r>
              <a:rPr lang="en-US">
                <a:ea typeface="Calibri"/>
                <a:cs typeface="Calibri"/>
              </a:rPr>
              <a:t> ja </a:t>
            </a:r>
            <a:r>
              <a:rPr lang="en-US" err="1">
                <a:ea typeface="Calibri"/>
                <a:cs typeface="Calibri"/>
              </a:rPr>
              <a:t>rõhutada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koostööle</a:t>
            </a:r>
            <a:r>
              <a:rPr lang="en-US">
                <a:ea typeface="Calibri"/>
                <a:cs typeface="Calibri"/>
              </a:rPr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699514-027B-49BD-8B49-5054CA40ECF4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334421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182EBF-720A-6220-9DE1-007A66C6A3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EC94920-79A3-0C85-8B4F-B625F4BDB8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B41CEDD-D6A7-2ED6-0923-C1E3178CF38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err="1"/>
              <a:t>Kirjeldav</a:t>
            </a:r>
            <a:r>
              <a:rPr lang="en-US" b="1"/>
              <a:t> </a:t>
            </a:r>
            <a:r>
              <a:rPr lang="en-US" b="1" err="1"/>
              <a:t>analüüs</a:t>
            </a:r>
            <a:endParaRPr lang="en-US" err="1"/>
          </a:p>
          <a:p>
            <a:r>
              <a:rPr lang="en-US" err="1"/>
              <a:t>Kirjeldava</a:t>
            </a:r>
            <a:r>
              <a:rPr lang="en-US"/>
              <a:t> </a:t>
            </a:r>
            <a:r>
              <a:rPr lang="en-US" err="1"/>
              <a:t>analüüsi</a:t>
            </a:r>
            <a:r>
              <a:rPr lang="en-US"/>
              <a:t> </a:t>
            </a:r>
            <a:r>
              <a:rPr lang="en-US" err="1"/>
              <a:t>käigus</a:t>
            </a:r>
            <a:r>
              <a:rPr lang="en-US"/>
              <a:t> </a:t>
            </a:r>
            <a:r>
              <a:rPr lang="en-US" err="1"/>
              <a:t>analüüsitakse</a:t>
            </a:r>
            <a:r>
              <a:rPr lang="en-US"/>
              <a:t> </a:t>
            </a:r>
            <a:r>
              <a:rPr lang="en-US" err="1"/>
              <a:t>varasemaid</a:t>
            </a:r>
            <a:r>
              <a:rPr lang="en-US"/>
              <a:t> </a:t>
            </a:r>
            <a:r>
              <a:rPr lang="en-US" err="1"/>
              <a:t>andmeid</a:t>
            </a:r>
            <a:r>
              <a:rPr lang="en-US"/>
              <a:t>, et </a:t>
            </a:r>
            <a:r>
              <a:rPr lang="en-US" err="1"/>
              <a:t>mõista</a:t>
            </a:r>
            <a:r>
              <a:rPr lang="en-US"/>
              <a:t> </a:t>
            </a:r>
            <a:r>
              <a:rPr lang="en-US" err="1"/>
              <a:t>trende</a:t>
            </a:r>
            <a:r>
              <a:rPr lang="en-US"/>
              <a:t> ja </a:t>
            </a:r>
            <a:r>
              <a:rPr lang="en-US" err="1"/>
              <a:t>mustreid</a:t>
            </a:r>
            <a:r>
              <a:rPr lang="en-US"/>
              <a:t>. </a:t>
            </a:r>
            <a:r>
              <a:rPr lang="en-US" err="1"/>
              <a:t>Näiteks</a:t>
            </a:r>
            <a:r>
              <a:rPr lang="en-US"/>
              <a:t> </a:t>
            </a:r>
            <a:r>
              <a:rPr lang="en-US" err="1"/>
              <a:t>võib</a:t>
            </a:r>
            <a:r>
              <a:rPr lang="en-US"/>
              <a:t> </a:t>
            </a:r>
            <a:r>
              <a:rPr lang="en-US" err="1"/>
              <a:t>üheks</a:t>
            </a:r>
            <a:r>
              <a:rPr lang="en-US"/>
              <a:t> </a:t>
            </a:r>
            <a:r>
              <a:rPr lang="en-US" err="1"/>
              <a:t>vaadeldavaks</a:t>
            </a:r>
            <a:r>
              <a:rPr lang="en-US"/>
              <a:t> </a:t>
            </a:r>
            <a:r>
              <a:rPr lang="en-US" err="1"/>
              <a:t>aspektiks</a:t>
            </a:r>
            <a:r>
              <a:rPr lang="en-US"/>
              <a:t> olla </a:t>
            </a:r>
            <a:r>
              <a:rPr lang="en-US" err="1"/>
              <a:t>teatud</a:t>
            </a:r>
            <a:r>
              <a:rPr lang="en-US"/>
              <a:t> </a:t>
            </a:r>
            <a:r>
              <a:rPr lang="en-US" err="1"/>
              <a:t>peamiste</a:t>
            </a:r>
            <a:r>
              <a:rPr lang="en-US"/>
              <a:t> </a:t>
            </a:r>
            <a:r>
              <a:rPr lang="en-US" err="1"/>
              <a:t>tulemusnäitajate</a:t>
            </a:r>
            <a:r>
              <a:rPr lang="en-US"/>
              <a:t>, </a:t>
            </a:r>
            <a:r>
              <a:rPr lang="en-US" err="1"/>
              <a:t>nagu</a:t>
            </a:r>
            <a:r>
              <a:rPr lang="en-US"/>
              <a:t> </a:t>
            </a:r>
            <a:r>
              <a:rPr lang="en-US" err="1"/>
              <a:t>investeeringute</a:t>
            </a:r>
            <a:r>
              <a:rPr lang="en-US"/>
              <a:t> </a:t>
            </a:r>
            <a:r>
              <a:rPr lang="en-US" err="1"/>
              <a:t>tootlus</a:t>
            </a:r>
            <a:r>
              <a:rPr lang="en-US"/>
              <a:t>, </a:t>
            </a:r>
            <a:r>
              <a:rPr lang="en-US" err="1"/>
              <a:t>saavutamise</a:t>
            </a:r>
            <a:r>
              <a:rPr lang="en-US"/>
              <a:t> </a:t>
            </a:r>
            <a:r>
              <a:rPr lang="en-US" err="1"/>
              <a:t>õnnestumine</a:t>
            </a:r>
            <a:r>
              <a:rPr lang="en-US"/>
              <a:t> </a:t>
            </a:r>
            <a:r>
              <a:rPr lang="en-US" err="1"/>
              <a:t>või</a:t>
            </a:r>
            <a:r>
              <a:rPr lang="en-US"/>
              <a:t> </a:t>
            </a:r>
            <a:r>
              <a:rPr lang="en-US" err="1"/>
              <a:t>ebaõnnestumine</a:t>
            </a:r>
            <a:r>
              <a:rPr lang="en-US"/>
              <a:t>.</a:t>
            </a:r>
            <a:endParaRPr lang="en-US">
              <a:ea typeface="Calibri"/>
              <a:cs typeface="Calibri"/>
            </a:endParaRPr>
          </a:p>
          <a:p>
            <a:r>
              <a:rPr lang="en-US" err="1"/>
              <a:t>Kirjeldava</a:t>
            </a:r>
            <a:r>
              <a:rPr lang="en-US"/>
              <a:t> </a:t>
            </a:r>
            <a:r>
              <a:rPr lang="en-US" err="1"/>
              <a:t>analüüsi</a:t>
            </a:r>
            <a:r>
              <a:rPr lang="en-US"/>
              <a:t> </a:t>
            </a:r>
            <a:r>
              <a:rPr lang="en-US" err="1"/>
              <a:t>näiteks</a:t>
            </a:r>
            <a:r>
              <a:rPr lang="en-US"/>
              <a:t> on </a:t>
            </a:r>
            <a:r>
              <a:rPr lang="en-US" err="1"/>
              <a:t>aruannete</a:t>
            </a:r>
            <a:r>
              <a:rPr lang="en-US"/>
              <a:t> </a:t>
            </a:r>
            <a:r>
              <a:rPr lang="en-US" err="1"/>
              <a:t>koostamine</a:t>
            </a:r>
            <a:r>
              <a:rPr lang="en-US"/>
              <a:t> </a:t>
            </a:r>
            <a:r>
              <a:rPr lang="en-US" err="1"/>
              <a:t>eesmärgiga</a:t>
            </a:r>
            <a:r>
              <a:rPr lang="en-US"/>
              <a:t> </a:t>
            </a:r>
            <a:r>
              <a:rPr lang="en-US" err="1"/>
              <a:t>anda</a:t>
            </a:r>
            <a:r>
              <a:rPr lang="en-US"/>
              <a:t> </a:t>
            </a:r>
            <a:r>
              <a:rPr lang="en-US" err="1"/>
              <a:t>organisatsiooni</a:t>
            </a:r>
            <a:r>
              <a:rPr lang="en-US"/>
              <a:t> </a:t>
            </a:r>
            <a:r>
              <a:rPr lang="en-US" err="1"/>
              <a:t>müügi</a:t>
            </a:r>
            <a:r>
              <a:rPr lang="en-US"/>
              <a:t>- ja </a:t>
            </a:r>
            <a:r>
              <a:rPr lang="en-US" err="1"/>
              <a:t>finantsandmetest</a:t>
            </a:r>
            <a:r>
              <a:rPr lang="en-US"/>
              <a:t> </a:t>
            </a:r>
            <a:r>
              <a:rPr lang="en-US" err="1"/>
              <a:t>ülevaade</a:t>
            </a:r>
            <a:r>
              <a:rPr lang="en-US"/>
              <a:t>, </a:t>
            </a:r>
            <a:r>
              <a:rPr lang="en-US" err="1"/>
              <a:t>mille</a:t>
            </a:r>
            <a:r>
              <a:rPr lang="en-US"/>
              <a:t> </a:t>
            </a:r>
            <a:r>
              <a:rPr lang="en-US" err="1"/>
              <a:t>alusel</a:t>
            </a:r>
            <a:r>
              <a:rPr lang="en-US"/>
              <a:t> </a:t>
            </a:r>
            <a:r>
              <a:rPr lang="en-US" err="1"/>
              <a:t>saaks</a:t>
            </a:r>
            <a:r>
              <a:rPr lang="en-US"/>
              <a:t> </a:t>
            </a:r>
            <a:r>
              <a:rPr lang="en-US" err="1"/>
              <a:t>teha</a:t>
            </a:r>
            <a:r>
              <a:rPr lang="en-US"/>
              <a:t> </a:t>
            </a:r>
            <a:r>
              <a:rPr lang="en-US" err="1"/>
              <a:t>olulisi</a:t>
            </a:r>
            <a:r>
              <a:rPr lang="en-US"/>
              <a:t> </a:t>
            </a:r>
            <a:r>
              <a:rPr lang="en-US" err="1"/>
              <a:t>järeldusi</a:t>
            </a:r>
            <a:r>
              <a:rPr lang="en-US"/>
              <a:t> </a:t>
            </a:r>
            <a:r>
              <a:rPr lang="en-US" err="1"/>
              <a:t>varasemate</a:t>
            </a:r>
            <a:r>
              <a:rPr lang="en-US"/>
              <a:t> </a:t>
            </a:r>
            <a:r>
              <a:rPr lang="en-US" err="1"/>
              <a:t>tegevuste</a:t>
            </a:r>
            <a:r>
              <a:rPr lang="en-US"/>
              <a:t> ja </a:t>
            </a:r>
            <a:r>
              <a:rPr lang="en-US" err="1"/>
              <a:t>tulemuste</a:t>
            </a:r>
            <a:r>
              <a:rPr lang="en-US"/>
              <a:t> </a:t>
            </a:r>
            <a:r>
              <a:rPr lang="en-US" err="1"/>
              <a:t>kohta</a:t>
            </a:r>
            <a:r>
              <a:rPr lang="en-US"/>
              <a:t>.</a:t>
            </a:r>
            <a:endParaRPr lang="en-US">
              <a:ea typeface="Calibri"/>
              <a:cs typeface="Calibri"/>
            </a:endParaRPr>
          </a:p>
          <a:p>
            <a:r>
              <a:rPr lang="en-US" b="1" err="1"/>
              <a:t>Ennustav</a:t>
            </a:r>
            <a:r>
              <a:rPr lang="en-US" b="1"/>
              <a:t> </a:t>
            </a:r>
            <a:r>
              <a:rPr lang="en-US" b="1" err="1"/>
              <a:t>analüüs</a:t>
            </a:r>
            <a:endParaRPr lang="en-US" err="1"/>
          </a:p>
          <a:p>
            <a:r>
              <a:rPr lang="en-US" err="1"/>
              <a:t>Ennustav</a:t>
            </a:r>
            <a:r>
              <a:rPr lang="en-US"/>
              <a:t> </a:t>
            </a:r>
            <a:r>
              <a:rPr lang="en-US" err="1"/>
              <a:t>analüüs</a:t>
            </a:r>
            <a:r>
              <a:rPr lang="en-US"/>
              <a:t> </a:t>
            </a:r>
            <a:r>
              <a:rPr lang="en-US" err="1"/>
              <a:t>kasutab</a:t>
            </a:r>
            <a:r>
              <a:rPr lang="en-US"/>
              <a:t> </a:t>
            </a:r>
            <a:r>
              <a:rPr lang="en-US" err="1"/>
              <a:t>ajaloolisi</a:t>
            </a:r>
            <a:r>
              <a:rPr lang="en-US"/>
              <a:t> </a:t>
            </a:r>
            <a:r>
              <a:rPr lang="en-US" err="1"/>
              <a:t>andmeid</a:t>
            </a:r>
            <a:r>
              <a:rPr lang="en-US"/>
              <a:t>, et </a:t>
            </a:r>
            <a:r>
              <a:rPr lang="en-US" err="1"/>
              <a:t>ennustada</a:t>
            </a:r>
            <a:r>
              <a:rPr lang="en-US"/>
              <a:t>, mis </a:t>
            </a:r>
            <a:r>
              <a:rPr lang="en-US" err="1"/>
              <a:t>tulevikus</a:t>
            </a:r>
            <a:r>
              <a:rPr lang="en-US"/>
              <a:t> </a:t>
            </a:r>
            <a:r>
              <a:rPr lang="en-US" err="1"/>
              <a:t>juhtuda</a:t>
            </a:r>
            <a:r>
              <a:rPr lang="en-US"/>
              <a:t> </a:t>
            </a:r>
            <a:r>
              <a:rPr lang="en-US" err="1"/>
              <a:t>võib</a:t>
            </a:r>
            <a:r>
              <a:rPr lang="en-US"/>
              <a:t>. </a:t>
            </a:r>
            <a:r>
              <a:rPr lang="en-US" err="1"/>
              <a:t>Näiteks</a:t>
            </a:r>
            <a:r>
              <a:rPr lang="en-US"/>
              <a:t> </a:t>
            </a:r>
            <a:r>
              <a:rPr lang="en-US" err="1"/>
              <a:t>võidakse</a:t>
            </a:r>
            <a:r>
              <a:rPr lang="en-US"/>
              <a:t> </a:t>
            </a:r>
            <a:r>
              <a:rPr lang="en-US" err="1"/>
              <a:t>tuvastada</a:t>
            </a:r>
            <a:r>
              <a:rPr lang="en-US"/>
              <a:t> </a:t>
            </a:r>
            <a:r>
              <a:rPr lang="en-US" err="1"/>
              <a:t>andmetes</a:t>
            </a:r>
            <a:r>
              <a:rPr lang="en-US"/>
              <a:t> </a:t>
            </a:r>
            <a:r>
              <a:rPr lang="en-US" err="1"/>
              <a:t>varasemaid</a:t>
            </a:r>
            <a:r>
              <a:rPr lang="en-US"/>
              <a:t> </a:t>
            </a:r>
            <a:r>
              <a:rPr lang="en-US" err="1"/>
              <a:t>trende</a:t>
            </a:r>
            <a:r>
              <a:rPr lang="en-US"/>
              <a:t>, et </a:t>
            </a:r>
            <a:r>
              <a:rPr lang="en-US" err="1"/>
              <a:t>teha</a:t>
            </a:r>
            <a:r>
              <a:rPr lang="en-US"/>
              <a:t> </a:t>
            </a:r>
            <a:r>
              <a:rPr lang="en-US" err="1"/>
              <a:t>kindlaks</a:t>
            </a:r>
            <a:r>
              <a:rPr lang="en-US"/>
              <a:t>, kas need </a:t>
            </a:r>
            <a:r>
              <a:rPr lang="en-US" err="1"/>
              <a:t>võivad</a:t>
            </a:r>
            <a:r>
              <a:rPr lang="en-US"/>
              <a:t> </a:t>
            </a:r>
            <a:r>
              <a:rPr lang="en-US" err="1"/>
              <a:t>korduda</a:t>
            </a:r>
            <a:r>
              <a:rPr lang="en-US"/>
              <a:t>.</a:t>
            </a:r>
            <a:endParaRPr lang="en-US">
              <a:ea typeface="Calibri"/>
              <a:cs typeface="Calibri"/>
            </a:endParaRPr>
          </a:p>
          <a:p>
            <a:r>
              <a:rPr lang="en-US" err="1"/>
              <a:t>Meetodid</a:t>
            </a:r>
            <a:r>
              <a:rPr lang="en-US"/>
              <a:t> </a:t>
            </a:r>
            <a:r>
              <a:rPr lang="en-US" err="1"/>
              <a:t>hõlmavad</a:t>
            </a:r>
            <a:r>
              <a:rPr lang="en-US"/>
              <a:t> </a:t>
            </a:r>
            <a:r>
              <a:rPr lang="en-US" err="1"/>
              <a:t>mitmesuguseid</a:t>
            </a:r>
            <a:r>
              <a:rPr lang="en-US"/>
              <a:t> </a:t>
            </a:r>
            <a:r>
              <a:rPr lang="en-US" err="1"/>
              <a:t>statistilisi</a:t>
            </a:r>
            <a:r>
              <a:rPr lang="en-US"/>
              <a:t> ja </a:t>
            </a:r>
            <a:r>
              <a:rPr lang="en-US" err="1"/>
              <a:t>masinõppe</a:t>
            </a:r>
            <a:r>
              <a:rPr lang="en-US"/>
              <a:t> </a:t>
            </a:r>
            <a:r>
              <a:rPr lang="en-US" err="1"/>
              <a:t>tehnikaid</a:t>
            </a:r>
            <a:r>
              <a:rPr lang="en-US"/>
              <a:t>, </a:t>
            </a:r>
            <a:r>
              <a:rPr lang="en-US" err="1"/>
              <a:t>sealhulgas</a:t>
            </a:r>
            <a:r>
              <a:rPr lang="en-US"/>
              <a:t> </a:t>
            </a:r>
            <a:r>
              <a:rPr lang="en-US" err="1"/>
              <a:t>närvivõrke</a:t>
            </a:r>
            <a:r>
              <a:rPr lang="en-US"/>
              <a:t>, </a:t>
            </a:r>
            <a:r>
              <a:rPr lang="en-US" err="1"/>
              <a:t>otsustuspuid</a:t>
            </a:r>
            <a:r>
              <a:rPr lang="en-US"/>
              <a:t> ja </a:t>
            </a:r>
            <a:r>
              <a:rPr lang="en-US" err="1"/>
              <a:t>regressioonanalüüsi</a:t>
            </a:r>
            <a:r>
              <a:rPr lang="en-US"/>
              <a:t>.</a:t>
            </a:r>
            <a:br>
              <a:rPr lang="en-US">
                <a:cs typeface="+mn-lt"/>
              </a:rPr>
            </a:br>
            <a:endParaRPr lang="en-US"/>
          </a:p>
          <a:p>
            <a:r>
              <a:rPr lang="en-US" b="1" err="1"/>
              <a:t>Diagnostiline</a:t>
            </a:r>
            <a:r>
              <a:rPr lang="en-US" b="1"/>
              <a:t> </a:t>
            </a:r>
            <a:r>
              <a:rPr lang="en-US" b="1" err="1"/>
              <a:t>analüüs</a:t>
            </a:r>
            <a:endParaRPr lang="en-US" err="1"/>
          </a:p>
          <a:p>
            <a:r>
              <a:rPr lang="en-US" err="1"/>
              <a:t>Diagnostiline</a:t>
            </a:r>
            <a:r>
              <a:rPr lang="en-US"/>
              <a:t> </a:t>
            </a:r>
            <a:r>
              <a:rPr lang="en-US" err="1"/>
              <a:t>analüüs</a:t>
            </a:r>
            <a:r>
              <a:rPr lang="en-US"/>
              <a:t> </a:t>
            </a:r>
            <a:r>
              <a:rPr lang="en-US" err="1"/>
              <a:t>aitab</a:t>
            </a:r>
            <a:r>
              <a:rPr lang="en-US"/>
              <a:t> </a:t>
            </a:r>
            <a:r>
              <a:rPr lang="en-US" err="1"/>
              <a:t>vastata</a:t>
            </a:r>
            <a:r>
              <a:rPr lang="en-US"/>
              <a:t> </a:t>
            </a:r>
            <a:r>
              <a:rPr lang="en-US" err="1"/>
              <a:t>küsimustele</a:t>
            </a:r>
            <a:r>
              <a:rPr lang="en-US"/>
              <a:t> </a:t>
            </a:r>
            <a:r>
              <a:rPr lang="en-US" err="1"/>
              <a:t>teatud</a:t>
            </a:r>
            <a:r>
              <a:rPr lang="en-US"/>
              <a:t> </a:t>
            </a:r>
            <a:r>
              <a:rPr lang="en-US" err="1"/>
              <a:t>sündmuse</a:t>
            </a:r>
            <a:r>
              <a:rPr lang="en-US"/>
              <a:t> </a:t>
            </a:r>
            <a:r>
              <a:rPr lang="en-US" err="1"/>
              <a:t>põhjuste</a:t>
            </a:r>
            <a:r>
              <a:rPr lang="en-US"/>
              <a:t> </a:t>
            </a:r>
            <a:r>
              <a:rPr lang="en-US" err="1"/>
              <a:t>kohta</a:t>
            </a:r>
            <a:r>
              <a:rPr lang="en-US"/>
              <a:t>, </a:t>
            </a:r>
            <a:r>
              <a:rPr lang="en-US" err="1"/>
              <a:t>vaadates</a:t>
            </a:r>
            <a:r>
              <a:rPr lang="en-US"/>
              <a:t> </a:t>
            </a:r>
            <a:r>
              <a:rPr lang="en-US" err="1"/>
              <a:t>tulemuslikkuse</a:t>
            </a:r>
            <a:r>
              <a:rPr lang="en-US"/>
              <a:t> </a:t>
            </a:r>
            <a:r>
              <a:rPr lang="en-US" err="1"/>
              <a:t>näitajaid</a:t>
            </a:r>
            <a:r>
              <a:rPr lang="en-US"/>
              <a:t>. </a:t>
            </a:r>
            <a:r>
              <a:rPr lang="en-US" err="1"/>
              <a:t>Diagnostilised</a:t>
            </a:r>
            <a:r>
              <a:rPr lang="en-US"/>
              <a:t> </a:t>
            </a:r>
            <a:r>
              <a:rPr lang="en-US" err="1"/>
              <a:t>analüüsitehnikad</a:t>
            </a:r>
            <a:r>
              <a:rPr lang="en-US"/>
              <a:t> </a:t>
            </a:r>
            <a:r>
              <a:rPr lang="en-US" err="1"/>
              <a:t>täiendavad</a:t>
            </a:r>
            <a:r>
              <a:rPr lang="en-US"/>
              <a:t> </a:t>
            </a:r>
            <a:r>
              <a:rPr lang="en-US" err="1"/>
              <a:t>kirjeldavat</a:t>
            </a:r>
            <a:r>
              <a:rPr lang="en-US"/>
              <a:t> </a:t>
            </a:r>
            <a:r>
              <a:rPr lang="en-US" err="1"/>
              <a:t>baasanalüüsi</a:t>
            </a:r>
            <a:r>
              <a:rPr lang="en-US"/>
              <a:t>.</a:t>
            </a:r>
            <a:endParaRPr lang="en-US">
              <a:ea typeface="Calibri"/>
              <a:cs typeface="Calibri"/>
            </a:endParaRPr>
          </a:p>
          <a:p>
            <a:r>
              <a:rPr lang="en-US" err="1"/>
              <a:t>Üldiselt</a:t>
            </a:r>
            <a:r>
              <a:rPr lang="en-US"/>
              <a:t> </a:t>
            </a:r>
            <a:r>
              <a:rPr lang="en-US" err="1"/>
              <a:t>hõlmab</a:t>
            </a:r>
            <a:r>
              <a:rPr lang="en-US"/>
              <a:t> </a:t>
            </a:r>
            <a:r>
              <a:rPr lang="en-US" err="1"/>
              <a:t>diagnostiline</a:t>
            </a:r>
            <a:r>
              <a:rPr lang="en-US"/>
              <a:t> </a:t>
            </a:r>
            <a:r>
              <a:rPr lang="en-US" err="1"/>
              <a:t>analüüs</a:t>
            </a:r>
            <a:r>
              <a:rPr lang="en-US"/>
              <a:t> </a:t>
            </a:r>
            <a:r>
              <a:rPr lang="en-US" err="1"/>
              <a:t>anomaaliate</a:t>
            </a:r>
            <a:r>
              <a:rPr lang="en-US"/>
              <a:t> </a:t>
            </a:r>
            <a:r>
              <a:rPr lang="en-US" err="1"/>
              <a:t>märkamist</a:t>
            </a:r>
            <a:r>
              <a:rPr lang="en-US"/>
              <a:t> </a:t>
            </a:r>
            <a:r>
              <a:rPr lang="en-US" err="1"/>
              <a:t>andmetes</a:t>
            </a:r>
            <a:r>
              <a:rPr lang="en-US"/>
              <a:t> (</a:t>
            </a:r>
            <a:r>
              <a:rPr lang="en-US" err="1"/>
              <a:t>nagu</a:t>
            </a:r>
            <a:r>
              <a:rPr lang="en-US"/>
              <a:t> </a:t>
            </a:r>
            <a:r>
              <a:rPr lang="en-US" err="1"/>
              <a:t>ootamatu</a:t>
            </a:r>
            <a:r>
              <a:rPr lang="en-US"/>
              <a:t> </a:t>
            </a:r>
            <a:r>
              <a:rPr lang="en-US" err="1"/>
              <a:t>nihe</a:t>
            </a:r>
            <a:r>
              <a:rPr lang="en-US"/>
              <a:t> </a:t>
            </a:r>
            <a:r>
              <a:rPr lang="en-US" err="1"/>
              <a:t>näitajates</a:t>
            </a:r>
            <a:r>
              <a:rPr lang="en-US"/>
              <a:t>), </a:t>
            </a:r>
            <a:r>
              <a:rPr lang="en-US" err="1"/>
              <a:t>nende</a:t>
            </a:r>
            <a:r>
              <a:rPr lang="en-US"/>
              <a:t> </a:t>
            </a:r>
            <a:r>
              <a:rPr lang="en-US" err="1"/>
              <a:t>anomaaliatega</a:t>
            </a:r>
            <a:r>
              <a:rPr lang="en-US"/>
              <a:t> </a:t>
            </a:r>
            <a:r>
              <a:rPr lang="en-US" err="1"/>
              <a:t>seotud</a:t>
            </a:r>
            <a:r>
              <a:rPr lang="en-US"/>
              <a:t> </a:t>
            </a:r>
            <a:r>
              <a:rPr lang="en-US" err="1"/>
              <a:t>andmete</a:t>
            </a:r>
            <a:r>
              <a:rPr lang="en-US"/>
              <a:t> </a:t>
            </a:r>
            <a:r>
              <a:rPr lang="en-US" err="1"/>
              <a:t>kogumist</a:t>
            </a:r>
            <a:r>
              <a:rPr lang="en-US"/>
              <a:t> ja </a:t>
            </a:r>
            <a:r>
              <a:rPr lang="en-US" err="1"/>
              <a:t>statistiliste</a:t>
            </a:r>
            <a:r>
              <a:rPr lang="en-US"/>
              <a:t> </a:t>
            </a:r>
            <a:r>
              <a:rPr lang="en-US" err="1"/>
              <a:t>tehnikate</a:t>
            </a:r>
            <a:r>
              <a:rPr lang="en-US"/>
              <a:t> </a:t>
            </a:r>
            <a:r>
              <a:rPr lang="en-US" err="1"/>
              <a:t>kasutamist</a:t>
            </a:r>
            <a:r>
              <a:rPr lang="en-US"/>
              <a:t> </a:t>
            </a:r>
            <a:r>
              <a:rPr lang="en-US" err="1"/>
              <a:t>võimalike</a:t>
            </a:r>
            <a:r>
              <a:rPr lang="en-US"/>
              <a:t> </a:t>
            </a:r>
            <a:r>
              <a:rPr lang="en-US" err="1"/>
              <a:t>põhjuste</a:t>
            </a:r>
            <a:r>
              <a:rPr lang="en-US"/>
              <a:t> </a:t>
            </a:r>
            <a:r>
              <a:rPr lang="en-US" err="1"/>
              <a:t>väljaselgitamiseks</a:t>
            </a:r>
            <a:r>
              <a:rPr lang="en-US"/>
              <a:t>.</a:t>
            </a:r>
          </a:p>
          <a:p>
            <a:r>
              <a:rPr lang="en-US" b="1" err="1"/>
              <a:t>Normatiivne</a:t>
            </a:r>
            <a:r>
              <a:rPr lang="en-US" b="1"/>
              <a:t> </a:t>
            </a:r>
            <a:r>
              <a:rPr lang="en-US" b="1" err="1"/>
              <a:t>analüüs</a:t>
            </a:r>
            <a:endParaRPr lang="en-US" err="1"/>
          </a:p>
          <a:p>
            <a:r>
              <a:rPr lang="en-US" err="1"/>
              <a:t>Normatiivne</a:t>
            </a:r>
            <a:r>
              <a:rPr lang="en-US"/>
              <a:t> </a:t>
            </a:r>
            <a:r>
              <a:rPr lang="en-US" err="1"/>
              <a:t>analüüs</a:t>
            </a:r>
            <a:r>
              <a:rPr lang="en-US"/>
              <a:t> </a:t>
            </a:r>
            <a:r>
              <a:rPr lang="en-US" err="1"/>
              <a:t>aitab</a:t>
            </a:r>
            <a:r>
              <a:rPr lang="en-US"/>
              <a:t> </a:t>
            </a:r>
            <a:r>
              <a:rPr lang="en-US" err="1"/>
              <a:t>selgeks</a:t>
            </a:r>
            <a:r>
              <a:rPr lang="en-US"/>
              <a:t> </a:t>
            </a:r>
            <a:r>
              <a:rPr lang="en-US" err="1"/>
              <a:t>teha</a:t>
            </a:r>
            <a:r>
              <a:rPr lang="en-US"/>
              <a:t>, mis </a:t>
            </a:r>
            <a:r>
              <a:rPr lang="en-US" err="1"/>
              <a:t>peab</a:t>
            </a:r>
            <a:r>
              <a:rPr lang="en-US"/>
              <a:t> </a:t>
            </a:r>
            <a:r>
              <a:rPr lang="en-US" err="1"/>
              <a:t>teatud</a:t>
            </a:r>
            <a:r>
              <a:rPr lang="en-US"/>
              <a:t> </a:t>
            </a:r>
            <a:r>
              <a:rPr lang="en-US" err="1"/>
              <a:t>eesmärgi</a:t>
            </a:r>
            <a:r>
              <a:rPr lang="en-US"/>
              <a:t> </a:t>
            </a:r>
            <a:r>
              <a:rPr lang="en-US" err="1"/>
              <a:t>või</a:t>
            </a:r>
            <a:r>
              <a:rPr lang="en-US"/>
              <a:t> </a:t>
            </a:r>
            <a:r>
              <a:rPr lang="en-US" err="1"/>
              <a:t>eesmärgi</a:t>
            </a:r>
            <a:r>
              <a:rPr lang="en-US"/>
              <a:t> </a:t>
            </a:r>
            <a:r>
              <a:rPr lang="en-US" err="1"/>
              <a:t>saavutamiseks</a:t>
            </a:r>
            <a:r>
              <a:rPr lang="en-US"/>
              <a:t> </a:t>
            </a:r>
            <a:r>
              <a:rPr lang="en-US" err="1"/>
              <a:t>edasi</a:t>
            </a:r>
            <a:r>
              <a:rPr lang="en-US"/>
              <a:t> </a:t>
            </a:r>
            <a:r>
              <a:rPr lang="en-US" err="1"/>
              <a:t>juhtuma</a:t>
            </a:r>
            <a:r>
              <a:rPr lang="en-US"/>
              <a:t>. </a:t>
            </a:r>
            <a:r>
              <a:rPr lang="en-US" err="1"/>
              <a:t>Kasutades</a:t>
            </a:r>
            <a:r>
              <a:rPr lang="en-US"/>
              <a:t> </a:t>
            </a:r>
            <a:r>
              <a:rPr lang="en-US" err="1"/>
              <a:t>normatiivse</a:t>
            </a:r>
            <a:r>
              <a:rPr lang="en-US"/>
              <a:t> </a:t>
            </a:r>
            <a:r>
              <a:rPr lang="en-US" err="1"/>
              <a:t>analüüsi</a:t>
            </a:r>
            <a:r>
              <a:rPr lang="en-US"/>
              <a:t> </a:t>
            </a:r>
            <a:r>
              <a:rPr lang="en-US" err="1"/>
              <a:t>abil</a:t>
            </a:r>
            <a:r>
              <a:rPr lang="en-US"/>
              <a:t> </a:t>
            </a:r>
            <a:r>
              <a:rPr lang="en-US" err="1"/>
              <a:t>koostatud</a:t>
            </a:r>
            <a:r>
              <a:rPr lang="en-US"/>
              <a:t> </a:t>
            </a:r>
            <a:r>
              <a:rPr lang="en-US" err="1"/>
              <a:t>ülevaateid</a:t>
            </a:r>
            <a:r>
              <a:rPr lang="en-US"/>
              <a:t>, </a:t>
            </a:r>
            <a:r>
              <a:rPr lang="en-US" err="1"/>
              <a:t>saavad</a:t>
            </a:r>
            <a:r>
              <a:rPr lang="en-US"/>
              <a:t> </a:t>
            </a:r>
            <a:r>
              <a:rPr lang="en-US" err="1"/>
              <a:t>organisatsioonid</a:t>
            </a:r>
            <a:r>
              <a:rPr lang="en-US"/>
              <a:t> </a:t>
            </a:r>
            <a:r>
              <a:rPr lang="en-US" err="1"/>
              <a:t>teha</a:t>
            </a:r>
            <a:r>
              <a:rPr lang="en-US"/>
              <a:t> </a:t>
            </a:r>
            <a:r>
              <a:rPr lang="en-US" err="1"/>
              <a:t>andmepõhiseid</a:t>
            </a:r>
            <a:r>
              <a:rPr lang="en-US"/>
              <a:t> </a:t>
            </a:r>
            <a:r>
              <a:rPr lang="en-US" err="1"/>
              <a:t>otsuseid</a:t>
            </a:r>
            <a:r>
              <a:rPr lang="en-US"/>
              <a:t> </a:t>
            </a:r>
            <a:r>
              <a:rPr lang="en-US" err="1"/>
              <a:t>ebakindluse</a:t>
            </a:r>
            <a:r>
              <a:rPr lang="en-US"/>
              <a:t> </a:t>
            </a:r>
            <a:r>
              <a:rPr lang="en-US" err="1"/>
              <a:t>tingimustes</a:t>
            </a:r>
            <a:r>
              <a:rPr lang="en-US"/>
              <a:t>.</a:t>
            </a:r>
            <a:endParaRPr lang="en-US">
              <a:ea typeface="Calibri"/>
              <a:cs typeface="Calibri"/>
            </a:endParaRPr>
          </a:p>
          <a:p>
            <a:r>
              <a:rPr lang="en-US" err="1"/>
              <a:t>Normatiivset</a:t>
            </a:r>
            <a:r>
              <a:rPr lang="en-US"/>
              <a:t> </a:t>
            </a:r>
            <a:r>
              <a:rPr lang="en-US" err="1"/>
              <a:t>analüüsi</a:t>
            </a:r>
            <a:r>
              <a:rPr lang="en-US"/>
              <a:t> </a:t>
            </a:r>
            <a:r>
              <a:rPr lang="en-US" err="1"/>
              <a:t>tegevad</a:t>
            </a:r>
            <a:r>
              <a:rPr lang="en-US"/>
              <a:t> </a:t>
            </a:r>
            <a:r>
              <a:rPr lang="en-US" err="1"/>
              <a:t>andmeanalüütikud</a:t>
            </a:r>
            <a:r>
              <a:rPr lang="en-US"/>
              <a:t> </a:t>
            </a:r>
            <a:r>
              <a:rPr lang="en-US" err="1"/>
              <a:t>tuginevad</a:t>
            </a:r>
            <a:r>
              <a:rPr lang="en-US"/>
              <a:t> </a:t>
            </a:r>
            <a:r>
              <a:rPr lang="en-US" err="1"/>
              <a:t>sageli</a:t>
            </a:r>
            <a:r>
              <a:rPr lang="en-US"/>
              <a:t> </a:t>
            </a:r>
            <a:r>
              <a:rPr lang="en-US" err="1"/>
              <a:t>masinõppele</a:t>
            </a:r>
            <a:r>
              <a:rPr lang="en-US"/>
              <a:t>, et </a:t>
            </a:r>
            <a:r>
              <a:rPr lang="en-US" err="1"/>
              <a:t>leida</a:t>
            </a:r>
            <a:r>
              <a:rPr lang="en-US"/>
              <a:t> </a:t>
            </a:r>
            <a:r>
              <a:rPr lang="en-US" err="1"/>
              <a:t>mustreid</a:t>
            </a:r>
            <a:r>
              <a:rPr lang="en-US"/>
              <a:t> </a:t>
            </a:r>
            <a:r>
              <a:rPr lang="en-US" err="1"/>
              <a:t>suurtest</a:t>
            </a:r>
            <a:r>
              <a:rPr lang="en-US"/>
              <a:t> </a:t>
            </a:r>
            <a:r>
              <a:rPr lang="en-US" err="1"/>
              <a:t>semantilistest</a:t>
            </a:r>
            <a:r>
              <a:rPr lang="en-US"/>
              <a:t> </a:t>
            </a:r>
            <a:r>
              <a:rPr lang="en-US" err="1"/>
              <a:t>mudelitest</a:t>
            </a:r>
            <a:r>
              <a:rPr lang="en-US"/>
              <a:t> ja </a:t>
            </a:r>
            <a:r>
              <a:rPr lang="en-US" err="1"/>
              <a:t>hinnata</a:t>
            </a:r>
            <a:r>
              <a:rPr lang="en-US"/>
              <a:t> </a:t>
            </a:r>
            <a:r>
              <a:rPr lang="en-US" err="1"/>
              <a:t>erinevate</a:t>
            </a:r>
            <a:r>
              <a:rPr lang="en-US"/>
              <a:t> </a:t>
            </a:r>
            <a:r>
              <a:rPr lang="en-US" err="1"/>
              <a:t>tulemuste</a:t>
            </a:r>
            <a:r>
              <a:rPr lang="en-US"/>
              <a:t> </a:t>
            </a:r>
            <a:r>
              <a:rPr lang="en-US" err="1"/>
              <a:t>tõenäosust</a:t>
            </a:r>
            <a:r>
              <a:rPr lang="en-US"/>
              <a:t>.</a:t>
            </a:r>
            <a:endParaRPr lang="en-US">
              <a:ea typeface="Calibri"/>
              <a:cs typeface="Calibri"/>
            </a:endParaRPr>
          </a:p>
          <a:p>
            <a:endParaRPr lang="en-US">
              <a:ea typeface="Calibri"/>
              <a:cs typeface="Calibri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D06DE36-D296-5617-DA1E-0C02418AAAB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699514-027B-49BD-8B49-5054CA40ECF4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412049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err="1">
                <a:ea typeface="Calibri"/>
                <a:cs typeface="Calibri"/>
              </a:rPr>
              <a:t>Visuaalina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kujutada</a:t>
            </a:r>
            <a:r>
              <a:rPr lang="en-US">
                <a:ea typeface="Calibri"/>
                <a:cs typeface="Calibri"/>
              </a:rPr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699514-027B-49BD-8B49-5054CA40ECF4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125935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Large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E130EE5B-F23B-E4DB-13FE-697ED7C6C06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594600" y="0"/>
            <a:ext cx="45974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841994"/>
            <a:ext cx="6462712" cy="2694956"/>
          </a:xfrm>
        </p:spPr>
        <p:txBody>
          <a:bodyPr anchor="t" anchorCtr="0">
            <a:noAutofit/>
          </a:bodyPr>
          <a:lstStyle>
            <a:lvl1pPr algn="l">
              <a:lnSpc>
                <a:spcPct val="95000"/>
              </a:lnSpc>
              <a:defRPr sz="6200" b="0">
                <a:latin typeface="+mj-lt"/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</a:t>
            </a:r>
            <a:br>
              <a:rPr lang="en-US"/>
            </a:br>
            <a:r>
              <a:rPr lang="en-US"/>
              <a:t>style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C2B97D0E-73EB-BAD4-3CFB-2138F7744F0C}"/>
              </a:ext>
            </a:extLst>
          </p:cNvPr>
          <p:cNvGrpSpPr/>
          <p:nvPr userDrawn="1"/>
        </p:nvGrpSpPr>
        <p:grpSpPr>
          <a:xfrm>
            <a:off x="9266049" y="841994"/>
            <a:ext cx="2302063" cy="927536"/>
            <a:chOff x="9266049" y="841994"/>
            <a:chExt cx="2302063" cy="92753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AE936BE-AA0B-4172-C4F1-90132CA6197C}"/>
                </a:ext>
              </a:extLst>
            </p:cNvPr>
            <p:cNvSpPr/>
            <p:nvPr/>
          </p:nvSpPr>
          <p:spPr>
            <a:xfrm>
              <a:off x="9266049" y="841994"/>
              <a:ext cx="2302063" cy="927536"/>
            </a:xfrm>
            <a:custGeom>
              <a:avLst/>
              <a:gdLst>
                <a:gd name="connsiteX0" fmla="*/ 627249 w 2376404"/>
                <a:gd name="connsiteY0" fmla="*/ 177997 h 957489"/>
                <a:gd name="connsiteX1" fmla="*/ 894614 w 2376404"/>
                <a:gd name="connsiteY1" fmla="*/ 177997 h 957489"/>
                <a:gd name="connsiteX2" fmla="*/ 1020031 w 2376404"/>
                <a:gd name="connsiteY2" fmla="*/ 88999 h 957489"/>
                <a:gd name="connsiteX3" fmla="*/ 627249 w 2376404"/>
                <a:gd name="connsiteY3" fmla="*/ 88999 h 957489"/>
                <a:gd name="connsiteX4" fmla="*/ 627249 w 2376404"/>
                <a:gd name="connsiteY4" fmla="*/ 0 h 957489"/>
                <a:gd name="connsiteX5" fmla="*/ 1038642 w 2376404"/>
                <a:gd name="connsiteY5" fmla="*/ 0 h 957489"/>
                <a:gd name="connsiteX6" fmla="*/ 1162650 w 2376404"/>
                <a:gd name="connsiteY6" fmla="*/ 88999 h 957489"/>
                <a:gd name="connsiteX7" fmla="*/ 1216974 w 2376404"/>
                <a:gd name="connsiteY7" fmla="*/ 88999 h 957489"/>
                <a:gd name="connsiteX8" fmla="*/ 1341351 w 2376404"/>
                <a:gd name="connsiteY8" fmla="*/ 0 h 957489"/>
                <a:gd name="connsiteX9" fmla="*/ 1734870 w 2376404"/>
                <a:gd name="connsiteY9" fmla="*/ 369 h 957489"/>
                <a:gd name="connsiteX10" fmla="*/ 1734870 w 2376404"/>
                <a:gd name="connsiteY10" fmla="*/ 88999 h 957489"/>
                <a:gd name="connsiteX11" fmla="*/ 1465762 w 2376404"/>
                <a:gd name="connsiteY11" fmla="*/ 88999 h 957489"/>
                <a:gd name="connsiteX12" fmla="*/ 1465762 w 2376404"/>
                <a:gd name="connsiteY12" fmla="*/ 177595 h 957489"/>
                <a:gd name="connsiteX13" fmla="*/ 1628032 w 2376404"/>
                <a:gd name="connsiteY13" fmla="*/ 177595 h 957489"/>
                <a:gd name="connsiteX14" fmla="*/ 1752408 w 2376404"/>
                <a:gd name="connsiteY14" fmla="*/ 267298 h 957489"/>
                <a:gd name="connsiteX15" fmla="*/ 1465762 w 2376404"/>
                <a:gd name="connsiteY15" fmla="*/ 267298 h 957489"/>
                <a:gd name="connsiteX16" fmla="*/ 1465762 w 2376404"/>
                <a:gd name="connsiteY16" fmla="*/ 355626 h 957489"/>
                <a:gd name="connsiteX17" fmla="*/ 1752039 w 2376404"/>
                <a:gd name="connsiteY17" fmla="*/ 355425 h 957489"/>
                <a:gd name="connsiteX18" fmla="*/ 1752039 w 2376404"/>
                <a:gd name="connsiteY18" fmla="*/ 355425 h 957489"/>
                <a:gd name="connsiteX19" fmla="*/ 1627998 w 2376404"/>
                <a:gd name="connsiteY19" fmla="*/ 444423 h 957489"/>
                <a:gd name="connsiteX20" fmla="*/ 1234144 w 2376404"/>
                <a:gd name="connsiteY20" fmla="*/ 444423 h 957489"/>
                <a:gd name="connsiteX21" fmla="*/ 1234144 w 2376404"/>
                <a:gd name="connsiteY21" fmla="*/ 355626 h 957489"/>
                <a:gd name="connsiteX22" fmla="*/ 1162583 w 2376404"/>
                <a:gd name="connsiteY22" fmla="*/ 355626 h 957489"/>
                <a:gd name="connsiteX23" fmla="*/ 1038675 w 2376404"/>
                <a:gd name="connsiteY23" fmla="*/ 444423 h 957489"/>
                <a:gd name="connsiteX24" fmla="*/ 627283 w 2376404"/>
                <a:gd name="connsiteY24" fmla="*/ 444423 h 957489"/>
                <a:gd name="connsiteX25" fmla="*/ 627283 w 2376404"/>
                <a:gd name="connsiteY25" fmla="*/ 355425 h 957489"/>
                <a:gd name="connsiteX26" fmla="*/ 1006114 w 2376404"/>
                <a:gd name="connsiteY26" fmla="*/ 355425 h 957489"/>
                <a:gd name="connsiteX27" fmla="*/ 894614 w 2376404"/>
                <a:gd name="connsiteY27" fmla="*/ 267298 h 957489"/>
                <a:gd name="connsiteX28" fmla="*/ 627283 w 2376404"/>
                <a:gd name="connsiteY28" fmla="*/ 267298 h 957489"/>
                <a:gd name="connsiteX29" fmla="*/ 627283 w 2376404"/>
                <a:gd name="connsiteY29" fmla="*/ 177997 h 957489"/>
                <a:gd name="connsiteX30" fmla="*/ 1341351 w 2376404"/>
                <a:gd name="connsiteY30" fmla="*/ 267298 h 957489"/>
                <a:gd name="connsiteX31" fmla="*/ 1217008 w 2376404"/>
                <a:gd name="connsiteY31" fmla="*/ 177796 h 957489"/>
                <a:gd name="connsiteX32" fmla="*/ 1162616 w 2376404"/>
                <a:gd name="connsiteY32" fmla="*/ 177796 h 957489"/>
                <a:gd name="connsiteX33" fmla="*/ 1136560 w 2376404"/>
                <a:gd name="connsiteY33" fmla="*/ 222966 h 957489"/>
                <a:gd name="connsiteX34" fmla="*/ 1162650 w 2376404"/>
                <a:gd name="connsiteY34" fmla="*/ 267298 h 957489"/>
                <a:gd name="connsiteX35" fmla="*/ 1341351 w 2376404"/>
                <a:gd name="connsiteY35" fmla="*/ 267298 h 957489"/>
                <a:gd name="connsiteX36" fmla="*/ 2334588 w 2376404"/>
                <a:gd name="connsiteY36" fmla="*/ 596096 h 957489"/>
                <a:gd name="connsiteX37" fmla="*/ 2348170 w 2376404"/>
                <a:gd name="connsiteY37" fmla="*/ 587881 h 957489"/>
                <a:gd name="connsiteX38" fmla="*/ 2374628 w 2376404"/>
                <a:gd name="connsiteY38" fmla="*/ 592877 h 957489"/>
                <a:gd name="connsiteX39" fmla="*/ 2372113 w 2376404"/>
                <a:gd name="connsiteY39" fmla="*/ 572153 h 957489"/>
                <a:gd name="connsiteX40" fmla="*/ 2341731 w 2376404"/>
                <a:gd name="connsiteY40" fmla="*/ 568934 h 957489"/>
                <a:gd name="connsiteX41" fmla="*/ 2303838 w 2376404"/>
                <a:gd name="connsiteY41" fmla="*/ 594319 h 957489"/>
                <a:gd name="connsiteX42" fmla="*/ 2345286 w 2376404"/>
                <a:gd name="connsiteY42" fmla="*/ 647202 h 957489"/>
                <a:gd name="connsiteX43" fmla="*/ 2329927 w 2376404"/>
                <a:gd name="connsiteY43" fmla="*/ 656860 h 957489"/>
                <a:gd name="connsiteX44" fmla="*/ 2300250 w 2376404"/>
                <a:gd name="connsiteY44" fmla="*/ 649348 h 957489"/>
                <a:gd name="connsiteX45" fmla="*/ 2303838 w 2376404"/>
                <a:gd name="connsiteY45" fmla="*/ 671514 h 957489"/>
                <a:gd name="connsiteX46" fmla="*/ 2336735 w 2376404"/>
                <a:gd name="connsiteY46" fmla="*/ 675806 h 957489"/>
                <a:gd name="connsiteX47" fmla="*/ 2376405 w 2376404"/>
                <a:gd name="connsiteY47" fmla="*/ 649717 h 957489"/>
                <a:gd name="connsiteX48" fmla="*/ 2334588 w 2376404"/>
                <a:gd name="connsiteY48" fmla="*/ 596096 h 957489"/>
                <a:gd name="connsiteX49" fmla="*/ 2334588 w 2376404"/>
                <a:gd name="connsiteY49" fmla="*/ 596096 h 957489"/>
                <a:gd name="connsiteX50" fmla="*/ 2247367 w 2376404"/>
                <a:gd name="connsiteY50" fmla="*/ 568934 h 957489"/>
                <a:gd name="connsiteX51" fmla="*/ 2213766 w 2376404"/>
                <a:gd name="connsiteY51" fmla="*/ 587512 h 957489"/>
                <a:gd name="connsiteX52" fmla="*/ 2182312 w 2376404"/>
                <a:gd name="connsiteY52" fmla="*/ 568934 h 957489"/>
                <a:gd name="connsiteX53" fmla="*/ 2149784 w 2376404"/>
                <a:gd name="connsiteY53" fmla="*/ 587512 h 957489"/>
                <a:gd name="connsiteX54" fmla="*/ 2149415 w 2376404"/>
                <a:gd name="connsiteY54" fmla="*/ 587143 h 957489"/>
                <a:gd name="connsiteX55" fmla="*/ 2149415 w 2376404"/>
                <a:gd name="connsiteY55" fmla="*/ 571416 h 957489"/>
                <a:gd name="connsiteX56" fmla="*/ 2122621 w 2376404"/>
                <a:gd name="connsiteY56" fmla="*/ 571416 h 957489"/>
                <a:gd name="connsiteX57" fmla="*/ 2122621 w 2376404"/>
                <a:gd name="connsiteY57" fmla="*/ 673291 h 957489"/>
                <a:gd name="connsiteX58" fmla="*/ 2151226 w 2376404"/>
                <a:gd name="connsiteY58" fmla="*/ 673291 h 957489"/>
                <a:gd name="connsiteX59" fmla="*/ 2151226 w 2376404"/>
                <a:gd name="connsiteY59" fmla="*/ 615043 h 957489"/>
                <a:gd name="connsiteX60" fmla="*/ 2172318 w 2376404"/>
                <a:gd name="connsiteY60" fmla="*/ 591804 h 957489"/>
                <a:gd name="connsiteX61" fmla="*/ 2187677 w 2376404"/>
                <a:gd name="connsiteY61" fmla="*/ 609678 h 957489"/>
                <a:gd name="connsiteX62" fmla="*/ 2187677 w 2376404"/>
                <a:gd name="connsiteY62" fmla="*/ 673291 h 957489"/>
                <a:gd name="connsiteX63" fmla="*/ 2216617 w 2376404"/>
                <a:gd name="connsiteY63" fmla="*/ 673291 h 957489"/>
                <a:gd name="connsiteX64" fmla="*/ 2216617 w 2376404"/>
                <a:gd name="connsiteY64" fmla="*/ 615043 h 957489"/>
                <a:gd name="connsiteX65" fmla="*/ 2237709 w 2376404"/>
                <a:gd name="connsiteY65" fmla="*/ 591804 h 957489"/>
                <a:gd name="connsiteX66" fmla="*/ 2253068 w 2376404"/>
                <a:gd name="connsiteY66" fmla="*/ 609678 h 957489"/>
                <a:gd name="connsiteX67" fmla="*/ 2253068 w 2376404"/>
                <a:gd name="connsiteY67" fmla="*/ 673291 h 957489"/>
                <a:gd name="connsiteX68" fmla="*/ 2281672 w 2376404"/>
                <a:gd name="connsiteY68" fmla="*/ 673291 h 957489"/>
                <a:gd name="connsiteX69" fmla="*/ 2281672 w 2376404"/>
                <a:gd name="connsiteY69" fmla="*/ 595728 h 957489"/>
                <a:gd name="connsiteX70" fmla="*/ 2247367 w 2376404"/>
                <a:gd name="connsiteY70" fmla="*/ 568934 h 957489"/>
                <a:gd name="connsiteX71" fmla="*/ 2056157 w 2376404"/>
                <a:gd name="connsiteY71" fmla="*/ 568934 h 957489"/>
                <a:gd name="connsiteX72" fmla="*/ 2055084 w 2376404"/>
                <a:gd name="connsiteY72" fmla="*/ 568934 h 957489"/>
                <a:gd name="connsiteX73" fmla="*/ 2003275 w 2376404"/>
                <a:gd name="connsiteY73" fmla="*/ 622555 h 957489"/>
                <a:gd name="connsiteX74" fmla="*/ 2055084 w 2376404"/>
                <a:gd name="connsiteY74" fmla="*/ 675437 h 957489"/>
                <a:gd name="connsiteX75" fmla="*/ 2059377 w 2376404"/>
                <a:gd name="connsiteY75" fmla="*/ 675806 h 957489"/>
                <a:gd name="connsiteX76" fmla="*/ 2095459 w 2376404"/>
                <a:gd name="connsiteY76" fmla="*/ 671883 h 957489"/>
                <a:gd name="connsiteX77" fmla="*/ 2097940 w 2376404"/>
                <a:gd name="connsiteY77" fmla="*/ 650455 h 957489"/>
                <a:gd name="connsiteX78" fmla="*/ 2064339 w 2376404"/>
                <a:gd name="connsiteY78" fmla="*/ 656893 h 957489"/>
                <a:gd name="connsiteX79" fmla="*/ 2055051 w 2376404"/>
                <a:gd name="connsiteY79" fmla="*/ 655820 h 957489"/>
                <a:gd name="connsiteX80" fmla="*/ 2031812 w 2376404"/>
                <a:gd name="connsiteY80" fmla="*/ 627216 h 957489"/>
                <a:gd name="connsiteX81" fmla="*/ 2031812 w 2376404"/>
                <a:gd name="connsiteY81" fmla="*/ 623997 h 957489"/>
                <a:gd name="connsiteX82" fmla="*/ 2105418 w 2376404"/>
                <a:gd name="connsiteY82" fmla="*/ 623997 h 957489"/>
                <a:gd name="connsiteX83" fmla="*/ 2105418 w 2376404"/>
                <a:gd name="connsiteY83" fmla="*/ 615781 h 957489"/>
                <a:gd name="connsiteX84" fmla="*/ 2056090 w 2376404"/>
                <a:gd name="connsiteY84" fmla="*/ 568968 h 957489"/>
                <a:gd name="connsiteX85" fmla="*/ 2055084 w 2376404"/>
                <a:gd name="connsiteY85" fmla="*/ 586439 h 957489"/>
                <a:gd name="connsiteX86" fmla="*/ 2056157 w 2376404"/>
                <a:gd name="connsiteY86" fmla="*/ 586439 h 957489"/>
                <a:gd name="connsiteX87" fmla="*/ 2078323 w 2376404"/>
                <a:gd name="connsiteY87" fmla="*/ 610013 h 957489"/>
                <a:gd name="connsiteX88" fmla="*/ 2031879 w 2376404"/>
                <a:gd name="connsiteY88" fmla="*/ 610013 h 957489"/>
                <a:gd name="connsiteX89" fmla="*/ 2055118 w 2376404"/>
                <a:gd name="connsiteY89" fmla="*/ 586439 h 957489"/>
                <a:gd name="connsiteX90" fmla="*/ 1967159 w 2376404"/>
                <a:gd name="connsiteY90" fmla="*/ 636806 h 957489"/>
                <a:gd name="connsiteX91" fmla="*/ 1967159 w 2376404"/>
                <a:gd name="connsiteY91" fmla="*/ 591435 h 957489"/>
                <a:gd name="connsiteX92" fmla="*/ 1992879 w 2376404"/>
                <a:gd name="connsiteY92" fmla="*/ 591435 h 957489"/>
                <a:gd name="connsiteX93" fmla="*/ 1992879 w 2376404"/>
                <a:gd name="connsiteY93" fmla="*/ 571416 h 957489"/>
                <a:gd name="connsiteX94" fmla="*/ 1967159 w 2376404"/>
                <a:gd name="connsiteY94" fmla="*/ 571416 h 957489"/>
                <a:gd name="connsiteX95" fmla="*/ 1967159 w 2376404"/>
                <a:gd name="connsiteY95" fmla="*/ 546768 h 957489"/>
                <a:gd name="connsiteX96" fmla="*/ 1938219 w 2376404"/>
                <a:gd name="connsiteY96" fmla="*/ 553542 h 957489"/>
                <a:gd name="connsiteX97" fmla="*/ 1938219 w 2376404"/>
                <a:gd name="connsiteY97" fmla="*/ 571416 h 957489"/>
                <a:gd name="connsiteX98" fmla="*/ 1923934 w 2376404"/>
                <a:gd name="connsiteY98" fmla="*/ 571416 h 957489"/>
                <a:gd name="connsiteX99" fmla="*/ 1923934 w 2376404"/>
                <a:gd name="connsiteY99" fmla="*/ 591435 h 957489"/>
                <a:gd name="connsiteX100" fmla="*/ 1938219 w 2376404"/>
                <a:gd name="connsiteY100" fmla="*/ 591435 h 957489"/>
                <a:gd name="connsiteX101" fmla="*/ 1938219 w 2376404"/>
                <a:gd name="connsiteY101" fmla="*/ 649348 h 957489"/>
                <a:gd name="connsiteX102" fmla="*/ 1968601 w 2376404"/>
                <a:gd name="connsiteY102" fmla="*/ 675806 h 957489"/>
                <a:gd name="connsiteX103" fmla="*/ 1991471 w 2376404"/>
                <a:gd name="connsiteY103" fmla="*/ 672587 h 957489"/>
                <a:gd name="connsiteX104" fmla="*/ 1991471 w 2376404"/>
                <a:gd name="connsiteY104" fmla="*/ 672587 h 957489"/>
                <a:gd name="connsiteX105" fmla="*/ 1995059 w 2376404"/>
                <a:gd name="connsiteY105" fmla="*/ 652232 h 957489"/>
                <a:gd name="connsiteX106" fmla="*/ 1979700 w 2376404"/>
                <a:gd name="connsiteY106" fmla="*/ 654009 h 957489"/>
                <a:gd name="connsiteX107" fmla="*/ 1967192 w 2376404"/>
                <a:gd name="connsiteY107" fmla="*/ 636840 h 957489"/>
                <a:gd name="connsiteX108" fmla="*/ 1871755 w 2376404"/>
                <a:gd name="connsiteY108" fmla="*/ 596063 h 957489"/>
                <a:gd name="connsiteX109" fmla="*/ 1884967 w 2376404"/>
                <a:gd name="connsiteY109" fmla="*/ 587847 h 957489"/>
                <a:gd name="connsiteX110" fmla="*/ 1911426 w 2376404"/>
                <a:gd name="connsiteY110" fmla="*/ 592844 h 957489"/>
                <a:gd name="connsiteX111" fmla="*/ 1909279 w 2376404"/>
                <a:gd name="connsiteY111" fmla="*/ 572120 h 957489"/>
                <a:gd name="connsiteX112" fmla="*/ 1878898 w 2376404"/>
                <a:gd name="connsiteY112" fmla="*/ 568901 h 957489"/>
                <a:gd name="connsiteX113" fmla="*/ 1840636 w 2376404"/>
                <a:gd name="connsiteY113" fmla="*/ 594286 h 957489"/>
                <a:gd name="connsiteX114" fmla="*/ 1882083 w 2376404"/>
                <a:gd name="connsiteY114" fmla="*/ 647168 h 957489"/>
                <a:gd name="connsiteX115" fmla="*/ 1866725 w 2376404"/>
                <a:gd name="connsiteY115" fmla="*/ 656826 h 957489"/>
                <a:gd name="connsiteX116" fmla="*/ 1837416 w 2376404"/>
                <a:gd name="connsiteY116" fmla="*/ 649315 h 957489"/>
                <a:gd name="connsiteX117" fmla="*/ 1840636 w 2376404"/>
                <a:gd name="connsiteY117" fmla="*/ 671480 h 957489"/>
                <a:gd name="connsiteX118" fmla="*/ 1873499 w 2376404"/>
                <a:gd name="connsiteY118" fmla="*/ 675773 h 957489"/>
                <a:gd name="connsiteX119" fmla="*/ 1913169 w 2376404"/>
                <a:gd name="connsiteY119" fmla="*/ 649683 h 957489"/>
                <a:gd name="connsiteX120" fmla="*/ 1871721 w 2376404"/>
                <a:gd name="connsiteY120" fmla="*/ 596063 h 957489"/>
                <a:gd name="connsiteX121" fmla="*/ 1774541 w 2376404"/>
                <a:gd name="connsiteY121" fmla="*/ 651461 h 957489"/>
                <a:gd name="connsiteX122" fmla="*/ 1773836 w 2376404"/>
                <a:gd name="connsiteY122" fmla="*/ 651461 h 957489"/>
                <a:gd name="connsiteX123" fmla="*/ 1748451 w 2376404"/>
                <a:gd name="connsiteY123" fmla="*/ 571382 h 957489"/>
                <a:gd name="connsiteX124" fmla="*/ 1719512 w 2376404"/>
                <a:gd name="connsiteY124" fmla="*/ 571382 h 957489"/>
                <a:gd name="connsiteX125" fmla="*/ 1759551 w 2376404"/>
                <a:gd name="connsiteY125" fmla="*/ 675404 h 957489"/>
                <a:gd name="connsiteX126" fmla="*/ 1735977 w 2376404"/>
                <a:gd name="connsiteY126" fmla="*/ 701862 h 957489"/>
                <a:gd name="connsiteX127" fmla="*/ 1717399 w 2376404"/>
                <a:gd name="connsiteY127" fmla="*/ 697201 h 957489"/>
                <a:gd name="connsiteX128" fmla="*/ 1721323 w 2376404"/>
                <a:gd name="connsiteY128" fmla="*/ 719367 h 957489"/>
                <a:gd name="connsiteX129" fmla="*/ 1741678 w 2376404"/>
                <a:gd name="connsiteY129" fmla="*/ 721882 h 957489"/>
                <a:gd name="connsiteX130" fmla="*/ 1780979 w 2376404"/>
                <a:gd name="connsiteY130" fmla="*/ 695088 h 957489"/>
                <a:gd name="connsiteX131" fmla="*/ 1830307 w 2376404"/>
                <a:gd name="connsiteY131" fmla="*/ 571416 h 957489"/>
                <a:gd name="connsiteX132" fmla="*/ 1801703 w 2376404"/>
                <a:gd name="connsiteY132" fmla="*/ 571416 h 957489"/>
                <a:gd name="connsiteX133" fmla="*/ 1774541 w 2376404"/>
                <a:gd name="connsiteY133" fmla="*/ 651494 h 957489"/>
                <a:gd name="connsiteX134" fmla="*/ 1655160 w 2376404"/>
                <a:gd name="connsiteY134" fmla="*/ 570343 h 957489"/>
                <a:gd name="connsiteX135" fmla="*/ 1676622 w 2376404"/>
                <a:gd name="connsiteY135" fmla="*/ 555688 h 957489"/>
                <a:gd name="connsiteX136" fmla="*/ 1705562 w 2376404"/>
                <a:gd name="connsiteY136" fmla="*/ 561758 h 957489"/>
                <a:gd name="connsiteX137" fmla="*/ 1702342 w 2376404"/>
                <a:gd name="connsiteY137" fmla="*/ 537815 h 957489"/>
                <a:gd name="connsiteX138" fmla="*/ 1669815 w 2376404"/>
                <a:gd name="connsiteY138" fmla="*/ 533891 h 957489"/>
                <a:gd name="connsiteX139" fmla="*/ 1624075 w 2376404"/>
                <a:gd name="connsiteY139" fmla="*/ 568196 h 957489"/>
                <a:gd name="connsiteX140" fmla="*/ 1680177 w 2376404"/>
                <a:gd name="connsiteY140" fmla="*/ 638617 h 957489"/>
                <a:gd name="connsiteX141" fmla="*/ 1658380 w 2376404"/>
                <a:gd name="connsiteY141" fmla="*/ 653976 h 957489"/>
                <a:gd name="connsiteX142" fmla="*/ 1621928 w 2376404"/>
                <a:gd name="connsiteY142" fmla="*/ 645056 h 957489"/>
                <a:gd name="connsiteX143" fmla="*/ 1625148 w 2376404"/>
                <a:gd name="connsiteY143" fmla="*/ 670407 h 957489"/>
                <a:gd name="connsiteX144" fmla="*/ 1664114 w 2376404"/>
                <a:gd name="connsiteY144" fmla="*/ 675773 h 957489"/>
                <a:gd name="connsiteX145" fmla="*/ 1710927 w 2376404"/>
                <a:gd name="connsiteY145" fmla="*/ 640026 h 957489"/>
                <a:gd name="connsiteX146" fmla="*/ 1655160 w 2376404"/>
                <a:gd name="connsiteY146" fmla="*/ 570343 h 957489"/>
                <a:gd name="connsiteX147" fmla="*/ 1655160 w 2376404"/>
                <a:gd name="connsiteY147" fmla="*/ 570343 h 957489"/>
                <a:gd name="connsiteX148" fmla="*/ 1535445 w 2376404"/>
                <a:gd name="connsiteY148" fmla="*/ 568934 h 957489"/>
                <a:gd name="connsiteX149" fmla="*/ 1508987 w 2376404"/>
                <a:gd name="connsiteY149" fmla="*/ 585030 h 957489"/>
                <a:gd name="connsiteX150" fmla="*/ 1508987 w 2376404"/>
                <a:gd name="connsiteY150" fmla="*/ 585030 h 957489"/>
                <a:gd name="connsiteX151" fmla="*/ 1508618 w 2376404"/>
                <a:gd name="connsiteY151" fmla="*/ 584326 h 957489"/>
                <a:gd name="connsiteX152" fmla="*/ 1508618 w 2376404"/>
                <a:gd name="connsiteY152" fmla="*/ 571449 h 957489"/>
                <a:gd name="connsiteX153" fmla="*/ 1481455 w 2376404"/>
                <a:gd name="connsiteY153" fmla="*/ 571449 h 957489"/>
                <a:gd name="connsiteX154" fmla="*/ 1481455 w 2376404"/>
                <a:gd name="connsiteY154" fmla="*/ 673325 h 957489"/>
                <a:gd name="connsiteX155" fmla="*/ 1510060 w 2376404"/>
                <a:gd name="connsiteY155" fmla="*/ 673325 h 957489"/>
                <a:gd name="connsiteX156" fmla="*/ 1510060 w 2376404"/>
                <a:gd name="connsiteY156" fmla="*/ 621515 h 957489"/>
                <a:gd name="connsiteX157" fmla="*/ 1535076 w 2376404"/>
                <a:gd name="connsiteY157" fmla="*/ 591838 h 957489"/>
                <a:gd name="connsiteX158" fmla="*/ 1546880 w 2376404"/>
                <a:gd name="connsiteY158" fmla="*/ 593615 h 957489"/>
                <a:gd name="connsiteX159" fmla="*/ 1544365 w 2376404"/>
                <a:gd name="connsiteY159" fmla="*/ 570041 h 957489"/>
                <a:gd name="connsiteX160" fmla="*/ 1535411 w 2376404"/>
                <a:gd name="connsiteY160" fmla="*/ 568968 h 957489"/>
                <a:gd name="connsiteX161" fmla="*/ 1535411 w 2376404"/>
                <a:gd name="connsiteY161" fmla="*/ 568968 h 957489"/>
                <a:gd name="connsiteX162" fmla="*/ 1414991 w 2376404"/>
                <a:gd name="connsiteY162" fmla="*/ 568934 h 957489"/>
                <a:gd name="connsiteX163" fmla="*/ 1413918 w 2376404"/>
                <a:gd name="connsiteY163" fmla="*/ 568934 h 957489"/>
                <a:gd name="connsiteX164" fmla="*/ 1362075 w 2376404"/>
                <a:gd name="connsiteY164" fmla="*/ 622555 h 957489"/>
                <a:gd name="connsiteX165" fmla="*/ 1413918 w 2376404"/>
                <a:gd name="connsiteY165" fmla="*/ 675437 h 957489"/>
                <a:gd name="connsiteX166" fmla="*/ 1418580 w 2376404"/>
                <a:gd name="connsiteY166" fmla="*/ 675806 h 957489"/>
                <a:gd name="connsiteX167" fmla="*/ 1454327 w 2376404"/>
                <a:gd name="connsiteY167" fmla="*/ 671883 h 957489"/>
                <a:gd name="connsiteX168" fmla="*/ 1456842 w 2376404"/>
                <a:gd name="connsiteY168" fmla="*/ 650455 h 957489"/>
                <a:gd name="connsiteX169" fmla="*/ 1423241 w 2376404"/>
                <a:gd name="connsiteY169" fmla="*/ 656893 h 957489"/>
                <a:gd name="connsiteX170" fmla="*/ 1413952 w 2376404"/>
                <a:gd name="connsiteY170" fmla="*/ 655820 h 957489"/>
                <a:gd name="connsiteX171" fmla="*/ 1390713 w 2376404"/>
                <a:gd name="connsiteY171" fmla="*/ 627216 h 957489"/>
                <a:gd name="connsiteX172" fmla="*/ 1390713 w 2376404"/>
                <a:gd name="connsiteY172" fmla="*/ 623997 h 957489"/>
                <a:gd name="connsiteX173" fmla="*/ 1464689 w 2376404"/>
                <a:gd name="connsiteY173" fmla="*/ 623997 h 957489"/>
                <a:gd name="connsiteX174" fmla="*/ 1464689 w 2376404"/>
                <a:gd name="connsiteY174" fmla="*/ 615781 h 957489"/>
                <a:gd name="connsiteX175" fmla="*/ 1414991 w 2376404"/>
                <a:gd name="connsiteY175" fmla="*/ 568968 h 957489"/>
                <a:gd name="connsiteX176" fmla="*/ 1413918 w 2376404"/>
                <a:gd name="connsiteY176" fmla="*/ 586439 h 957489"/>
                <a:gd name="connsiteX177" fmla="*/ 1414991 w 2376404"/>
                <a:gd name="connsiteY177" fmla="*/ 586439 h 957489"/>
                <a:gd name="connsiteX178" fmla="*/ 1437157 w 2376404"/>
                <a:gd name="connsiteY178" fmla="*/ 610013 h 957489"/>
                <a:gd name="connsiteX179" fmla="*/ 1390679 w 2376404"/>
                <a:gd name="connsiteY179" fmla="*/ 610013 h 957489"/>
                <a:gd name="connsiteX180" fmla="*/ 1413918 w 2376404"/>
                <a:gd name="connsiteY180" fmla="*/ 586439 h 957489"/>
                <a:gd name="connsiteX181" fmla="*/ 1325993 w 2376404"/>
                <a:gd name="connsiteY181" fmla="*/ 636806 h 957489"/>
                <a:gd name="connsiteX182" fmla="*/ 1325993 w 2376404"/>
                <a:gd name="connsiteY182" fmla="*/ 591435 h 957489"/>
                <a:gd name="connsiteX183" fmla="*/ 1351713 w 2376404"/>
                <a:gd name="connsiteY183" fmla="*/ 591435 h 957489"/>
                <a:gd name="connsiteX184" fmla="*/ 1351713 w 2376404"/>
                <a:gd name="connsiteY184" fmla="*/ 571416 h 957489"/>
                <a:gd name="connsiteX185" fmla="*/ 1325993 w 2376404"/>
                <a:gd name="connsiteY185" fmla="*/ 571416 h 957489"/>
                <a:gd name="connsiteX186" fmla="*/ 1325993 w 2376404"/>
                <a:gd name="connsiteY186" fmla="*/ 546768 h 957489"/>
                <a:gd name="connsiteX187" fmla="*/ 1297389 w 2376404"/>
                <a:gd name="connsiteY187" fmla="*/ 553542 h 957489"/>
                <a:gd name="connsiteX188" fmla="*/ 1297389 w 2376404"/>
                <a:gd name="connsiteY188" fmla="*/ 571416 h 957489"/>
                <a:gd name="connsiteX189" fmla="*/ 1282734 w 2376404"/>
                <a:gd name="connsiteY189" fmla="*/ 571416 h 957489"/>
                <a:gd name="connsiteX190" fmla="*/ 1282734 w 2376404"/>
                <a:gd name="connsiteY190" fmla="*/ 591435 h 957489"/>
                <a:gd name="connsiteX191" fmla="*/ 1297389 w 2376404"/>
                <a:gd name="connsiteY191" fmla="*/ 591435 h 957489"/>
                <a:gd name="connsiteX192" fmla="*/ 1297389 w 2376404"/>
                <a:gd name="connsiteY192" fmla="*/ 649348 h 957489"/>
                <a:gd name="connsiteX193" fmla="*/ 1327401 w 2376404"/>
                <a:gd name="connsiteY193" fmla="*/ 675806 h 957489"/>
                <a:gd name="connsiteX194" fmla="*/ 1350640 w 2376404"/>
                <a:gd name="connsiteY194" fmla="*/ 672587 h 957489"/>
                <a:gd name="connsiteX195" fmla="*/ 1353859 w 2376404"/>
                <a:gd name="connsiteY195" fmla="*/ 652232 h 957489"/>
                <a:gd name="connsiteX196" fmla="*/ 1338501 w 2376404"/>
                <a:gd name="connsiteY196" fmla="*/ 654009 h 957489"/>
                <a:gd name="connsiteX197" fmla="*/ 1325993 w 2376404"/>
                <a:gd name="connsiteY197" fmla="*/ 636840 h 957489"/>
                <a:gd name="connsiteX198" fmla="*/ 1239140 w 2376404"/>
                <a:gd name="connsiteY198" fmla="*/ 621448 h 957489"/>
                <a:gd name="connsiteX199" fmla="*/ 1209832 w 2376404"/>
                <a:gd name="connsiteY199" fmla="*/ 652534 h 957489"/>
                <a:gd name="connsiteX200" fmla="*/ 1192327 w 2376404"/>
                <a:gd name="connsiteY200" fmla="*/ 637175 h 957489"/>
                <a:gd name="connsiteX201" fmla="*/ 1192327 w 2376404"/>
                <a:gd name="connsiteY201" fmla="*/ 571416 h 957489"/>
                <a:gd name="connsiteX202" fmla="*/ 1163387 w 2376404"/>
                <a:gd name="connsiteY202" fmla="*/ 571416 h 957489"/>
                <a:gd name="connsiteX203" fmla="*/ 1163387 w 2376404"/>
                <a:gd name="connsiteY203" fmla="*/ 642541 h 957489"/>
                <a:gd name="connsiteX204" fmla="*/ 1200576 w 2376404"/>
                <a:gd name="connsiteY204" fmla="*/ 675773 h 957489"/>
                <a:gd name="connsiteX205" fmla="*/ 1238805 w 2376404"/>
                <a:gd name="connsiteY205" fmla="*/ 656122 h 957489"/>
                <a:gd name="connsiteX206" fmla="*/ 1238805 w 2376404"/>
                <a:gd name="connsiteY206" fmla="*/ 656122 h 957489"/>
                <a:gd name="connsiteX207" fmla="*/ 1239174 w 2376404"/>
                <a:gd name="connsiteY207" fmla="*/ 656491 h 957489"/>
                <a:gd name="connsiteX208" fmla="*/ 1239174 w 2376404"/>
                <a:gd name="connsiteY208" fmla="*/ 673291 h 957489"/>
                <a:gd name="connsiteX209" fmla="*/ 1267778 w 2376404"/>
                <a:gd name="connsiteY209" fmla="*/ 673291 h 957489"/>
                <a:gd name="connsiteX210" fmla="*/ 1267778 w 2376404"/>
                <a:gd name="connsiteY210" fmla="*/ 571416 h 957489"/>
                <a:gd name="connsiteX211" fmla="*/ 1239174 w 2376404"/>
                <a:gd name="connsiteY211" fmla="*/ 571416 h 957489"/>
                <a:gd name="connsiteX212" fmla="*/ 1239174 w 2376404"/>
                <a:gd name="connsiteY212" fmla="*/ 621448 h 957489"/>
                <a:gd name="connsiteX213" fmla="*/ 1083208 w 2376404"/>
                <a:gd name="connsiteY213" fmla="*/ 568934 h 957489"/>
                <a:gd name="connsiteX214" fmla="*/ 1036127 w 2376404"/>
                <a:gd name="connsiteY214" fmla="*/ 574635 h 957489"/>
                <a:gd name="connsiteX215" fmla="*/ 1036127 w 2376404"/>
                <a:gd name="connsiteY215" fmla="*/ 719031 h 957489"/>
                <a:gd name="connsiteX216" fmla="*/ 1064731 w 2376404"/>
                <a:gd name="connsiteY216" fmla="*/ 719031 h 957489"/>
                <a:gd name="connsiteX217" fmla="*/ 1064731 w 2376404"/>
                <a:gd name="connsiteY217" fmla="*/ 659006 h 957489"/>
                <a:gd name="connsiteX218" fmla="*/ 1065100 w 2376404"/>
                <a:gd name="connsiteY218" fmla="*/ 659341 h 957489"/>
                <a:gd name="connsiteX219" fmla="*/ 1086930 w 2376404"/>
                <a:gd name="connsiteY219" fmla="*/ 673459 h 957489"/>
                <a:gd name="connsiteX220" fmla="*/ 1100948 w 2376404"/>
                <a:gd name="connsiteY220" fmla="*/ 675806 h 957489"/>
                <a:gd name="connsiteX221" fmla="*/ 1144541 w 2376404"/>
                <a:gd name="connsiteY221" fmla="*/ 624701 h 957489"/>
                <a:gd name="connsiteX222" fmla="*/ 1093168 w 2376404"/>
                <a:gd name="connsiteY222" fmla="*/ 569102 h 957489"/>
                <a:gd name="connsiteX223" fmla="*/ 1083242 w 2376404"/>
                <a:gd name="connsiteY223" fmla="*/ 568934 h 957489"/>
                <a:gd name="connsiteX224" fmla="*/ 1089680 w 2376404"/>
                <a:gd name="connsiteY224" fmla="*/ 655384 h 957489"/>
                <a:gd name="connsiteX225" fmla="*/ 1064731 w 2376404"/>
                <a:gd name="connsiteY225" fmla="*/ 627182 h 957489"/>
                <a:gd name="connsiteX226" fmla="*/ 1064731 w 2376404"/>
                <a:gd name="connsiteY226" fmla="*/ 592877 h 957489"/>
                <a:gd name="connsiteX227" fmla="*/ 1085891 w 2376404"/>
                <a:gd name="connsiteY227" fmla="*/ 588954 h 957489"/>
                <a:gd name="connsiteX228" fmla="*/ 1090988 w 2376404"/>
                <a:gd name="connsiteY228" fmla="*/ 589054 h 957489"/>
                <a:gd name="connsiteX229" fmla="*/ 1115602 w 2376404"/>
                <a:gd name="connsiteY229" fmla="*/ 623628 h 957489"/>
                <a:gd name="connsiteX230" fmla="*/ 1092128 w 2376404"/>
                <a:gd name="connsiteY230" fmla="*/ 655418 h 957489"/>
                <a:gd name="connsiteX231" fmla="*/ 1089680 w 2376404"/>
                <a:gd name="connsiteY231" fmla="*/ 655418 h 957489"/>
                <a:gd name="connsiteX232" fmla="*/ 978616 w 2376404"/>
                <a:gd name="connsiteY232" fmla="*/ 568934 h 957489"/>
                <a:gd name="connsiteX233" fmla="*/ 944647 w 2376404"/>
                <a:gd name="connsiteY233" fmla="*/ 587512 h 957489"/>
                <a:gd name="connsiteX234" fmla="*/ 913192 w 2376404"/>
                <a:gd name="connsiteY234" fmla="*/ 568934 h 957489"/>
                <a:gd name="connsiteX235" fmla="*/ 881033 w 2376404"/>
                <a:gd name="connsiteY235" fmla="*/ 587512 h 957489"/>
                <a:gd name="connsiteX236" fmla="*/ 880664 w 2376404"/>
                <a:gd name="connsiteY236" fmla="*/ 587143 h 957489"/>
                <a:gd name="connsiteX237" fmla="*/ 880664 w 2376404"/>
                <a:gd name="connsiteY237" fmla="*/ 571416 h 957489"/>
                <a:gd name="connsiteX238" fmla="*/ 853502 w 2376404"/>
                <a:gd name="connsiteY238" fmla="*/ 571416 h 957489"/>
                <a:gd name="connsiteX239" fmla="*/ 853502 w 2376404"/>
                <a:gd name="connsiteY239" fmla="*/ 673291 h 957489"/>
                <a:gd name="connsiteX240" fmla="*/ 882441 w 2376404"/>
                <a:gd name="connsiteY240" fmla="*/ 673291 h 957489"/>
                <a:gd name="connsiteX241" fmla="*/ 882441 w 2376404"/>
                <a:gd name="connsiteY241" fmla="*/ 615043 h 957489"/>
                <a:gd name="connsiteX242" fmla="*/ 903534 w 2376404"/>
                <a:gd name="connsiteY242" fmla="*/ 591804 h 957489"/>
                <a:gd name="connsiteX243" fmla="*/ 918893 w 2376404"/>
                <a:gd name="connsiteY243" fmla="*/ 609678 h 957489"/>
                <a:gd name="connsiteX244" fmla="*/ 918893 w 2376404"/>
                <a:gd name="connsiteY244" fmla="*/ 673291 h 957489"/>
                <a:gd name="connsiteX245" fmla="*/ 947497 w 2376404"/>
                <a:gd name="connsiteY245" fmla="*/ 673291 h 957489"/>
                <a:gd name="connsiteX246" fmla="*/ 947497 w 2376404"/>
                <a:gd name="connsiteY246" fmla="*/ 615043 h 957489"/>
                <a:gd name="connsiteX247" fmla="*/ 968590 w 2376404"/>
                <a:gd name="connsiteY247" fmla="*/ 591804 h 957489"/>
                <a:gd name="connsiteX248" fmla="*/ 983948 w 2376404"/>
                <a:gd name="connsiteY248" fmla="*/ 609678 h 957489"/>
                <a:gd name="connsiteX249" fmla="*/ 983948 w 2376404"/>
                <a:gd name="connsiteY249" fmla="*/ 673291 h 957489"/>
                <a:gd name="connsiteX250" fmla="*/ 1012888 w 2376404"/>
                <a:gd name="connsiteY250" fmla="*/ 673291 h 957489"/>
                <a:gd name="connsiteX251" fmla="*/ 1012888 w 2376404"/>
                <a:gd name="connsiteY251" fmla="*/ 595728 h 957489"/>
                <a:gd name="connsiteX252" fmla="*/ 978583 w 2376404"/>
                <a:gd name="connsiteY252" fmla="*/ 568934 h 957489"/>
                <a:gd name="connsiteX253" fmla="*/ 778822 w 2376404"/>
                <a:gd name="connsiteY253" fmla="*/ 675806 h 957489"/>
                <a:gd name="connsiteX254" fmla="*/ 835293 w 2376404"/>
                <a:gd name="connsiteY254" fmla="*/ 622555 h 957489"/>
                <a:gd name="connsiteX255" fmla="*/ 778822 w 2376404"/>
                <a:gd name="connsiteY255" fmla="*/ 568934 h 957489"/>
                <a:gd name="connsiteX256" fmla="*/ 722720 w 2376404"/>
                <a:gd name="connsiteY256" fmla="*/ 622555 h 957489"/>
                <a:gd name="connsiteX257" fmla="*/ 778822 w 2376404"/>
                <a:gd name="connsiteY257" fmla="*/ 675806 h 957489"/>
                <a:gd name="connsiteX258" fmla="*/ 778822 w 2376404"/>
                <a:gd name="connsiteY258" fmla="*/ 588954 h 957489"/>
                <a:gd name="connsiteX259" fmla="*/ 806689 w 2376404"/>
                <a:gd name="connsiteY259" fmla="*/ 622186 h 957489"/>
                <a:gd name="connsiteX260" fmla="*/ 778822 w 2376404"/>
                <a:gd name="connsiteY260" fmla="*/ 655418 h 957489"/>
                <a:gd name="connsiteX261" fmla="*/ 751291 w 2376404"/>
                <a:gd name="connsiteY261" fmla="*/ 622186 h 957489"/>
                <a:gd name="connsiteX262" fmla="*/ 778822 w 2376404"/>
                <a:gd name="connsiteY262" fmla="*/ 588954 h 957489"/>
                <a:gd name="connsiteX263" fmla="*/ 622286 w 2376404"/>
                <a:gd name="connsiteY263" fmla="*/ 604681 h 957489"/>
                <a:gd name="connsiteX264" fmla="*/ 669100 w 2376404"/>
                <a:gd name="connsiteY264" fmla="*/ 555722 h 957489"/>
                <a:gd name="connsiteX265" fmla="*/ 706624 w 2376404"/>
                <a:gd name="connsiteY265" fmla="*/ 561456 h 957489"/>
                <a:gd name="connsiteX266" fmla="*/ 704478 w 2376404"/>
                <a:gd name="connsiteY266" fmla="*/ 537882 h 957489"/>
                <a:gd name="connsiteX267" fmla="*/ 669100 w 2376404"/>
                <a:gd name="connsiteY267" fmla="*/ 533958 h 957489"/>
                <a:gd name="connsiteX268" fmla="*/ 591167 w 2376404"/>
                <a:gd name="connsiteY268" fmla="*/ 604715 h 957489"/>
                <a:gd name="connsiteX269" fmla="*/ 669100 w 2376404"/>
                <a:gd name="connsiteY269" fmla="*/ 675840 h 957489"/>
                <a:gd name="connsiteX270" fmla="*/ 705551 w 2376404"/>
                <a:gd name="connsiteY270" fmla="*/ 671916 h 957489"/>
                <a:gd name="connsiteX271" fmla="*/ 708401 w 2376404"/>
                <a:gd name="connsiteY271" fmla="*/ 647973 h 957489"/>
                <a:gd name="connsiteX272" fmla="*/ 669100 w 2376404"/>
                <a:gd name="connsiteY272" fmla="*/ 654043 h 957489"/>
                <a:gd name="connsiteX273" fmla="*/ 622286 w 2376404"/>
                <a:gd name="connsiteY273" fmla="*/ 604715 h 957489"/>
                <a:gd name="connsiteX274" fmla="*/ 485033 w 2376404"/>
                <a:gd name="connsiteY274" fmla="*/ 588954 h 957489"/>
                <a:gd name="connsiteX275" fmla="*/ 511491 w 2376404"/>
                <a:gd name="connsiteY275" fmla="*/ 595023 h 957489"/>
                <a:gd name="connsiteX276" fmla="*/ 508976 w 2376404"/>
                <a:gd name="connsiteY276" fmla="*/ 572858 h 957489"/>
                <a:gd name="connsiteX277" fmla="*/ 478963 w 2376404"/>
                <a:gd name="connsiteY277" fmla="*/ 568934 h 957489"/>
                <a:gd name="connsiteX278" fmla="*/ 426784 w 2376404"/>
                <a:gd name="connsiteY278" fmla="*/ 620408 h 957489"/>
                <a:gd name="connsiteX279" fmla="*/ 480036 w 2376404"/>
                <a:gd name="connsiteY279" fmla="*/ 675806 h 957489"/>
                <a:gd name="connsiteX280" fmla="*/ 508272 w 2376404"/>
                <a:gd name="connsiteY280" fmla="*/ 672218 h 957489"/>
                <a:gd name="connsiteX281" fmla="*/ 510787 w 2376404"/>
                <a:gd name="connsiteY281" fmla="*/ 649717 h 957489"/>
                <a:gd name="connsiteX282" fmla="*/ 485770 w 2376404"/>
                <a:gd name="connsiteY282" fmla="*/ 655451 h 957489"/>
                <a:gd name="connsiteX283" fmla="*/ 455389 w 2376404"/>
                <a:gd name="connsiteY283" fmla="*/ 623997 h 957489"/>
                <a:gd name="connsiteX284" fmla="*/ 485066 w 2376404"/>
                <a:gd name="connsiteY284" fmla="*/ 588987 h 957489"/>
                <a:gd name="connsiteX285" fmla="*/ 377456 w 2376404"/>
                <a:gd name="connsiteY285" fmla="*/ 553911 h 957489"/>
                <a:gd name="connsiteX286" fmla="*/ 406765 w 2376404"/>
                <a:gd name="connsiteY286" fmla="*/ 553911 h 957489"/>
                <a:gd name="connsiteX287" fmla="*/ 406765 w 2376404"/>
                <a:gd name="connsiteY287" fmla="*/ 535333 h 957489"/>
                <a:gd name="connsiteX288" fmla="*/ 377456 w 2376404"/>
                <a:gd name="connsiteY288" fmla="*/ 535333 h 957489"/>
                <a:gd name="connsiteX289" fmla="*/ 377456 w 2376404"/>
                <a:gd name="connsiteY289" fmla="*/ 553911 h 957489"/>
                <a:gd name="connsiteX290" fmla="*/ 377825 w 2376404"/>
                <a:gd name="connsiteY290" fmla="*/ 673291 h 957489"/>
                <a:gd name="connsiteX291" fmla="*/ 406765 w 2376404"/>
                <a:gd name="connsiteY291" fmla="*/ 673291 h 957489"/>
                <a:gd name="connsiteX292" fmla="*/ 406765 w 2376404"/>
                <a:gd name="connsiteY292" fmla="*/ 571416 h 957489"/>
                <a:gd name="connsiteX293" fmla="*/ 377825 w 2376404"/>
                <a:gd name="connsiteY293" fmla="*/ 571416 h 957489"/>
                <a:gd name="connsiteX294" fmla="*/ 377825 w 2376404"/>
                <a:gd name="connsiteY294" fmla="*/ 673291 h 957489"/>
                <a:gd name="connsiteX295" fmla="*/ 335304 w 2376404"/>
                <a:gd name="connsiteY295" fmla="*/ 636840 h 957489"/>
                <a:gd name="connsiteX296" fmla="*/ 335304 w 2376404"/>
                <a:gd name="connsiteY296" fmla="*/ 591469 h 957489"/>
                <a:gd name="connsiteX297" fmla="*/ 361025 w 2376404"/>
                <a:gd name="connsiteY297" fmla="*/ 591469 h 957489"/>
                <a:gd name="connsiteX298" fmla="*/ 361025 w 2376404"/>
                <a:gd name="connsiteY298" fmla="*/ 571449 h 957489"/>
                <a:gd name="connsiteX299" fmla="*/ 335304 w 2376404"/>
                <a:gd name="connsiteY299" fmla="*/ 571449 h 957489"/>
                <a:gd name="connsiteX300" fmla="*/ 335304 w 2376404"/>
                <a:gd name="connsiteY300" fmla="*/ 546802 h 957489"/>
                <a:gd name="connsiteX301" fmla="*/ 306700 w 2376404"/>
                <a:gd name="connsiteY301" fmla="*/ 553576 h 957489"/>
                <a:gd name="connsiteX302" fmla="*/ 306700 w 2376404"/>
                <a:gd name="connsiteY302" fmla="*/ 571449 h 957489"/>
                <a:gd name="connsiteX303" fmla="*/ 292415 w 2376404"/>
                <a:gd name="connsiteY303" fmla="*/ 571449 h 957489"/>
                <a:gd name="connsiteX304" fmla="*/ 292415 w 2376404"/>
                <a:gd name="connsiteY304" fmla="*/ 591469 h 957489"/>
                <a:gd name="connsiteX305" fmla="*/ 306700 w 2376404"/>
                <a:gd name="connsiteY305" fmla="*/ 591469 h 957489"/>
                <a:gd name="connsiteX306" fmla="*/ 306700 w 2376404"/>
                <a:gd name="connsiteY306" fmla="*/ 649382 h 957489"/>
                <a:gd name="connsiteX307" fmla="*/ 337082 w 2376404"/>
                <a:gd name="connsiteY307" fmla="*/ 675840 h 957489"/>
                <a:gd name="connsiteX308" fmla="*/ 359952 w 2376404"/>
                <a:gd name="connsiteY308" fmla="*/ 672621 h 957489"/>
                <a:gd name="connsiteX309" fmla="*/ 363171 w 2376404"/>
                <a:gd name="connsiteY309" fmla="*/ 652265 h 957489"/>
                <a:gd name="connsiteX310" fmla="*/ 348148 w 2376404"/>
                <a:gd name="connsiteY310" fmla="*/ 654043 h 957489"/>
                <a:gd name="connsiteX311" fmla="*/ 335271 w 2376404"/>
                <a:gd name="connsiteY311" fmla="*/ 636874 h 957489"/>
                <a:gd name="connsiteX312" fmla="*/ 246674 w 2376404"/>
                <a:gd name="connsiteY312" fmla="*/ 673291 h 957489"/>
                <a:gd name="connsiteX313" fmla="*/ 275614 w 2376404"/>
                <a:gd name="connsiteY313" fmla="*/ 673291 h 957489"/>
                <a:gd name="connsiteX314" fmla="*/ 275614 w 2376404"/>
                <a:gd name="connsiteY314" fmla="*/ 536406 h 957489"/>
                <a:gd name="connsiteX315" fmla="*/ 246674 w 2376404"/>
                <a:gd name="connsiteY315" fmla="*/ 536406 h 957489"/>
                <a:gd name="connsiteX316" fmla="*/ 246674 w 2376404"/>
                <a:gd name="connsiteY316" fmla="*/ 673291 h 957489"/>
                <a:gd name="connsiteX317" fmla="*/ 182357 w 2376404"/>
                <a:gd name="connsiteY317" fmla="*/ 568934 h 957489"/>
                <a:gd name="connsiteX318" fmla="*/ 138025 w 2376404"/>
                <a:gd name="connsiteY318" fmla="*/ 574635 h 957489"/>
                <a:gd name="connsiteX319" fmla="*/ 135879 w 2376404"/>
                <a:gd name="connsiteY319" fmla="*/ 593950 h 957489"/>
                <a:gd name="connsiteX320" fmla="*/ 175549 w 2376404"/>
                <a:gd name="connsiteY320" fmla="*/ 585366 h 957489"/>
                <a:gd name="connsiteX321" fmla="*/ 194496 w 2376404"/>
                <a:gd name="connsiteY321" fmla="*/ 597874 h 957489"/>
                <a:gd name="connsiteX322" fmla="*/ 124813 w 2376404"/>
                <a:gd name="connsiteY322" fmla="*/ 645425 h 957489"/>
                <a:gd name="connsiteX323" fmla="*/ 162706 w 2376404"/>
                <a:gd name="connsiteY323" fmla="*/ 675806 h 957489"/>
                <a:gd name="connsiteX324" fmla="*/ 181284 w 2376404"/>
                <a:gd name="connsiteY324" fmla="*/ 673660 h 957489"/>
                <a:gd name="connsiteX325" fmla="*/ 185945 w 2376404"/>
                <a:gd name="connsiteY325" fmla="*/ 656155 h 957489"/>
                <a:gd name="connsiteX326" fmla="*/ 169849 w 2376404"/>
                <a:gd name="connsiteY326" fmla="*/ 659375 h 957489"/>
                <a:gd name="connsiteX327" fmla="*/ 151975 w 2376404"/>
                <a:gd name="connsiteY327" fmla="*/ 646867 h 957489"/>
                <a:gd name="connsiteX328" fmla="*/ 195938 w 2376404"/>
                <a:gd name="connsiteY328" fmla="*/ 620408 h 957489"/>
                <a:gd name="connsiteX329" fmla="*/ 195938 w 2376404"/>
                <a:gd name="connsiteY329" fmla="*/ 673291 h 957489"/>
                <a:gd name="connsiteX330" fmla="*/ 223100 w 2376404"/>
                <a:gd name="connsiteY330" fmla="*/ 673291 h 957489"/>
                <a:gd name="connsiteX331" fmla="*/ 223100 w 2376404"/>
                <a:gd name="connsiteY331" fmla="*/ 596465 h 957489"/>
                <a:gd name="connsiteX332" fmla="*/ 182357 w 2376404"/>
                <a:gd name="connsiteY332" fmla="*/ 568934 h 957489"/>
                <a:gd name="connsiteX333" fmla="*/ 82292 w 2376404"/>
                <a:gd name="connsiteY333" fmla="*/ 602535 h 957489"/>
                <a:gd name="connsiteX334" fmla="*/ 82292 w 2376404"/>
                <a:gd name="connsiteY334" fmla="*/ 602166 h 957489"/>
                <a:gd name="connsiteX335" fmla="*/ 106939 w 2376404"/>
                <a:gd name="connsiteY335" fmla="*/ 568934 h 957489"/>
                <a:gd name="connsiteX336" fmla="*/ 71561 w 2376404"/>
                <a:gd name="connsiteY336" fmla="*/ 536406 h 957489"/>
                <a:gd name="connsiteX337" fmla="*/ 0 w 2376404"/>
                <a:gd name="connsiteY337" fmla="*/ 536406 h 957489"/>
                <a:gd name="connsiteX338" fmla="*/ 0 w 2376404"/>
                <a:gd name="connsiteY338" fmla="*/ 673291 h 957489"/>
                <a:gd name="connsiteX339" fmla="*/ 67202 w 2376404"/>
                <a:gd name="connsiteY339" fmla="*/ 673291 h 957489"/>
                <a:gd name="connsiteX340" fmla="*/ 111533 w 2376404"/>
                <a:gd name="connsiteY340" fmla="*/ 639321 h 957489"/>
                <a:gd name="connsiteX341" fmla="*/ 82225 w 2376404"/>
                <a:gd name="connsiteY341" fmla="*/ 602501 h 957489"/>
                <a:gd name="connsiteX342" fmla="*/ 53688 w 2376404"/>
                <a:gd name="connsiteY342" fmla="*/ 556426 h 957489"/>
                <a:gd name="connsiteX343" fmla="*/ 57242 w 2376404"/>
                <a:gd name="connsiteY343" fmla="*/ 556426 h 957489"/>
                <a:gd name="connsiteX344" fmla="*/ 77631 w 2376404"/>
                <a:gd name="connsiteY344" fmla="*/ 572522 h 957489"/>
                <a:gd name="connsiteX345" fmla="*/ 56907 w 2376404"/>
                <a:gd name="connsiteY345" fmla="*/ 592542 h 957489"/>
                <a:gd name="connsiteX346" fmla="*/ 29309 w 2376404"/>
                <a:gd name="connsiteY346" fmla="*/ 592542 h 957489"/>
                <a:gd name="connsiteX347" fmla="*/ 29309 w 2376404"/>
                <a:gd name="connsiteY347" fmla="*/ 556460 h 957489"/>
                <a:gd name="connsiteX348" fmla="*/ 53621 w 2376404"/>
                <a:gd name="connsiteY348" fmla="*/ 556460 h 957489"/>
                <a:gd name="connsiteX349" fmla="*/ 53688 w 2376404"/>
                <a:gd name="connsiteY349" fmla="*/ 612897 h 957489"/>
                <a:gd name="connsiteX350" fmla="*/ 62272 w 2376404"/>
                <a:gd name="connsiteY350" fmla="*/ 612897 h 957489"/>
                <a:gd name="connsiteX351" fmla="*/ 82292 w 2376404"/>
                <a:gd name="connsiteY351" fmla="*/ 631843 h 957489"/>
                <a:gd name="connsiteX352" fmla="*/ 58718 w 2376404"/>
                <a:gd name="connsiteY352" fmla="*/ 653272 h 957489"/>
                <a:gd name="connsiteX353" fmla="*/ 29309 w 2376404"/>
                <a:gd name="connsiteY353" fmla="*/ 653272 h 957489"/>
                <a:gd name="connsiteX354" fmla="*/ 29309 w 2376404"/>
                <a:gd name="connsiteY354" fmla="*/ 612897 h 957489"/>
                <a:gd name="connsiteX355" fmla="*/ 53621 w 2376404"/>
                <a:gd name="connsiteY355" fmla="*/ 612897 h 957489"/>
                <a:gd name="connsiteX356" fmla="*/ 620107 w 2376404"/>
                <a:gd name="connsiteY356" fmla="*/ 935525 h 957489"/>
                <a:gd name="connsiteX357" fmla="*/ 642809 w 2376404"/>
                <a:gd name="connsiteY357" fmla="*/ 935525 h 957489"/>
                <a:gd name="connsiteX358" fmla="*/ 653540 w 2376404"/>
                <a:gd name="connsiteY358" fmla="*/ 934955 h 957489"/>
                <a:gd name="connsiteX359" fmla="*/ 660783 w 2376404"/>
                <a:gd name="connsiteY359" fmla="*/ 932977 h 957489"/>
                <a:gd name="connsiteX360" fmla="*/ 666115 w 2376404"/>
                <a:gd name="connsiteY360" fmla="*/ 929959 h 957489"/>
                <a:gd name="connsiteX361" fmla="*/ 669435 w 2376404"/>
                <a:gd name="connsiteY361" fmla="*/ 925834 h 957489"/>
                <a:gd name="connsiteX362" fmla="*/ 671581 w 2376404"/>
                <a:gd name="connsiteY362" fmla="*/ 920133 h 957489"/>
                <a:gd name="connsiteX363" fmla="*/ 672151 w 2376404"/>
                <a:gd name="connsiteY363" fmla="*/ 913494 h 957489"/>
                <a:gd name="connsiteX364" fmla="*/ 670139 w 2376404"/>
                <a:gd name="connsiteY364" fmla="*/ 905278 h 957489"/>
                <a:gd name="connsiteX365" fmla="*/ 665075 w 2376404"/>
                <a:gd name="connsiteY365" fmla="*/ 899175 h 957489"/>
                <a:gd name="connsiteX366" fmla="*/ 657564 w 2376404"/>
                <a:gd name="connsiteY366" fmla="*/ 895419 h 957489"/>
                <a:gd name="connsiteX367" fmla="*/ 644754 w 2376404"/>
                <a:gd name="connsiteY367" fmla="*/ 894245 h 957489"/>
                <a:gd name="connsiteX368" fmla="*/ 619637 w 2376404"/>
                <a:gd name="connsiteY368" fmla="*/ 894245 h 957489"/>
                <a:gd name="connsiteX369" fmla="*/ 620140 w 2376404"/>
                <a:gd name="connsiteY369" fmla="*/ 935525 h 957489"/>
                <a:gd name="connsiteX370" fmla="*/ 619369 w 2376404"/>
                <a:gd name="connsiteY370" fmla="*/ 874762 h 957489"/>
                <a:gd name="connsiteX371" fmla="*/ 635432 w 2376404"/>
                <a:gd name="connsiteY371" fmla="*/ 874762 h 957489"/>
                <a:gd name="connsiteX372" fmla="*/ 649248 w 2376404"/>
                <a:gd name="connsiteY372" fmla="*/ 874259 h 957489"/>
                <a:gd name="connsiteX373" fmla="*/ 656591 w 2376404"/>
                <a:gd name="connsiteY373" fmla="*/ 872314 h 957489"/>
                <a:gd name="connsiteX374" fmla="*/ 662963 w 2376404"/>
                <a:gd name="connsiteY374" fmla="*/ 867821 h 957489"/>
                <a:gd name="connsiteX375" fmla="*/ 666551 w 2376404"/>
                <a:gd name="connsiteY375" fmla="*/ 861147 h 957489"/>
                <a:gd name="connsiteX376" fmla="*/ 667423 w 2376404"/>
                <a:gd name="connsiteY376" fmla="*/ 853703 h 957489"/>
                <a:gd name="connsiteX377" fmla="*/ 665713 w 2376404"/>
                <a:gd name="connsiteY377" fmla="*/ 846694 h 957489"/>
                <a:gd name="connsiteX378" fmla="*/ 661286 w 2376404"/>
                <a:gd name="connsiteY378" fmla="*/ 841262 h 957489"/>
                <a:gd name="connsiteX379" fmla="*/ 654412 w 2376404"/>
                <a:gd name="connsiteY379" fmla="*/ 838177 h 957489"/>
                <a:gd name="connsiteX380" fmla="*/ 642843 w 2376404"/>
                <a:gd name="connsiteY380" fmla="*/ 837238 h 957489"/>
                <a:gd name="connsiteX381" fmla="*/ 618933 w 2376404"/>
                <a:gd name="connsiteY381" fmla="*/ 837238 h 957489"/>
                <a:gd name="connsiteX382" fmla="*/ 619403 w 2376404"/>
                <a:gd name="connsiteY382" fmla="*/ 874796 h 957489"/>
                <a:gd name="connsiteX383" fmla="*/ 590262 w 2376404"/>
                <a:gd name="connsiteY383" fmla="*/ 818157 h 957489"/>
                <a:gd name="connsiteX384" fmla="*/ 610047 w 2376404"/>
                <a:gd name="connsiteY384" fmla="*/ 818291 h 957489"/>
                <a:gd name="connsiteX385" fmla="*/ 630770 w 2376404"/>
                <a:gd name="connsiteY385" fmla="*/ 817989 h 957489"/>
                <a:gd name="connsiteX386" fmla="*/ 651092 w 2376404"/>
                <a:gd name="connsiteY386" fmla="*/ 817688 h 957489"/>
                <a:gd name="connsiteX387" fmla="*/ 668026 w 2376404"/>
                <a:gd name="connsiteY387" fmla="*/ 818627 h 957489"/>
                <a:gd name="connsiteX388" fmla="*/ 678254 w 2376404"/>
                <a:gd name="connsiteY388" fmla="*/ 821477 h 957489"/>
                <a:gd name="connsiteX389" fmla="*/ 685900 w 2376404"/>
                <a:gd name="connsiteY389" fmla="*/ 826138 h 957489"/>
                <a:gd name="connsiteX390" fmla="*/ 691399 w 2376404"/>
                <a:gd name="connsiteY390" fmla="*/ 832644 h 957489"/>
                <a:gd name="connsiteX391" fmla="*/ 695021 w 2376404"/>
                <a:gd name="connsiteY391" fmla="*/ 840759 h 957489"/>
                <a:gd name="connsiteX392" fmla="*/ 696530 w 2376404"/>
                <a:gd name="connsiteY392" fmla="*/ 849612 h 957489"/>
                <a:gd name="connsiteX393" fmla="*/ 695725 w 2376404"/>
                <a:gd name="connsiteY393" fmla="*/ 860276 h 957489"/>
                <a:gd name="connsiteX394" fmla="*/ 692305 w 2376404"/>
                <a:gd name="connsiteY394" fmla="*/ 869397 h 957489"/>
                <a:gd name="connsiteX395" fmla="*/ 686705 w 2376404"/>
                <a:gd name="connsiteY395" fmla="*/ 876305 h 957489"/>
                <a:gd name="connsiteX396" fmla="*/ 680434 w 2376404"/>
                <a:gd name="connsiteY396" fmla="*/ 880765 h 957489"/>
                <a:gd name="connsiteX397" fmla="*/ 672285 w 2376404"/>
                <a:gd name="connsiteY397" fmla="*/ 884185 h 957489"/>
                <a:gd name="connsiteX398" fmla="*/ 679897 w 2376404"/>
                <a:gd name="connsiteY398" fmla="*/ 886130 h 957489"/>
                <a:gd name="connsiteX399" fmla="*/ 686068 w 2376404"/>
                <a:gd name="connsiteY399" fmla="*/ 889047 h 957489"/>
                <a:gd name="connsiteX400" fmla="*/ 692372 w 2376404"/>
                <a:gd name="connsiteY400" fmla="*/ 894078 h 957489"/>
                <a:gd name="connsiteX401" fmla="*/ 697268 w 2376404"/>
                <a:gd name="connsiteY401" fmla="*/ 900583 h 957489"/>
                <a:gd name="connsiteX402" fmla="*/ 700319 w 2376404"/>
                <a:gd name="connsiteY402" fmla="*/ 908162 h 957489"/>
                <a:gd name="connsiteX403" fmla="*/ 701728 w 2376404"/>
                <a:gd name="connsiteY403" fmla="*/ 916847 h 957489"/>
                <a:gd name="connsiteX404" fmla="*/ 698475 w 2376404"/>
                <a:gd name="connsiteY404" fmla="*/ 934553 h 957489"/>
                <a:gd name="connsiteX405" fmla="*/ 687677 w 2376404"/>
                <a:gd name="connsiteY405" fmla="*/ 947262 h 957489"/>
                <a:gd name="connsiteX406" fmla="*/ 671615 w 2376404"/>
                <a:gd name="connsiteY406" fmla="*/ 953499 h 957489"/>
                <a:gd name="connsiteX407" fmla="*/ 633151 w 2376404"/>
                <a:gd name="connsiteY407" fmla="*/ 955042 h 957489"/>
                <a:gd name="connsiteX408" fmla="*/ 608906 w 2376404"/>
                <a:gd name="connsiteY408" fmla="*/ 954941 h 957489"/>
                <a:gd name="connsiteX409" fmla="*/ 590262 w 2376404"/>
                <a:gd name="connsiteY409" fmla="*/ 955042 h 957489"/>
                <a:gd name="connsiteX410" fmla="*/ 590262 w 2376404"/>
                <a:gd name="connsiteY410" fmla="*/ 818157 h 957489"/>
                <a:gd name="connsiteX411" fmla="*/ 835293 w 2376404"/>
                <a:gd name="connsiteY411" fmla="*/ 929992 h 957489"/>
                <a:gd name="connsiteX412" fmla="*/ 832644 w 2376404"/>
                <a:gd name="connsiteY412" fmla="*/ 953801 h 957489"/>
                <a:gd name="connsiteX413" fmla="*/ 811886 w 2376404"/>
                <a:gd name="connsiteY413" fmla="*/ 956685 h 957489"/>
                <a:gd name="connsiteX414" fmla="*/ 795622 w 2376404"/>
                <a:gd name="connsiteY414" fmla="*/ 957490 h 957489"/>
                <a:gd name="connsiteX415" fmla="*/ 766716 w 2376404"/>
                <a:gd name="connsiteY415" fmla="*/ 953298 h 957489"/>
                <a:gd name="connsiteX416" fmla="*/ 741398 w 2376404"/>
                <a:gd name="connsiteY416" fmla="*/ 940019 h 957489"/>
                <a:gd name="connsiteX417" fmla="*/ 724397 w 2376404"/>
                <a:gd name="connsiteY417" fmla="*/ 917987 h 957489"/>
                <a:gd name="connsiteX418" fmla="*/ 718025 w 2376404"/>
                <a:gd name="connsiteY418" fmla="*/ 889718 h 957489"/>
                <a:gd name="connsiteX419" fmla="*/ 722351 w 2376404"/>
                <a:gd name="connsiteY419" fmla="*/ 858934 h 957489"/>
                <a:gd name="connsiteX420" fmla="*/ 738112 w 2376404"/>
                <a:gd name="connsiteY420" fmla="*/ 835058 h 957489"/>
                <a:gd name="connsiteX421" fmla="*/ 763598 w 2376404"/>
                <a:gd name="connsiteY421" fmla="*/ 820572 h 957489"/>
                <a:gd name="connsiteX422" fmla="*/ 794918 w 2376404"/>
                <a:gd name="connsiteY422" fmla="*/ 815810 h 957489"/>
                <a:gd name="connsiteX423" fmla="*/ 830598 w 2376404"/>
                <a:gd name="connsiteY423" fmla="*/ 819498 h 957489"/>
                <a:gd name="connsiteX424" fmla="*/ 831805 w 2376404"/>
                <a:gd name="connsiteY424" fmla="*/ 832141 h 957489"/>
                <a:gd name="connsiteX425" fmla="*/ 833013 w 2376404"/>
                <a:gd name="connsiteY425" fmla="*/ 842872 h 957489"/>
                <a:gd name="connsiteX426" fmla="*/ 813965 w 2376404"/>
                <a:gd name="connsiteY426" fmla="*/ 838512 h 957489"/>
                <a:gd name="connsiteX427" fmla="*/ 799579 w 2376404"/>
                <a:gd name="connsiteY427" fmla="*/ 837338 h 957489"/>
                <a:gd name="connsiteX428" fmla="*/ 779157 w 2376404"/>
                <a:gd name="connsiteY428" fmla="*/ 840591 h 957489"/>
                <a:gd name="connsiteX429" fmla="*/ 762256 w 2376404"/>
                <a:gd name="connsiteY429" fmla="*/ 850987 h 957489"/>
                <a:gd name="connsiteX430" fmla="*/ 751526 w 2376404"/>
                <a:gd name="connsiteY430" fmla="*/ 868223 h 957489"/>
                <a:gd name="connsiteX431" fmla="*/ 748575 w 2376404"/>
                <a:gd name="connsiteY431" fmla="*/ 889282 h 957489"/>
                <a:gd name="connsiteX432" fmla="*/ 754812 w 2376404"/>
                <a:gd name="connsiteY432" fmla="*/ 912689 h 957489"/>
                <a:gd name="connsiteX433" fmla="*/ 771746 w 2376404"/>
                <a:gd name="connsiteY433" fmla="*/ 929456 h 957489"/>
                <a:gd name="connsiteX434" fmla="*/ 799479 w 2376404"/>
                <a:gd name="connsiteY434" fmla="*/ 935894 h 957489"/>
                <a:gd name="connsiteX435" fmla="*/ 835293 w 2376404"/>
                <a:gd name="connsiteY435" fmla="*/ 929925 h 957489"/>
                <a:gd name="connsiteX436" fmla="*/ 854139 w 2376404"/>
                <a:gd name="connsiteY436" fmla="*/ 952158 h 957489"/>
                <a:gd name="connsiteX437" fmla="*/ 850752 w 2376404"/>
                <a:gd name="connsiteY437" fmla="*/ 927310 h 957489"/>
                <a:gd name="connsiteX438" fmla="*/ 886868 w 2376404"/>
                <a:gd name="connsiteY438" fmla="*/ 936163 h 957489"/>
                <a:gd name="connsiteX439" fmla="*/ 898739 w 2376404"/>
                <a:gd name="connsiteY439" fmla="*/ 934217 h 957489"/>
                <a:gd name="connsiteX440" fmla="*/ 906653 w 2376404"/>
                <a:gd name="connsiteY440" fmla="*/ 928718 h 957489"/>
                <a:gd name="connsiteX441" fmla="*/ 908900 w 2376404"/>
                <a:gd name="connsiteY441" fmla="*/ 920770 h 957489"/>
                <a:gd name="connsiteX442" fmla="*/ 907324 w 2376404"/>
                <a:gd name="connsiteY442" fmla="*/ 914667 h 957489"/>
                <a:gd name="connsiteX443" fmla="*/ 900583 w 2376404"/>
                <a:gd name="connsiteY443" fmla="*/ 906988 h 957489"/>
                <a:gd name="connsiteX444" fmla="*/ 879189 w 2376404"/>
                <a:gd name="connsiteY444" fmla="*/ 888846 h 957489"/>
                <a:gd name="connsiteX445" fmla="*/ 869061 w 2376404"/>
                <a:gd name="connsiteY445" fmla="*/ 880127 h 957489"/>
                <a:gd name="connsiteX446" fmla="*/ 859303 w 2376404"/>
                <a:gd name="connsiteY446" fmla="*/ 869866 h 957489"/>
                <a:gd name="connsiteX447" fmla="*/ 854240 w 2376404"/>
                <a:gd name="connsiteY447" fmla="*/ 860779 h 957489"/>
                <a:gd name="connsiteX448" fmla="*/ 852328 w 2376404"/>
                <a:gd name="connsiteY448" fmla="*/ 851154 h 957489"/>
                <a:gd name="connsiteX449" fmla="*/ 856654 w 2376404"/>
                <a:gd name="connsiteY449" fmla="*/ 833448 h 957489"/>
                <a:gd name="connsiteX450" fmla="*/ 871711 w 2376404"/>
                <a:gd name="connsiteY450" fmla="*/ 820504 h 957489"/>
                <a:gd name="connsiteX451" fmla="*/ 897901 w 2376404"/>
                <a:gd name="connsiteY451" fmla="*/ 815843 h 957489"/>
                <a:gd name="connsiteX452" fmla="*/ 930361 w 2376404"/>
                <a:gd name="connsiteY452" fmla="*/ 819331 h 957489"/>
                <a:gd name="connsiteX453" fmla="*/ 933614 w 2376404"/>
                <a:gd name="connsiteY453" fmla="*/ 843140 h 957489"/>
                <a:gd name="connsiteX454" fmla="*/ 904473 w 2376404"/>
                <a:gd name="connsiteY454" fmla="*/ 837171 h 957489"/>
                <a:gd name="connsiteX455" fmla="*/ 888645 w 2376404"/>
                <a:gd name="connsiteY455" fmla="*/ 841631 h 957489"/>
                <a:gd name="connsiteX456" fmla="*/ 882944 w 2376404"/>
                <a:gd name="connsiteY456" fmla="*/ 851993 h 957489"/>
                <a:gd name="connsiteX457" fmla="*/ 883548 w 2376404"/>
                <a:gd name="connsiteY457" fmla="*/ 855346 h 957489"/>
                <a:gd name="connsiteX458" fmla="*/ 885024 w 2376404"/>
                <a:gd name="connsiteY458" fmla="*/ 858766 h 957489"/>
                <a:gd name="connsiteX459" fmla="*/ 888343 w 2376404"/>
                <a:gd name="connsiteY459" fmla="*/ 863059 h 957489"/>
                <a:gd name="connsiteX460" fmla="*/ 895184 w 2376404"/>
                <a:gd name="connsiteY460" fmla="*/ 869296 h 957489"/>
                <a:gd name="connsiteX461" fmla="*/ 902830 w 2376404"/>
                <a:gd name="connsiteY461" fmla="*/ 875064 h 957489"/>
                <a:gd name="connsiteX462" fmla="*/ 915808 w 2376404"/>
                <a:gd name="connsiteY462" fmla="*/ 886298 h 957489"/>
                <a:gd name="connsiteX463" fmla="*/ 924593 w 2376404"/>
                <a:gd name="connsiteY463" fmla="*/ 893910 h 957489"/>
                <a:gd name="connsiteX464" fmla="*/ 931300 w 2376404"/>
                <a:gd name="connsiteY464" fmla="*/ 901019 h 957489"/>
                <a:gd name="connsiteX465" fmla="*/ 935794 w 2376404"/>
                <a:gd name="connsiteY465" fmla="*/ 907558 h 957489"/>
                <a:gd name="connsiteX466" fmla="*/ 938376 w 2376404"/>
                <a:gd name="connsiteY466" fmla="*/ 913930 h 957489"/>
                <a:gd name="connsiteX467" fmla="*/ 939482 w 2376404"/>
                <a:gd name="connsiteY467" fmla="*/ 920804 h 957489"/>
                <a:gd name="connsiteX468" fmla="*/ 936397 w 2376404"/>
                <a:gd name="connsiteY468" fmla="*/ 936699 h 957489"/>
                <a:gd name="connsiteX469" fmla="*/ 925801 w 2376404"/>
                <a:gd name="connsiteY469" fmla="*/ 948972 h 957489"/>
                <a:gd name="connsiteX470" fmla="*/ 910107 w 2376404"/>
                <a:gd name="connsiteY470" fmla="*/ 955646 h 957489"/>
                <a:gd name="connsiteX471" fmla="*/ 891764 w 2376404"/>
                <a:gd name="connsiteY471" fmla="*/ 957490 h 957489"/>
                <a:gd name="connsiteX472" fmla="*/ 876774 w 2376404"/>
                <a:gd name="connsiteY472" fmla="*/ 956383 h 957489"/>
                <a:gd name="connsiteX473" fmla="*/ 854105 w 2376404"/>
                <a:gd name="connsiteY473" fmla="*/ 952158 h 957489"/>
                <a:gd name="connsiteX474" fmla="*/ 1047461 w 2376404"/>
                <a:gd name="connsiteY474" fmla="*/ 882676 h 957489"/>
                <a:gd name="connsiteX475" fmla="*/ 1068755 w 2376404"/>
                <a:gd name="connsiteY475" fmla="*/ 854642 h 957489"/>
                <a:gd name="connsiteX476" fmla="*/ 1088138 w 2376404"/>
                <a:gd name="connsiteY476" fmla="*/ 828217 h 957489"/>
                <a:gd name="connsiteX477" fmla="*/ 1095046 w 2376404"/>
                <a:gd name="connsiteY477" fmla="*/ 818090 h 957489"/>
                <a:gd name="connsiteX478" fmla="*/ 1112986 w 2376404"/>
                <a:gd name="connsiteY478" fmla="*/ 818258 h 957489"/>
                <a:gd name="connsiteX479" fmla="*/ 1130088 w 2376404"/>
                <a:gd name="connsiteY479" fmla="*/ 818090 h 957489"/>
                <a:gd name="connsiteX480" fmla="*/ 1087165 w 2376404"/>
                <a:gd name="connsiteY480" fmla="*/ 872482 h 957489"/>
                <a:gd name="connsiteX481" fmla="*/ 1079922 w 2376404"/>
                <a:gd name="connsiteY481" fmla="*/ 882240 h 957489"/>
                <a:gd name="connsiteX482" fmla="*/ 1086696 w 2376404"/>
                <a:gd name="connsiteY482" fmla="*/ 891261 h 957489"/>
                <a:gd name="connsiteX483" fmla="*/ 1107856 w 2376404"/>
                <a:gd name="connsiteY483" fmla="*/ 917283 h 957489"/>
                <a:gd name="connsiteX484" fmla="*/ 1138908 w 2376404"/>
                <a:gd name="connsiteY484" fmla="*/ 955008 h 957489"/>
                <a:gd name="connsiteX485" fmla="*/ 1121034 w 2376404"/>
                <a:gd name="connsiteY485" fmla="*/ 954807 h 957489"/>
                <a:gd name="connsiteX486" fmla="*/ 1101484 w 2376404"/>
                <a:gd name="connsiteY486" fmla="*/ 955008 h 957489"/>
                <a:gd name="connsiteX487" fmla="*/ 1094543 w 2376404"/>
                <a:gd name="connsiteY487" fmla="*/ 944982 h 957489"/>
                <a:gd name="connsiteX488" fmla="*/ 1087635 w 2376404"/>
                <a:gd name="connsiteY488" fmla="*/ 935458 h 957489"/>
                <a:gd name="connsiteX489" fmla="*/ 1058326 w 2376404"/>
                <a:gd name="connsiteY489" fmla="*/ 896559 h 957489"/>
                <a:gd name="connsiteX490" fmla="*/ 1047461 w 2376404"/>
                <a:gd name="connsiteY490" fmla="*/ 882643 h 957489"/>
                <a:gd name="connsiteX491" fmla="*/ 1014866 w 2376404"/>
                <a:gd name="connsiteY491" fmla="*/ 955042 h 957489"/>
                <a:gd name="connsiteX492" fmla="*/ 1015571 w 2376404"/>
                <a:gd name="connsiteY492" fmla="*/ 921139 h 957489"/>
                <a:gd name="connsiteX493" fmla="*/ 1015235 w 2376404"/>
                <a:gd name="connsiteY493" fmla="*/ 863562 h 957489"/>
                <a:gd name="connsiteX494" fmla="*/ 1014363 w 2376404"/>
                <a:gd name="connsiteY494" fmla="*/ 827446 h 957489"/>
                <a:gd name="connsiteX495" fmla="*/ 1013894 w 2376404"/>
                <a:gd name="connsiteY495" fmla="*/ 818124 h 957489"/>
                <a:gd name="connsiteX496" fmla="*/ 1030292 w 2376404"/>
                <a:gd name="connsiteY496" fmla="*/ 818291 h 957489"/>
                <a:gd name="connsiteX497" fmla="*/ 1045751 w 2376404"/>
                <a:gd name="connsiteY497" fmla="*/ 818124 h 957489"/>
                <a:gd name="connsiteX498" fmla="*/ 1045449 w 2376404"/>
                <a:gd name="connsiteY498" fmla="*/ 872281 h 957489"/>
                <a:gd name="connsiteX499" fmla="*/ 1046120 w 2376404"/>
                <a:gd name="connsiteY499" fmla="*/ 937168 h 957489"/>
                <a:gd name="connsiteX500" fmla="*/ 1046757 w 2376404"/>
                <a:gd name="connsiteY500" fmla="*/ 955042 h 957489"/>
                <a:gd name="connsiteX501" fmla="*/ 1031231 w 2376404"/>
                <a:gd name="connsiteY501" fmla="*/ 954841 h 957489"/>
                <a:gd name="connsiteX502" fmla="*/ 1014900 w 2376404"/>
                <a:gd name="connsiteY502" fmla="*/ 955042 h 957489"/>
                <a:gd name="connsiteX503" fmla="*/ 1201247 w 2376404"/>
                <a:gd name="connsiteY503" fmla="*/ 871476 h 957489"/>
                <a:gd name="connsiteX504" fmla="*/ 1185922 w 2376404"/>
                <a:gd name="connsiteY504" fmla="*/ 875735 h 957489"/>
                <a:gd name="connsiteX505" fmla="*/ 1176365 w 2376404"/>
                <a:gd name="connsiteY505" fmla="*/ 888377 h 957489"/>
                <a:gd name="connsiteX506" fmla="*/ 1173951 w 2376404"/>
                <a:gd name="connsiteY506" fmla="*/ 906686 h 957489"/>
                <a:gd name="connsiteX507" fmla="*/ 1177505 w 2376404"/>
                <a:gd name="connsiteY507" fmla="*/ 922179 h 957489"/>
                <a:gd name="connsiteX508" fmla="*/ 1187096 w 2376404"/>
                <a:gd name="connsiteY508" fmla="*/ 933178 h 957489"/>
                <a:gd name="connsiteX509" fmla="*/ 1202186 w 2376404"/>
                <a:gd name="connsiteY509" fmla="*/ 937370 h 957489"/>
                <a:gd name="connsiteX510" fmla="*/ 1217410 w 2376404"/>
                <a:gd name="connsiteY510" fmla="*/ 933010 h 957489"/>
                <a:gd name="connsiteX511" fmla="*/ 1226766 w 2376404"/>
                <a:gd name="connsiteY511" fmla="*/ 920200 h 957489"/>
                <a:gd name="connsiteX512" fmla="*/ 1229147 w 2376404"/>
                <a:gd name="connsiteY512" fmla="*/ 901556 h 957489"/>
                <a:gd name="connsiteX513" fmla="*/ 1225760 w 2376404"/>
                <a:gd name="connsiteY513" fmla="*/ 886465 h 957489"/>
                <a:gd name="connsiteX514" fmla="*/ 1216438 w 2376404"/>
                <a:gd name="connsiteY514" fmla="*/ 875567 h 957489"/>
                <a:gd name="connsiteX515" fmla="*/ 1201247 w 2376404"/>
                <a:gd name="connsiteY515" fmla="*/ 871476 h 957489"/>
                <a:gd name="connsiteX516" fmla="*/ 1200174 w 2376404"/>
                <a:gd name="connsiteY516" fmla="*/ 850718 h 957489"/>
                <a:gd name="connsiteX517" fmla="*/ 1222474 w 2376404"/>
                <a:gd name="connsiteY517" fmla="*/ 854172 h 957489"/>
                <a:gd name="connsiteX518" fmla="*/ 1240951 w 2376404"/>
                <a:gd name="connsiteY518" fmla="*/ 864400 h 957489"/>
                <a:gd name="connsiteX519" fmla="*/ 1252889 w 2376404"/>
                <a:gd name="connsiteY519" fmla="*/ 880932 h 957489"/>
                <a:gd name="connsiteX520" fmla="*/ 1257651 w 2376404"/>
                <a:gd name="connsiteY520" fmla="*/ 901522 h 957489"/>
                <a:gd name="connsiteX521" fmla="*/ 1254901 w 2376404"/>
                <a:gd name="connsiteY521" fmla="*/ 923587 h 957489"/>
                <a:gd name="connsiteX522" fmla="*/ 1244539 w 2376404"/>
                <a:gd name="connsiteY522" fmla="*/ 941997 h 957489"/>
                <a:gd name="connsiteX523" fmla="*/ 1226632 w 2376404"/>
                <a:gd name="connsiteY523" fmla="*/ 953600 h 957489"/>
                <a:gd name="connsiteX524" fmla="*/ 1203226 w 2376404"/>
                <a:gd name="connsiteY524" fmla="*/ 957456 h 957489"/>
                <a:gd name="connsiteX525" fmla="*/ 1180926 w 2376404"/>
                <a:gd name="connsiteY525" fmla="*/ 954002 h 957489"/>
                <a:gd name="connsiteX526" fmla="*/ 1162482 w 2376404"/>
                <a:gd name="connsiteY526" fmla="*/ 943607 h 957489"/>
                <a:gd name="connsiteX527" fmla="*/ 1150309 w 2376404"/>
                <a:gd name="connsiteY527" fmla="*/ 926773 h 957489"/>
                <a:gd name="connsiteX528" fmla="*/ 1145380 w 2376404"/>
                <a:gd name="connsiteY528" fmla="*/ 906016 h 957489"/>
                <a:gd name="connsiteX529" fmla="*/ 1147794 w 2376404"/>
                <a:gd name="connsiteY529" fmla="*/ 884956 h 957489"/>
                <a:gd name="connsiteX530" fmla="*/ 1157854 w 2376404"/>
                <a:gd name="connsiteY530" fmla="*/ 867116 h 957489"/>
                <a:gd name="connsiteX531" fmla="*/ 1176332 w 2376404"/>
                <a:gd name="connsiteY531" fmla="*/ 854977 h 957489"/>
                <a:gd name="connsiteX532" fmla="*/ 1200174 w 2376404"/>
                <a:gd name="connsiteY532" fmla="*/ 850685 h 957489"/>
                <a:gd name="connsiteX533" fmla="*/ 1328072 w 2376404"/>
                <a:gd name="connsiteY533" fmla="*/ 871476 h 957489"/>
                <a:gd name="connsiteX534" fmla="*/ 1312747 w 2376404"/>
                <a:gd name="connsiteY534" fmla="*/ 875735 h 957489"/>
                <a:gd name="connsiteX535" fmla="*/ 1303190 w 2376404"/>
                <a:gd name="connsiteY535" fmla="*/ 888377 h 957489"/>
                <a:gd name="connsiteX536" fmla="*/ 1300775 w 2376404"/>
                <a:gd name="connsiteY536" fmla="*/ 906686 h 957489"/>
                <a:gd name="connsiteX537" fmla="*/ 1304330 w 2376404"/>
                <a:gd name="connsiteY537" fmla="*/ 922179 h 957489"/>
                <a:gd name="connsiteX538" fmla="*/ 1313921 w 2376404"/>
                <a:gd name="connsiteY538" fmla="*/ 933178 h 957489"/>
                <a:gd name="connsiteX539" fmla="*/ 1329011 w 2376404"/>
                <a:gd name="connsiteY539" fmla="*/ 937370 h 957489"/>
                <a:gd name="connsiteX540" fmla="*/ 1344235 w 2376404"/>
                <a:gd name="connsiteY540" fmla="*/ 933010 h 957489"/>
                <a:gd name="connsiteX541" fmla="*/ 1353558 w 2376404"/>
                <a:gd name="connsiteY541" fmla="*/ 920200 h 957489"/>
                <a:gd name="connsiteX542" fmla="*/ 1355938 w 2376404"/>
                <a:gd name="connsiteY542" fmla="*/ 901556 h 957489"/>
                <a:gd name="connsiteX543" fmla="*/ 1352552 w 2376404"/>
                <a:gd name="connsiteY543" fmla="*/ 886465 h 957489"/>
                <a:gd name="connsiteX544" fmla="*/ 1343229 w 2376404"/>
                <a:gd name="connsiteY544" fmla="*/ 875567 h 957489"/>
                <a:gd name="connsiteX545" fmla="*/ 1328038 w 2376404"/>
                <a:gd name="connsiteY545" fmla="*/ 871476 h 957489"/>
                <a:gd name="connsiteX546" fmla="*/ 1326999 w 2376404"/>
                <a:gd name="connsiteY546" fmla="*/ 850718 h 957489"/>
                <a:gd name="connsiteX547" fmla="*/ 1349299 w 2376404"/>
                <a:gd name="connsiteY547" fmla="*/ 854172 h 957489"/>
                <a:gd name="connsiteX548" fmla="*/ 1367776 w 2376404"/>
                <a:gd name="connsiteY548" fmla="*/ 864400 h 957489"/>
                <a:gd name="connsiteX549" fmla="*/ 1379714 w 2376404"/>
                <a:gd name="connsiteY549" fmla="*/ 880932 h 957489"/>
                <a:gd name="connsiteX550" fmla="*/ 1384476 w 2376404"/>
                <a:gd name="connsiteY550" fmla="*/ 901522 h 957489"/>
                <a:gd name="connsiteX551" fmla="*/ 1381726 w 2376404"/>
                <a:gd name="connsiteY551" fmla="*/ 923587 h 957489"/>
                <a:gd name="connsiteX552" fmla="*/ 1371330 w 2376404"/>
                <a:gd name="connsiteY552" fmla="*/ 941997 h 957489"/>
                <a:gd name="connsiteX553" fmla="*/ 1353423 w 2376404"/>
                <a:gd name="connsiteY553" fmla="*/ 953600 h 957489"/>
                <a:gd name="connsiteX554" fmla="*/ 1330017 w 2376404"/>
                <a:gd name="connsiteY554" fmla="*/ 957456 h 957489"/>
                <a:gd name="connsiteX555" fmla="*/ 1307717 w 2376404"/>
                <a:gd name="connsiteY555" fmla="*/ 954002 h 957489"/>
                <a:gd name="connsiteX556" fmla="*/ 1289273 w 2376404"/>
                <a:gd name="connsiteY556" fmla="*/ 943607 h 957489"/>
                <a:gd name="connsiteX557" fmla="*/ 1277134 w 2376404"/>
                <a:gd name="connsiteY557" fmla="*/ 926773 h 957489"/>
                <a:gd name="connsiteX558" fmla="*/ 1272205 w 2376404"/>
                <a:gd name="connsiteY558" fmla="*/ 906016 h 957489"/>
                <a:gd name="connsiteX559" fmla="*/ 1274619 w 2376404"/>
                <a:gd name="connsiteY559" fmla="*/ 884956 h 957489"/>
                <a:gd name="connsiteX560" fmla="*/ 1284679 w 2376404"/>
                <a:gd name="connsiteY560" fmla="*/ 867116 h 957489"/>
                <a:gd name="connsiteX561" fmla="*/ 1303156 w 2376404"/>
                <a:gd name="connsiteY561" fmla="*/ 854977 h 957489"/>
                <a:gd name="connsiteX562" fmla="*/ 1326999 w 2376404"/>
                <a:gd name="connsiteY562" fmla="*/ 850685 h 957489"/>
                <a:gd name="connsiteX563" fmla="*/ 1404462 w 2376404"/>
                <a:gd name="connsiteY563" fmla="*/ 955008 h 957489"/>
                <a:gd name="connsiteX564" fmla="*/ 1404965 w 2376404"/>
                <a:gd name="connsiteY564" fmla="*/ 894078 h 957489"/>
                <a:gd name="connsiteX565" fmla="*/ 1403691 w 2376404"/>
                <a:gd name="connsiteY565" fmla="*/ 818090 h 957489"/>
                <a:gd name="connsiteX566" fmla="*/ 1418479 w 2376404"/>
                <a:gd name="connsiteY566" fmla="*/ 818258 h 957489"/>
                <a:gd name="connsiteX567" fmla="*/ 1432865 w 2376404"/>
                <a:gd name="connsiteY567" fmla="*/ 818090 h 957489"/>
                <a:gd name="connsiteX568" fmla="*/ 1432362 w 2376404"/>
                <a:gd name="connsiteY568" fmla="*/ 854709 h 957489"/>
                <a:gd name="connsiteX569" fmla="*/ 1433066 w 2376404"/>
                <a:gd name="connsiteY569" fmla="*/ 936364 h 957489"/>
                <a:gd name="connsiteX570" fmla="*/ 1433636 w 2376404"/>
                <a:gd name="connsiteY570" fmla="*/ 955008 h 957489"/>
                <a:gd name="connsiteX571" fmla="*/ 1419720 w 2376404"/>
                <a:gd name="connsiteY571" fmla="*/ 954807 h 957489"/>
                <a:gd name="connsiteX572" fmla="*/ 1404428 w 2376404"/>
                <a:gd name="connsiteY572" fmla="*/ 955008 h 957489"/>
                <a:gd name="connsiteX573" fmla="*/ 1458753 w 2376404"/>
                <a:gd name="connsiteY573" fmla="*/ 955008 h 957489"/>
                <a:gd name="connsiteX574" fmla="*/ 1459558 w 2376404"/>
                <a:gd name="connsiteY574" fmla="*/ 929825 h 957489"/>
                <a:gd name="connsiteX575" fmla="*/ 1459390 w 2376404"/>
                <a:gd name="connsiteY575" fmla="*/ 892803 h 957489"/>
                <a:gd name="connsiteX576" fmla="*/ 1458384 w 2376404"/>
                <a:gd name="connsiteY576" fmla="*/ 852965 h 957489"/>
                <a:gd name="connsiteX577" fmla="*/ 1473139 w 2376404"/>
                <a:gd name="connsiteY577" fmla="*/ 853166 h 957489"/>
                <a:gd name="connsiteX578" fmla="*/ 1487760 w 2376404"/>
                <a:gd name="connsiteY578" fmla="*/ 852965 h 957489"/>
                <a:gd name="connsiteX579" fmla="*/ 1487257 w 2376404"/>
                <a:gd name="connsiteY579" fmla="*/ 886264 h 957489"/>
                <a:gd name="connsiteX580" fmla="*/ 1487894 w 2376404"/>
                <a:gd name="connsiteY580" fmla="*/ 922581 h 957489"/>
                <a:gd name="connsiteX581" fmla="*/ 1489168 w 2376404"/>
                <a:gd name="connsiteY581" fmla="*/ 954975 h 957489"/>
                <a:gd name="connsiteX582" fmla="*/ 1474480 w 2376404"/>
                <a:gd name="connsiteY582" fmla="*/ 954774 h 957489"/>
                <a:gd name="connsiteX583" fmla="*/ 1458719 w 2376404"/>
                <a:gd name="connsiteY583" fmla="*/ 954975 h 957489"/>
                <a:gd name="connsiteX584" fmla="*/ 1457881 w 2376404"/>
                <a:gd name="connsiteY584" fmla="*/ 835729 h 957489"/>
                <a:gd name="connsiteX585" fmla="*/ 1457445 w 2376404"/>
                <a:gd name="connsiteY585" fmla="*/ 819867 h 957489"/>
                <a:gd name="connsiteX586" fmla="*/ 1457278 w 2376404"/>
                <a:gd name="connsiteY586" fmla="*/ 816648 h 957489"/>
                <a:gd name="connsiteX587" fmla="*/ 1472167 w 2376404"/>
                <a:gd name="connsiteY587" fmla="*/ 816849 h 957489"/>
                <a:gd name="connsiteX588" fmla="*/ 1486720 w 2376404"/>
                <a:gd name="connsiteY588" fmla="*/ 816648 h 957489"/>
                <a:gd name="connsiteX589" fmla="*/ 1486620 w 2376404"/>
                <a:gd name="connsiteY589" fmla="*/ 822382 h 957489"/>
                <a:gd name="connsiteX590" fmla="*/ 1486821 w 2376404"/>
                <a:gd name="connsiteY590" fmla="*/ 835729 h 957489"/>
                <a:gd name="connsiteX591" fmla="*/ 1472737 w 2376404"/>
                <a:gd name="connsiteY591" fmla="*/ 835528 h 957489"/>
                <a:gd name="connsiteX592" fmla="*/ 1457881 w 2376404"/>
                <a:gd name="connsiteY592" fmla="*/ 835729 h 957489"/>
                <a:gd name="connsiteX593" fmla="*/ 1575048 w 2376404"/>
                <a:gd name="connsiteY593" fmla="*/ 934083 h 957489"/>
                <a:gd name="connsiteX594" fmla="*/ 1572198 w 2376404"/>
                <a:gd name="connsiteY594" fmla="*/ 954606 h 957489"/>
                <a:gd name="connsiteX595" fmla="*/ 1559086 w 2376404"/>
                <a:gd name="connsiteY595" fmla="*/ 956987 h 957489"/>
                <a:gd name="connsiteX596" fmla="*/ 1550065 w 2376404"/>
                <a:gd name="connsiteY596" fmla="*/ 957456 h 957489"/>
                <a:gd name="connsiteX597" fmla="*/ 1536719 w 2376404"/>
                <a:gd name="connsiteY597" fmla="*/ 956048 h 957489"/>
                <a:gd name="connsiteX598" fmla="*/ 1526793 w 2376404"/>
                <a:gd name="connsiteY598" fmla="*/ 951051 h 957489"/>
                <a:gd name="connsiteX599" fmla="*/ 1521193 w 2376404"/>
                <a:gd name="connsiteY599" fmla="*/ 942735 h 957489"/>
                <a:gd name="connsiteX600" fmla="*/ 1519349 w 2376404"/>
                <a:gd name="connsiteY600" fmla="*/ 932843 h 957489"/>
                <a:gd name="connsiteX601" fmla="*/ 1519281 w 2376404"/>
                <a:gd name="connsiteY601" fmla="*/ 929322 h 957489"/>
                <a:gd name="connsiteX602" fmla="*/ 1519349 w 2376404"/>
                <a:gd name="connsiteY602" fmla="*/ 915036 h 957489"/>
                <a:gd name="connsiteX603" fmla="*/ 1519516 w 2376404"/>
                <a:gd name="connsiteY603" fmla="*/ 873253 h 957489"/>
                <a:gd name="connsiteX604" fmla="*/ 1504929 w 2376404"/>
                <a:gd name="connsiteY604" fmla="*/ 873253 h 957489"/>
                <a:gd name="connsiteX605" fmla="*/ 1504828 w 2376404"/>
                <a:gd name="connsiteY605" fmla="*/ 853938 h 957489"/>
                <a:gd name="connsiteX606" fmla="*/ 1520120 w 2376404"/>
                <a:gd name="connsiteY606" fmla="*/ 853938 h 957489"/>
                <a:gd name="connsiteX607" fmla="*/ 1520321 w 2376404"/>
                <a:gd name="connsiteY607" fmla="*/ 834220 h 957489"/>
                <a:gd name="connsiteX608" fmla="*/ 1531991 w 2376404"/>
                <a:gd name="connsiteY608" fmla="*/ 831939 h 957489"/>
                <a:gd name="connsiteX609" fmla="*/ 1546142 w 2376404"/>
                <a:gd name="connsiteY609" fmla="*/ 828687 h 957489"/>
                <a:gd name="connsiteX610" fmla="*/ 1546645 w 2376404"/>
                <a:gd name="connsiteY610" fmla="*/ 853938 h 957489"/>
                <a:gd name="connsiteX611" fmla="*/ 1572097 w 2376404"/>
                <a:gd name="connsiteY611" fmla="*/ 853938 h 957489"/>
                <a:gd name="connsiteX612" fmla="*/ 1572399 w 2376404"/>
                <a:gd name="connsiteY612" fmla="*/ 873253 h 957489"/>
                <a:gd name="connsiteX613" fmla="*/ 1546880 w 2376404"/>
                <a:gd name="connsiteY613" fmla="*/ 873253 h 957489"/>
                <a:gd name="connsiteX614" fmla="*/ 1547215 w 2376404"/>
                <a:gd name="connsiteY614" fmla="*/ 920603 h 957489"/>
                <a:gd name="connsiteX615" fmla="*/ 1549093 w 2376404"/>
                <a:gd name="connsiteY615" fmla="*/ 930261 h 957489"/>
                <a:gd name="connsiteX616" fmla="*/ 1553721 w 2376404"/>
                <a:gd name="connsiteY616" fmla="*/ 935190 h 957489"/>
                <a:gd name="connsiteX617" fmla="*/ 1560226 w 2376404"/>
                <a:gd name="connsiteY617" fmla="*/ 936699 h 957489"/>
                <a:gd name="connsiteX618" fmla="*/ 1565491 w 2376404"/>
                <a:gd name="connsiteY618" fmla="*/ 936297 h 957489"/>
                <a:gd name="connsiteX619" fmla="*/ 1575048 w 2376404"/>
                <a:gd name="connsiteY619" fmla="*/ 934050 h 957489"/>
                <a:gd name="connsiteX620" fmla="*/ 1693020 w 2376404"/>
                <a:gd name="connsiteY620" fmla="*/ 955008 h 957489"/>
                <a:gd name="connsiteX621" fmla="*/ 1679506 w 2376404"/>
                <a:gd name="connsiteY621" fmla="*/ 954807 h 957489"/>
                <a:gd name="connsiteX622" fmla="*/ 1666126 w 2376404"/>
                <a:gd name="connsiteY622" fmla="*/ 955008 h 957489"/>
                <a:gd name="connsiteX623" fmla="*/ 1665422 w 2376404"/>
                <a:gd name="connsiteY623" fmla="*/ 938376 h 957489"/>
                <a:gd name="connsiteX624" fmla="*/ 1660861 w 2376404"/>
                <a:gd name="connsiteY624" fmla="*/ 945150 h 957489"/>
                <a:gd name="connsiteX625" fmla="*/ 1655630 w 2376404"/>
                <a:gd name="connsiteY625" fmla="*/ 950180 h 957489"/>
                <a:gd name="connsiteX626" fmla="*/ 1648420 w 2376404"/>
                <a:gd name="connsiteY626" fmla="*/ 954103 h 957489"/>
                <a:gd name="connsiteX627" fmla="*/ 1639366 w 2376404"/>
                <a:gd name="connsiteY627" fmla="*/ 956517 h 957489"/>
                <a:gd name="connsiteX628" fmla="*/ 1628467 w 2376404"/>
                <a:gd name="connsiteY628" fmla="*/ 957456 h 957489"/>
                <a:gd name="connsiteX629" fmla="*/ 1608783 w 2376404"/>
                <a:gd name="connsiteY629" fmla="*/ 954204 h 957489"/>
                <a:gd name="connsiteX630" fmla="*/ 1595101 w 2376404"/>
                <a:gd name="connsiteY630" fmla="*/ 944311 h 957489"/>
                <a:gd name="connsiteX631" fmla="*/ 1589233 w 2376404"/>
                <a:gd name="connsiteY631" fmla="*/ 925331 h 957489"/>
                <a:gd name="connsiteX632" fmla="*/ 1589132 w 2376404"/>
                <a:gd name="connsiteY632" fmla="*/ 923218 h 957489"/>
                <a:gd name="connsiteX633" fmla="*/ 1589501 w 2376404"/>
                <a:gd name="connsiteY633" fmla="*/ 897330 h 957489"/>
                <a:gd name="connsiteX634" fmla="*/ 1589334 w 2376404"/>
                <a:gd name="connsiteY634" fmla="*/ 863227 h 957489"/>
                <a:gd name="connsiteX635" fmla="*/ 1588898 w 2376404"/>
                <a:gd name="connsiteY635" fmla="*/ 852999 h 957489"/>
                <a:gd name="connsiteX636" fmla="*/ 1603753 w 2376404"/>
                <a:gd name="connsiteY636" fmla="*/ 853200 h 957489"/>
                <a:gd name="connsiteX637" fmla="*/ 1617502 w 2376404"/>
                <a:gd name="connsiteY637" fmla="*/ 852999 h 957489"/>
                <a:gd name="connsiteX638" fmla="*/ 1616563 w 2376404"/>
                <a:gd name="connsiteY638" fmla="*/ 898739 h 957489"/>
                <a:gd name="connsiteX639" fmla="*/ 1616563 w 2376404"/>
                <a:gd name="connsiteY639" fmla="*/ 907726 h 957489"/>
                <a:gd name="connsiteX640" fmla="*/ 1616697 w 2376404"/>
                <a:gd name="connsiteY640" fmla="*/ 912991 h 957489"/>
                <a:gd name="connsiteX641" fmla="*/ 1619447 w 2376404"/>
                <a:gd name="connsiteY641" fmla="*/ 925063 h 957489"/>
                <a:gd name="connsiteX642" fmla="*/ 1627294 w 2376404"/>
                <a:gd name="connsiteY642" fmla="*/ 932373 h 957489"/>
                <a:gd name="connsiteX643" fmla="*/ 1638829 w 2376404"/>
                <a:gd name="connsiteY643" fmla="*/ 934922 h 957489"/>
                <a:gd name="connsiteX644" fmla="*/ 1649661 w 2376404"/>
                <a:gd name="connsiteY644" fmla="*/ 932709 h 957489"/>
                <a:gd name="connsiteX645" fmla="*/ 1657374 w 2376404"/>
                <a:gd name="connsiteY645" fmla="*/ 927075 h 957489"/>
                <a:gd name="connsiteX646" fmla="*/ 1662504 w 2376404"/>
                <a:gd name="connsiteY646" fmla="*/ 917316 h 957489"/>
                <a:gd name="connsiteX647" fmla="*/ 1664449 w 2376404"/>
                <a:gd name="connsiteY647" fmla="*/ 905043 h 957489"/>
                <a:gd name="connsiteX648" fmla="*/ 1664751 w 2376404"/>
                <a:gd name="connsiteY648" fmla="*/ 886029 h 957489"/>
                <a:gd name="connsiteX649" fmla="*/ 1664282 w 2376404"/>
                <a:gd name="connsiteY649" fmla="*/ 853032 h 957489"/>
                <a:gd name="connsiteX650" fmla="*/ 1679472 w 2376404"/>
                <a:gd name="connsiteY650" fmla="*/ 853233 h 957489"/>
                <a:gd name="connsiteX651" fmla="*/ 1692852 w 2376404"/>
                <a:gd name="connsiteY651" fmla="*/ 853032 h 957489"/>
                <a:gd name="connsiteX652" fmla="*/ 1692215 w 2376404"/>
                <a:gd name="connsiteY652" fmla="*/ 888913 h 957489"/>
                <a:gd name="connsiteX653" fmla="*/ 1692249 w 2376404"/>
                <a:gd name="connsiteY653" fmla="*/ 924426 h 957489"/>
                <a:gd name="connsiteX654" fmla="*/ 1693054 w 2376404"/>
                <a:gd name="connsiteY654" fmla="*/ 955076 h 957489"/>
                <a:gd name="connsiteX655" fmla="*/ 1715152 w 2376404"/>
                <a:gd name="connsiteY655" fmla="*/ 953164 h 957489"/>
                <a:gd name="connsiteX656" fmla="*/ 1711732 w 2376404"/>
                <a:gd name="connsiteY656" fmla="*/ 930998 h 957489"/>
                <a:gd name="connsiteX657" fmla="*/ 1728633 w 2376404"/>
                <a:gd name="connsiteY657" fmla="*/ 936632 h 957489"/>
                <a:gd name="connsiteX658" fmla="*/ 1741208 w 2376404"/>
                <a:gd name="connsiteY658" fmla="*/ 938208 h 957489"/>
                <a:gd name="connsiteX659" fmla="*/ 1750732 w 2376404"/>
                <a:gd name="connsiteY659" fmla="*/ 936867 h 957489"/>
                <a:gd name="connsiteX660" fmla="*/ 1756332 w 2376404"/>
                <a:gd name="connsiteY660" fmla="*/ 932876 h 957489"/>
                <a:gd name="connsiteX661" fmla="*/ 1757941 w 2376404"/>
                <a:gd name="connsiteY661" fmla="*/ 927310 h 957489"/>
                <a:gd name="connsiteX662" fmla="*/ 1757573 w 2376404"/>
                <a:gd name="connsiteY662" fmla="*/ 924895 h 957489"/>
                <a:gd name="connsiteX663" fmla="*/ 1756567 w 2376404"/>
                <a:gd name="connsiteY663" fmla="*/ 922581 h 957489"/>
                <a:gd name="connsiteX664" fmla="*/ 1754957 w 2376404"/>
                <a:gd name="connsiteY664" fmla="*/ 920335 h 957489"/>
                <a:gd name="connsiteX665" fmla="*/ 1752475 w 2376404"/>
                <a:gd name="connsiteY665" fmla="*/ 917954 h 957489"/>
                <a:gd name="connsiteX666" fmla="*/ 1747982 w 2376404"/>
                <a:gd name="connsiteY666" fmla="*/ 914500 h 957489"/>
                <a:gd name="connsiteX667" fmla="*/ 1742382 w 2376404"/>
                <a:gd name="connsiteY667" fmla="*/ 910207 h 957489"/>
                <a:gd name="connsiteX668" fmla="*/ 1729974 w 2376404"/>
                <a:gd name="connsiteY668" fmla="*/ 900583 h 957489"/>
                <a:gd name="connsiteX669" fmla="*/ 1722697 w 2376404"/>
                <a:gd name="connsiteY669" fmla="*/ 893407 h 957489"/>
                <a:gd name="connsiteX670" fmla="*/ 1718036 w 2376404"/>
                <a:gd name="connsiteY670" fmla="*/ 885694 h 957489"/>
                <a:gd name="connsiteX671" fmla="*/ 1716158 w 2376404"/>
                <a:gd name="connsiteY671" fmla="*/ 877411 h 957489"/>
                <a:gd name="connsiteX672" fmla="*/ 1719881 w 2376404"/>
                <a:gd name="connsiteY672" fmla="*/ 863461 h 957489"/>
                <a:gd name="connsiteX673" fmla="*/ 1732355 w 2376404"/>
                <a:gd name="connsiteY673" fmla="*/ 853804 h 957489"/>
                <a:gd name="connsiteX674" fmla="*/ 1752241 w 2376404"/>
                <a:gd name="connsiteY674" fmla="*/ 850752 h 957489"/>
                <a:gd name="connsiteX675" fmla="*/ 1782656 w 2376404"/>
                <a:gd name="connsiteY675" fmla="*/ 853837 h 957489"/>
                <a:gd name="connsiteX676" fmla="*/ 1785003 w 2376404"/>
                <a:gd name="connsiteY676" fmla="*/ 874762 h 957489"/>
                <a:gd name="connsiteX677" fmla="*/ 1762535 w 2376404"/>
                <a:gd name="connsiteY677" fmla="*/ 870034 h 957489"/>
                <a:gd name="connsiteX678" fmla="*/ 1752475 w 2376404"/>
                <a:gd name="connsiteY678" fmla="*/ 871174 h 957489"/>
                <a:gd name="connsiteX679" fmla="*/ 1746439 w 2376404"/>
                <a:gd name="connsiteY679" fmla="*/ 874695 h 957489"/>
                <a:gd name="connsiteX680" fmla="*/ 1744830 w 2376404"/>
                <a:gd name="connsiteY680" fmla="*/ 879960 h 957489"/>
                <a:gd name="connsiteX681" fmla="*/ 1745601 w 2376404"/>
                <a:gd name="connsiteY681" fmla="*/ 883313 h 957489"/>
                <a:gd name="connsiteX682" fmla="*/ 1747881 w 2376404"/>
                <a:gd name="connsiteY682" fmla="*/ 886767 h 957489"/>
                <a:gd name="connsiteX683" fmla="*/ 1751469 w 2376404"/>
                <a:gd name="connsiteY683" fmla="*/ 890188 h 957489"/>
                <a:gd name="connsiteX684" fmla="*/ 1759920 w 2376404"/>
                <a:gd name="connsiteY684" fmla="*/ 896526 h 957489"/>
                <a:gd name="connsiteX685" fmla="*/ 1771154 w 2376404"/>
                <a:gd name="connsiteY685" fmla="*/ 905043 h 957489"/>
                <a:gd name="connsiteX686" fmla="*/ 1779168 w 2376404"/>
                <a:gd name="connsiteY686" fmla="*/ 912689 h 957489"/>
                <a:gd name="connsiteX687" fmla="*/ 1784165 w 2376404"/>
                <a:gd name="connsiteY687" fmla="*/ 920972 h 957489"/>
                <a:gd name="connsiteX688" fmla="*/ 1786210 w 2376404"/>
                <a:gd name="connsiteY688" fmla="*/ 929892 h 957489"/>
                <a:gd name="connsiteX689" fmla="*/ 1786244 w 2376404"/>
                <a:gd name="connsiteY689" fmla="*/ 931065 h 957489"/>
                <a:gd name="connsiteX690" fmla="*/ 1786244 w 2376404"/>
                <a:gd name="connsiteY690" fmla="*/ 931300 h 957489"/>
                <a:gd name="connsiteX691" fmla="*/ 1782354 w 2376404"/>
                <a:gd name="connsiteY691" fmla="*/ 943842 h 957489"/>
                <a:gd name="connsiteX692" fmla="*/ 1768974 w 2376404"/>
                <a:gd name="connsiteY692" fmla="*/ 953868 h 957489"/>
                <a:gd name="connsiteX693" fmla="*/ 1748384 w 2376404"/>
                <a:gd name="connsiteY693" fmla="*/ 957456 h 957489"/>
                <a:gd name="connsiteX694" fmla="*/ 1748183 w 2376404"/>
                <a:gd name="connsiteY694" fmla="*/ 957456 h 957489"/>
                <a:gd name="connsiteX695" fmla="*/ 1733730 w 2376404"/>
                <a:gd name="connsiteY695" fmla="*/ 956517 h 957489"/>
                <a:gd name="connsiteX696" fmla="*/ 1715152 w 2376404"/>
                <a:gd name="connsiteY696" fmla="*/ 953164 h 9574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</a:cxnLst>
              <a:rect l="l" t="t" r="r" b="b"/>
              <a:pathLst>
                <a:path w="2376404" h="957489">
                  <a:moveTo>
                    <a:pt x="627249" y="177997"/>
                  </a:moveTo>
                  <a:lnTo>
                    <a:pt x="894614" y="177997"/>
                  </a:lnTo>
                  <a:cubicBezTo>
                    <a:pt x="895956" y="171626"/>
                    <a:pt x="915237" y="88999"/>
                    <a:pt x="1020031" y="88999"/>
                  </a:cubicBezTo>
                  <a:lnTo>
                    <a:pt x="627249" y="88999"/>
                  </a:lnTo>
                  <a:lnTo>
                    <a:pt x="627249" y="0"/>
                  </a:lnTo>
                  <a:lnTo>
                    <a:pt x="1038642" y="0"/>
                  </a:lnTo>
                  <a:cubicBezTo>
                    <a:pt x="1147660" y="0"/>
                    <a:pt x="1162650" y="88999"/>
                    <a:pt x="1162650" y="88999"/>
                  </a:cubicBezTo>
                  <a:lnTo>
                    <a:pt x="1216974" y="88999"/>
                  </a:lnTo>
                  <a:cubicBezTo>
                    <a:pt x="1216974" y="88999"/>
                    <a:pt x="1232333" y="0"/>
                    <a:pt x="1341351" y="0"/>
                  </a:cubicBezTo>
                  <a:cubicBezTo>
                    <a:pt x="1450370" y="0"/>
                    <a:pt x="1734870" y="369"/>
                    <a:pt x="1734870" y="369"/>
                  </a:cubicBezTo>
                  <a:lnTo>
                    <a:pt x="1734870" y="88999"/>
                  </a:lnTo>
                  <a:lnTo>
                    <a:pt x="1465762" y="88999"/>
                  </a:lnTo>
                  <a:lnTo>
                    <a:pt x="1465762" y="177595"/>
                  </a:lnTo>
                  <a:lnTo>
                    <a:pt x="1628032" y="177595"/>
                  </a:lnTo>
                  <a:cubicBezTo>
                    <a:pt x="1737050" y="177595"/>
                    <a:pt x="1752408" y="267298"/>
                    <a:pt x="1752408" y="267298"/>
                  </a:cubicBezTo>
                  <a:lnTo>
                    <a:pt x="1465762" y="267298"/>
                  </a:lnTo>
                  <a:lnTo>
                    <a:pt x="1465762" y="355626"/>
                  </a:lnTo>
                  <a:lnTo>
                    <a:pt x="1752039" y="355425"/>
                  </a:lnTo>
                  <a:lnTo>
                    <a:pt x="1752039" y="355425"/>
                  </a:lnTo>
                  <a:cubicBezTo>
                    <a:pt x="1752039" y="355425"/>
                    <a:pt x="1737016" y="444423"/>
                    <a:pt x="1627998" y="444423"/>
                  </a:cubicBezTo>
                  <a:lnTo>
                    <a:pt x="1234144" y="444423"/>
                  </a:lnTo>
                  <a:lnTo>
                    <a:pt x="1234144" y="355626"/>
                  </a:lnTo>
                  <a:lnTo>
                    <a:pt x="1162583" y="355626"/>
                  </a:lnTo>
                  <a:cubicBezTo>
                    <a:pt x="1161174" y="362802"/>
                    <a:pt x="1142865" y="444423"/>
                    <a:pt x="1038675" y="444423"/>
                  </a:cubicBezTo>
                  <a:lnTo>
                    <a:pt x="627283" y="444423"/>
                  </a:lnTo>
                  <a:lnTo>
                    <a:pt x="627283" y="355425"/>
                  </a:lnTo>
                  <a:lnTo>
                    <a:pt x="1006114" y="355425"/>
                  </a:lnTo>
                  <a:cubicBezTo>
                    <a:pt x="909637" y="348248"/>
                    <a:pt x="894614" y="267298"/>
                    <a:pt x="894614" y="267298"/>
                  </a:cubicBezTo>
                  <a:lnTo>
                    <a:pt x="627283" y="267298"/>
                  </a:lnTo>
                  <a:lnTo>
                    <a:pt x="627283" y="177997"/>
                  </a:lnTo>
                  <a:close/>
                  <a:moveTo>
                    <a:pt x="1341351" y="267298"/>
                  </a:moveTo>
                  <a:cubicBezTo>
                    <a:pt x="1237061" y="267298"/>
                    <a:pt x="1217980" y="182424"/>
                    <a:pt x="1217008" y="177796"/>
                  </a:cubicBezTo>
                  <a:lnTo>
                    <a:pt x="1162616" y="177796"/>
                  </a:lnTo>
                  <a:cubicBezTo>
                    <a:pt x="1162281" y="180378"/>
                    <a:pt x="1158760" y="202779"/>
                    <a:pt x="1136560" y="222966"/>
                  </a:cubicBezTo>
                  <a:cubicBezTo>
                    <a:pt x="1162650" y="245132"/>
                    <a:pt x="1162650" y="267298"/>
                    <a:pt x="1162650" y="267298"/>
                  </a:cubicBezTo>
                  <a:lnTo>
                    <a:pt x="1341351" y="267298"/>
                  </a:lnTo>
                  <a:close/>
                  <a:moveTo>
                    <a:pt x="2334588" y="596096"/>
                  </a:moveTo>
                  <a:cubicBezTo>
                    <a:pt x="2334588" y="589289"/>
                    <a:pt x="2343173" y="587881"/>
                    <a:pt x="2348170" y="587881"/>
                  </a:cubicBezTo>
                  <a:cubicBezTo>
                    <a:pt x="2355681" y="587881"/>
                    <a:pt x="2367485" y="590027"/>
                    <a:pt x="2374628" y="592877"/>
                  </a:cubicBezTo>
                  <a:lnTo>
                    <a:pt x="2372113" y="572153"/>
                  </a:lnTo>
                  <a:cubicBezTo>
                    <a:pt x="2362120" y="570343"/>
                    <a:pt x="2351758" y="568934"/>
                    <a:pt x="2341731" y="568934"/>
                  </a:cubicBezTo>
                  <a:cubicBezTo>
                    <a:pt x="2307057" y="568934"/>
                    <a:pt x="2303838" y="587881"/>
                    <a:pt x="2303838" y="594319"/>
                  </a:cubicBezTo>
                  <a:cubicBezTo>
                    <a:pt x="2303838" y="620408"/>
                    <a:pt x="2345286" y="631843"/>
                    <a:pt x="2345286" y="647202"/>
                  </a:cubicBezTo>
                  <a:cubicBezTo>
                    <a:pt x="2345286" y="653976"/>
                    <a:pt x="2336366" y="656860"/>
                    <a:pt x="2329927" y="656860"/>
                  </a:cubicBezTo>
                  <a:cubicBezTo>
                    <a:pt x="2319934" y="656860"/>
                    <a:pt x="2309908" y="653272"/>
                    <a:pt x="2300250" y="649348"/>
                  </a:cubicBezTo>
                  <a:lnTo>
                    <a:pt x="2303838" y="671514"/>
                  </a:lnTo>
                  <a:cubicBezTo>
                    <a:pt x="2314200" y="673660"/>
                    <a:pt x="2325635" y="675806"/>
                    <a:pt x="2336735" y="675806"/>
                  </a:cubicBezTo>
                  <a:cubicBezTo>
                    <a:pt x="2353870" y="675806"/>
                    <a:pt x="2376405" y="668999"/>
                    <a:pt x="2376405" y="649717"/>
                  </a:cubicBezTo>
                  <a:cubicBezTo>
                    <a:pt x="2376405" y="622555"/>
                    <a:pt x="2334588" y="609342"/>
                    <a:pt x="2334588" y="596096"/>
                  </a:cubicBezTo>
                  <a:lnTo>
                    <a:pt x="2334588" y="596096"/>
                  </a:lnTo>
                  <a:close/>
                  <a:moveTo>
                    <a:pt x="2247367" y="568934"/>
                  </a:moveTo>
                  <a:cubicBezTo>
                    <a:pt x="2232713" y="568934"/>
                    <a:pt x="2220574" y="574299"/>
                    <a:pt x="2213766" y="587512"/>
                  </a:cubicBezTo>
                  <a:cubicBezTo>
                    <a:pt x="2208401" y="573931"/>
                    <a:pt x="2195893" y="568934"/>
                    <a:pt x="2182312" y="568934"/>
                  </a:cubicBezTo>
                  <a:cubicBezTo>
                    <a:pt x="2168026" y="568934"/>
                    <a:pt x="2155853" y="575004"/>
                    <a:pt x="2149784" y="587512"/>
                  </a:cubicBezTo>
                  <a:lnTo>
                    <a:pt x="2149415" y="587143"/>
                  </a:lnTo>
                  <a:lnTo>
                    <a:pt x="2149415" y="571416"/>
                  </a:lnTo>
                  <a:lnTo>
                    <a:pt x="2122621" y="571416"/>
                  </a:lnTo>
                  <a:lnTo>
                    <a:pt x="2122621" y="673291"/>
                  </a:lnTo>
                  <a:lnTo>
                    <a:pt x="2151226" y="673291"/>
                  </a:lnTo>
                  <a:lnTo>
                    <a:pt x="2151226" y="615043"/>
                  </a:lnTo>
                  <a:cubicBezTo>
                    <a:pt x="2151226" y="610751"/>
                    <a:pt x="2154076" y="591804"/>
                    <a:pt x="2172318" y="591804"/>
                  </a:cubicBezTo>
                  <a:cubicBezTo>
                    <a:pt x="2183753" y="591804"/>
                    <a:pt x="2187677" y="599651"/>
                    <a:pt x="2187677" y="609678"/>
                  </a:cubicBezTo>
                  <a:lnTo>
                    <a:pt x="2187677" y="673291"/>
                  </a:lnTo>
                  <a:lnTo>
                    <a:pt x="2216617" y="673291"/>
                  </a:lnTo>
                  <a:lnTo>
                    <a:pt x="2216617" y="615043"/>
                  </a:lnTo>
                  <a:cubicBezTo>
                    <a:pt x="2216617" y="610751"/>
                    <a:pt x="2219098" y="591804"/>
                    <a:pt x="2237709" y="591804"/>
                  </a:cubicBezTo>
                  <a:cubicBezTo>
                    <a:pt x="2248809" y="591804"/>
                    <a:pt x="2253068" y="599651"/>
                    <a:pt x="2253068" y="609678"/>
                  </a:cubicBezTo>
                  <a:lnTo>
                    <a:pt x="2253068" y="673291"/>
                  </a:lnTo>
                  <a:lnTo>
                    <a:pt x="2281672" y="673291"/>
                  </a:lnTo>
                  <a:lnTo>
                    <a:pt x="2281672" y="595728"/>
                  </a:lnTo>
                  <a:cubicBezTo>
                    <a:pt x="2281672" y="577150"/>
                    <a:pt x="2265576" y="568934"/>
                    <a:pt x="2247367" y="568934"/>
                  </a:cubicBezTo>
                  <a:close/>
                  <a:moveTo>
                    <a:pt x="2056157" y="568934"/>
                  </a:moveTo>
                  <a:lnTo>
                    <a:pt x="2055084" y="568934"/>
                  </a:lnTo>
                  <a:cubicBezTo>
                    <a:pt x="2020410" y="569303"/>
                    <a:pt x="2003275" y="591435"/>
                    <a:pt x="2003275" y="622555"/>
                  </a:cubicBezTo>
                  <a:cubicBezTo>
                    <a:pt x="2003275" y="653674"/>
                    <a:pt x="2021852" y="673660"/>
                    <a:pt x="2055084" y="675437"/>
                  </a:cubicBezTo>
                  <a:cubicBezTo>
                    <a:pt x="2056526" y="675806"/>
                    <a:pt x="2057935" y="675806"/>
                    <a:pt x="2059377" y="675806"/>
                  </a:cubicBezTo>
                  <a:cubicBezTo>
                    <a:pt x="2073662" y="675806"/>
                    <a:pt x="2084393" y="674364"/>
                    <a:pt x="2095459" y="671883"/>
                  </a:cubicBezTo>
                  <a:lnTo>
                    <a:pt x="2097940" y="650455"/>
                  </a:lnTo>
                  <a:cubicBezTo>
                    <a:pt x="2087210" y="653674"/>
                    <a:pt x="2076143" y="656893"/>
                    <a:pt x="2064339" y="656893"/>
                  </a:cubicBezTo>
                  <a:cubicBezTo>
                    <a:pt x="2061120" y="656893"/>
                    <a:pt x="2057901" y="656524"/>
                    <a:pt x="2055051" y="655820"/>
                  </a:cubicBezTo>
                  <a:cubicBezTo>
                    <a:pt x="2041470" y="652970"/>
                    <a:pt x="2031812" y="642943"/>
                    <a:pt x="2031812" y="627216"/>
                  </a:cubicBezTo>
                  <a:lnTo>
                    <a:pt x="2031812" y="623997"/>
                  </a:lnTo>
                  <a:lnTo>
                    <a:pt x="2105418" y="623997"/>
                  </a:lnTo>
                  <a:lnTo>
                    <a:pt x="2105418" y="615781"/>
                  </a:lnTo>
                  <a:cubicBezTo>
                    <a:pt x="2105418" y="582884"/>
                    <a:pt x="2083621" y="568968"/>
                    <a:pt x="2056090" y="568968"/>
                  </a:cubicBezTo>
                  <a:close/>
                  <a:moveTo>
                    <a:pt x="2055084" y="586439"/>
                  </a:moveTo>
                  <a:lnTo>
                    <a:pt x="2056157" y="586439"/>
                  </a:lnTo>
                  <a:cubicBezTo>
                    <a:pt x="2071885" y="586439"/>
                    <a:pt x="2078323" y="595359"/>
                    <a:pt x="2078323" y="610013"/>
                  </a:cubicBezTo>
                  <a:lnTo>
                    <a:pt x="2031879" y="610013"/>
                  </a:lnTo>
                  <a:cubicBezTo>
                    <a:pt x="2032952" y="597136"/>
                    <a:pt x="2040799" y="586774"/>
                    <a:pt x="2055118" y="586439"/>
                  </a:cubicBezTo>
                  <a:close/>
                  <a:moveTo>
                    <a:pt x="1967159" y="636806"/>
                  </a:moveTo>
                  <a:lnTo>
                    <a:pt x="1967159" y="591435"/>
                  </a:lnTo>
                  <a:lnTo>
                    <a:pt x="1992879" y="591435"/>
                  </a:lnTo>
                  <a:lnTo>
                    <a:pt x="1992879" y="571416"/>
                  </a:lnTo>
                  <a:lnTo>
                    <a:pt x="1967159" y="571416"/>
                  </a:lnTo>
                  <a:lnTo>
                    <a:pt x="1967159" y="546768"/>
                  </a:lnTo>
                  <a:lnTo>
                    <a:pt x="1938219" y="553542"/>
                  </a:lnTo>
                  <a:lnTo>
                    <a:pt x="1938219" y="571416"/>
                  </a:lnTo>
                  <a:lnTo>
                    <a:pt x="1923934" y="571416"/>
                  </a:lnTo>
                  <a:lnTo>
                    <a:pt x="1923934" y="591435"/>
                  </a:lnTo>
                  <a:lnTo>
                    <a:pt x="1938219" y="591435"/>
                  </a:lnTo>
                  <a:lnTo>
                    <a:pt x="1938219" y="649348"/>
                  </a:lnTo>
                  <a:cubicBezTo>
                    <a:pt x="1938219" y="669368"/>
                    <a:pt x="1948950" y="675806"/>
                    <a:pt x="1968601" y="675806"/>
                  </a:cubicBezTo>
                  <a:cubicBezTo>
                    <a:pt x="1977152" y="675806"/>
                    <a:pt x="1984328" y="674733"/>
                    <a:pt x="1991471" y="672587"/>
                  </a:cubicBezTo>
                  <a:lnTo>
                    <a:pt x="1991471" y="672587"/>
                  </a:lnTo>
                  <a:lnTo>
                    <a:pt x="1995059" y="652232"/>
                  </a:lnTo>
                  <a:cubicBezTo>
                    <a:pt x="1990062" y="653305"/>
                    <a:pt x="1985032" y="654009"/>
                    <a:pt x="1979700" y="654009"/>
                  </a:cubicBezTo>
                  <a:cubicBezTo>
                    <a:pt x="1969707" y="654009"/>
                    <a:pt x="1967192" y="646867"/>
                    <a:pt x="1967192" y="636840"/>
                  </a:cubicBezTo>
                  <a:close/>
                  <a:moveTo>
                    <a:pt x="1871755" y="596063"/>
                  </a:moveTo>
                  <a:cubicBezTo>
                    <a:pt x="1871755" y="589256"/>
                    <a:pt x="1879971" y="587847"/>
                    <a:pt x="1884967" y="587847"/>
                  </a:cubicBezTo>
                  <a:cubicBezTo>
                    <a:pt x="1892814" y="587847"/>
                    <a:pt x="1904283" y="589993"/>
                    <a:pt x="1911426" y="592844"/>
                  </a:cubicBezTo>
                  <a:lnTo>
                    <a:pt x="1909279" y="572120"/>
                  </a:lnTo>
                  <a:cubicBezTo>
                    <a:pt x="1898917" y="570309"/>
                    <a:pt x="1888924" y="568901"/>
                    <a:pt x="1878898" y="568901"/>
                  </a:cubicBezTo>
                  <a:cubicBezTo>
                    <a:pt x="1843855" y="568901"/>
                    <a:pt x="1840636" y="587847"/>
                    <a:pt x="1840636" y="594286"/>
                  </a:cubicBezTo>
                  <a:cubicBezTo>
                    <a:pt x="1840636" y="620375"/>
                    <a:pt x="1882083" y="631810"/>
                    <a:pt x="1882083" y="647168"/>
                  </a:cubicBezTo>
                  <a:cubicBezTo>
                    <a:pt x="1882083" y="653942"/>
                    <a:pt x="1873130" y="656826"/>
                    <a:pt x="1866725" y="656826"/>
                  </a:cubicBezTo>
                  <a:cubicBezTo>
                    <a:pt x="1856732" y="656826"/>
                    <a:pt x="1847074" y="653238"/>
                    <a:pt x="1837416" y="649315"/>
                  </a:cubicBezTo>
                  <a:lnTo>
                    <a:pt x="1840636" y="671480"/>
                  </a:lnTo>
                  <a:cubicBezTo>
                    <a:pt x="1851367" y="673627"/>
                    <a:pt x="1862433" y="675773"/>
                    <a:pt x="1873499" y="675773"/>
                  </a:cubicBezTo>
                  <a:cubicBezTo>
                    <a:pt x="1891037" y="675773"/>
                    <a:pt x="1913169" y="668965"/>
                    <a:pt x="1913169" y="649683"/>
                  </a:cubicBezTo>
                  <a:cubicBezTo>
                    <a:pt x="1913169" y="622521"/>
                    <a:pt x="1871721" y="609309"/>
                    <a:pt x="1871721" y="596063"/>
                  </a:cubicBezTo>
                  <a:close/>
                  <a:moveTo>
                    <a:pt x="1774541" y="651461"/>
                  </a:moveTo>
                  <a:lnTo>
                    <a:pt x="1773836" y="651461"/>
                  </a:lnTo>
                  <a:cubicBezTo>
                    <a:pt x="1767767" y="624298"/>
                    <a:pt x="1756332" y="598209"/>
                    <a:pt x="1748451" y="571382"/>
                  </a:cubicBezTo>
                  <a:lnTo>
                    <a:pt x="1719512" y="571382"/>
                  </a:lnTo>
                  <a:lnTo>
                    <a:pt x="1759551" y="675404"/>
                  </a:lnTo>
                  <a:cubicBezTo>
                    <a:pt x="1755628" y="687208"/>
                    <a:pt x="1750262" y="701862"/>
                    <a:pt x="1735977" y="701862"/>
                  </a:cubicBezTo>
                  <a:cubicBezTo>
                    <a:pt x="1729538" y="701862"/>
                    <a:pt x="1723469" y="700085"/>
                    <a:pt x="1717399" y="697201"/>
                  </a:cubicBezTo>
                  <a:lnTo>
                    <a:pt x="1721323" y="719367"/>
                  </a:lnTo>
                  <a:cubicBezTo>
                    <a:pt x="1728130" y="720775"/>
                    <a:pt x="1735272" y="721882"/>
                    <a:pt x="1741678" y="721882"/>
                  </a:cubicBezTo>
                  <a:cubicBezTo>
                    <a:pt x="1764212" y="721882"/>
                    <a:pt x="1774205" y="711889"/>
                    <a:pt x="1780979" y="695088"/>
                  </a:cubicBezTo>
                  <a:lnTo>
                    <a:pt x="1830307" y="571416"/>
                  </a:lnTo>
                  <a:lnTo>
                    <a:pt x="1801703" y="571416"/>
                  </a:lnTo>
                  <a:lnTo>
                    <a:pt x="1774541" y="651494"/>
                  </a:lnTo>
                  <a:close/>
                  <a:moveTo>
                    <a:pt x="1655160" y="570343"/>
                  </a:moveTo>
                  <a:cubicBezTo>
                    <a:pt x="1655160" y="564273"/>
                    <a:pt x="1661230" y="555688"/>
                    <a:pt x="1676622" y="555688"/>
                  </a:cubicBezTo>
                  <a:cubicBezTo>
                    <a:pt x="1686615" y="555688"/>
                    <a:pt x="1696273" y="558539"/>
                    <a:pt x="1705562" y="561758"/>
                  </a:cubicBezTo>
                  <a:lnTo>
                    <a:pt x="1702342" y="537815"/>
                  </a:lnTo>
                  <a:cubicBezTo>
                    <a:pt x="1691612" y="535300"/>
                    <a:pt x="1680545" y="533891"/>
                    <a:pt x="1669815" y="533891"/>
                  </a:cubicBezTo>
                  <a:cubicBezTo>
                    <a:pt x="1636583" y="533891"/>
                    <a:pt x="1624075" y="550692"/>
                    <a:pt x="1624075" y="568196"/>
                  </a:cubicBezTo>
                  <a:cubicBezTo>
                    <a:pt x="1624075" y="600724"/>
                    <a:pt x="1680177" y="618933"/>
                    <a:pt x="1680177" y="638617"/>
                  </a:cubicBezTo>
                  <a:cubicBezTo>
                    <a:pt x="1680177" y="650421"/>
                    <a:pt x="1668004" y="653976"/>
                    <a:pt x="1658380" y="653976"/>
                  </a:cubicBezTo>
                  <a:cubicBezTo>
                    <a:pt x="1645872" y="653976"/>
                    <a:pt x="1633363" y="650388"/>
                    <a:pt x="1621928" y="645056"/>
                  </a:cubicBezTo>
                  <a:lnTo>
                    <a:pt x="1625148" y="670407"/>
                  </a:lnTo>
                  <a:cubicBezTo>
                    <a:pt x="1638025" y="673258"/>
                    <a:pt x="1650868" y="675773"/>
                    <a:pt x="1664114" y="675773"/>
                  </a:cubicBezTo>
                  <a:cubicBezTo>
                    <a:pt x="1699827" y="675773"/>
                    <a:pt x="1710927" y="656122"/>
                    <a:pt x="1710927" y="640026"/>
                  </a:cubicBezTo>
                  <a:cubicBezTo>
                    <a:pt x="1710927" y="606794"/>
                    <a:pt x="1655160" y="592139"/>
                    <a:pt x="1655160" y="570343"/>
                  </a:cubicBezTo>
                  <a:lnTo>
                    <a:pt x="1655160" y="570343"/>
                  </a:lnTo>
                  <a:close/>
                  <a:moveTo>
                    <a:pt x="1535445" y="568934"/>
                  </a:moveTo>
                  <a:cubicBezTo>
                    <a:pt x="1522937" y="568934"/>
                    <a:pt x="1514721" y="575373"/>
                    <a:pt x="1508987" y="585030"/>
                  </a:cubicBezTo>
                  <a:lnTo>
                    <a:pt x="1508987" y="585030"/>
                  </a:lnTo>
                  <a:lnTo>
                    <a:pt x="1508618" y="584326"/>
                  </a:lnTo>
                  <a:lnTo>
                    <a:pt x="1508618" y="571449"/>
                  </a:lnTo>
                  <a:lnTo>
                    <a:pt x="1481455" y="571449"/>
                  </a:lnTo>
                  <a:lnTo>
                    <a:pt x="1481455" y="673325"/>
                  </a:lnTo>
                  <a:lnTo>
                    <a:pt x="1510060" y="673325"/>
                  </a:lnTo>
                  <a:lnTo>
                    <a:pt x="1510060" y="621515"/>
                  </a:lnTo>
                  <a:cubicBezTo>
                    <a:pt x="1510060" y="600791"/>
                    <a:pt x="1520422" y="591838"/>
                    <a:pt x="1535076" y="591838"/>
                  </a:cubicBezTo>
                  <a:cubicBezTo>
                    <a:pt x="1538999" y="591838"/>
                    <a:pt x="1542588" y="592542"/>
                    <a:pt x="1546880" y="593615"/>
                  </a:cubicBezTo>
                  <a:lnTo>
                    <a:pt x="1544365" y="570041"/>
                  </a:lnTo>
                  <a:cubicBezTo>
                    <a:pt x="1541514" y="569336"/>
                    <a:pt x="1538664" y="568968"/>
                    <a:pt x="1535411" y="568968"/>
                  </a:cubicBezTo>
                  <a:lnTo>
                    <a:pt x="1535411" y="568968"/>
                  </a:lnTo>
                  <a:close/>
                  <a:moveTo>
                    <a:pt x="1414991" y="568934"/>
                  </a:moveTo>
                  <a:lnTo>
                    <a:pt x="1413918" y="568934"/>
                  </a:lnTo>
                  <a:cubicBezTo>
                    <a:pt x="1379244" y="569303"/>
                    <a:pt x="1362075" y="591435"/>
                    <a:pt x="1362075" y="622555"/>
                  </a:cubicBezTo>
                  <a:cubicBezTo>
                    <a:pt x="1362075" y="652198"/>
                    <a:pt x="1381022" y="673660"/>
                    <a:pt x="1413918" y="675437"/>
                  </a:cubicBezTo>
                  <a:cubicBezTo>
                    <a:pt x="1415327" y="675806"/>
                    <a:pt x="1416769" y="675806"/>
                    <a:pt x="1418580" y="675806"/>
                  </a:cubicBezTo>
                  <a:cubicBezTo>
                    <a:pt x="1432530" y="675806"/>
                    <a:pt x="1443596" y="674364"/>
                    <a:pt x="1454327" y="671883"/>
                  </a:cubicBezTo>
                  <a:lnTo>
                    <a:pt x="1456842" y="650455"/>
                  </a:lnTo>
                  <a:cubicBezTo>
                    <a:pt x="1446111" y="653674"/>
                    <a:pt x="1435045" y="656893"/>
                    <a:pt x="1423241" y="656893"/>
                  </a:cubicBezTo>
                  <a:cubicBezTo>
                    <a:pt x="1420021" y="656893"/>
                    <a:pt x="1416802" y="656524"/>
                    <a:pt x="1413952" y="655820"/>
                  </a:cubicBezTo>
                  <a:cubicBezTo>
                    <a:pt x="1400371" y="652970"/>
                    <a:pt x="1390713" y="642943"/>
                    <a:pt x="1390713" y="627216"/>
                  </a:cubicBezTo>
                  <a:lnTo>
                    <a:pt x="1390713" y="623997"/>
                  </a:lnTo>
                  <a:lnTo>
                    <a:pt x="1464689" y="623997"/>
                  </a:lnTo>
                  <a:lnTo>
                    <a:pt x="1464689" y="615781"/>
                  </a:lnTo>
                  <a:cubicBezTo>
                    <a:pt x="1464689" y="582884"/>
                    <a:pt x="1442523" y="568968"/>
                    <a:pt x="1414991" y="568968"/>
                  </a:cubicBezTo>
                  <a:close/>
                  <a:moveTo>
                    <a:pt x="1413918" y="586439"/>
                  </a:moveTo>
                  <a:lnTo>
                    <a:pt x="1414991" y="586439"/>
                  </a:lnTo>
                  <a:cubicBezTo>
                    <a:pt x="1430719" y="586439"/>
                    <a:pt x="1437157" y="595359"/>
                    <a:pt x="1437157" y="610013"/>
                  </a:cubicBezTo>
                  <a:lnTo>
                    <a:pt x="1390679" y="610013"/>
                  </a:lnTo>
                  <a:cubicBezTo>
                    <a:pt x="1391753" y="597136"/>
                    <a:pt x="1399968" y="586774"/>
                    <a:pt x="1413918" y="586439"/>
                  </a:cubicBezTo>
                  <a:close/>
                  <a:moveTo>
                    <a:pt x="1325993" y="636806"/>
                  </a:moveTo>
                  <a:lnTo>
                    <a:pt x="1325993" y="591435"/>
                  </a:lnTo>
                  <a:lnTo>
                    <a:pt x="1351713" y="591435"/>
                  </a:lnTo>
                  <a:lnTo>
                    <a:pt x="1351713" y="571416"/>
                  </a:lnTo>
                  <a:lnTo>
                    <a:pt x="1325993" y="571416"/>
                  </a:lnTo>
                  <a:lnTo>
                    <a:pt x="1325993" y="546768"/>
                  </a:lnTo>
                  <a:lnTo>
                    <a:pt x="1297389" y="553542"/>
                  </a:lnTo>
                  <a:lnTo>
                    <a:pt x="1297389" y="571416"/>
                  </a:lnTo>
                  <a:lnTo>
                    <a:pt x="1282734" y="571416"/>
                  </a:lnTo>
                  <a:lnTo>
                    <a:pt x="1282734" y="591435"/>
                  </a:lnTo>
                  <a:lnTo>
                    <a:pt x="1297389" y="591435"/>
                  </a:lnTo>
                  <a:lnTo>
                    <a:pt x="1297389" y="649348"/>
                  </a:lnTo>
                  <a:cubicBezTo>
                    <a:pt x="1297389" y="669368"/>
                    <a:pt x="1307750" y="675806"/>
                    <a:pt x="1327401" y="675806"/>
                  </a:cubicBezTo>
                  <a:cubicBezTo>
                    <a:pt x="1335986" y="675806"/>
                    <a:pt x="1343497" y="674733"/>
                    <a:pt x="1350640" y="672587"/>
                  </a:cubicBezTo>
                  <a:lnTo>
                    <a:pt x="1353859" y="652232"/>
                  </a:lnTo>
                  <a:cubicBezTo>
                    <a:pt x="1348863" y="653305"/>
                    <a:pt x="1343866" y="654009"/>
                    <a:pt x="1338501" y="654009"/>
                  </a:cubicBezTo>
                  <a:cubicBezTo>
                    <a:pt x="1328508" y="654009"/>
                    <a:pt x="1325993" y="646867"/>
                    <a:pt x="1325993" y="636840"/>
                  </a:cubicBezTo>
                  <a:close/>
                  <a:moveTo>
                    <a:pt x="1239140" y="621448"/>
                  </a:moveTo>
                  <a:cubicBezTo>
                    <a:pt x="1239140" y="642172"/>
                    <a:pt x="1229147" y="652534"/>
                    <a:pt x="1209832" y="652534"/>
                  </a:cubicBezTo>
                  <a:cubicBezTo>
                    <a:pt x="1199134" y="652534"/>
                    <a:pt x="1192327" y="643949"/>
                    <a:pt x="1192327" y="637175"/>
                  </a:cubicBezTo>
                  <a:lnTo>
                    <a:pt x="1192327" y="571416"/>
                  </a:lnTo>
                  <a:lnTo>
                    <a:pt x="1163387" y="571416"/>
                  </a:lnTo>
                  <a:lnTo>
                    <a:pt x="1163387" y="642541"/>
                  </a:lnTo>
                  <a:cubicBezTo>
                    <a:pt x="1163387" y="667557"/>
                    <a:pt x="1179115" y="675773"/>
                    <a:pt x="1200576" y="675773"/>
                  </a:cubicBezTo>
                  <a:cubicBezTo>
                    <a:pt x="1217746" y="675773"/>
                    <a:pt x="1231327" y="671112"/>
                    <a:pt x="1238805" y="656122"/>
                  </a:cubicBezTo>
                  <a:lnTo>
                    <a:pt x="1238805" y="656122"/>
                  </a:lnTo>
                  <a:lnTo>
                    <a:pt x="1239174" y="656491"/>
                  </a:lnTo>
                  <a:lnTo>
                    <a:pt x="1239174" y="673291"/>
                  </a:lnTo>
                  <a:lnTo>
                    <a:pt x="1267778" y="673291"/>
                  </a:lnTo>
                  <a:lnTo>
                    <a:pt x="1267778" y="571416"/>
                  </a:lnTo>
                  <a:lnTo>
                    <a:pt x="1239174" y="571416"/>
                  </a:lnTo>
                  <a:lnTo>
                    <a:pt x="1239174" y="621448"/>
                  </a:lnTo>
                  <a:close/>
                  <a:moveTo>
                    <a:pt x="1083208" y="568934"/>
                  </a:moveTo>
                  <a:cubicBezTo>
                    <a:pt x="1067380" y="569102"/>
                    <a:pt x="1051619" y="571550"/>
                    <a:pt x="1036127" y="574635"/>
                  </a:cubicBezTo>
                  <a:lnTo>
                    <a:pt x="1036127" y="719031"/>
                  </a:lnTo>
                  <a:lnTo>
                    <a:pt x="1064731" y="719031"/>
                  </a:lnTo>
                  <a:lnTo>
                    <a:pt x="1064731" y="659006"/>
                  </a:lnTo>
                  <a:lnTo>
                    <a:pt x="1065100" y="659341"/>
                  </a:lnTo>
                  <a:cubicBezTo>
                    <a:pt x="1070465" y="665947"/>
                    <a:pt x="1080324" y="671514"/>
                    <a:pt x="1086930" y="673459"/>
                  </a:cubicBezTo>
                  <a:cubicBezTo>
                    <a:pt x="1093537" y="675404"/>
                    <a:pt x="1096052" y="675806"/>
                    <a:pt x="1100948" y="675806"/>
                  </a:cubicBezTo>
                  <a:cubicBezTo>
                    <a:pt x="1131665" y="675806"/>
                    <a:pt x="1144541" y="649013"/>
                    <a:pt x="1144541" y="624701"/>
                  </a:cubicBezTo>
                  <a:cubicBezTo>
                    <a:pt x="1144541" y="577418"/>
                    <a:pt x="1111041" y="570343"/>
                    <a:pt x="1093168" y="569102"/>
                  </a:cubicBezTo>
                  <a:cubicBezTo>
                    <a:pt x="1089848" y="568867"/>
                    <a:pt x="1086562" y="568901"/>
                    <a:pt x="1083242" y="568934"/>
                  </a:cubicBezTo>
                  <a:close/>
                  <a:moveTo>
                    <a:pt x="1089680" y="655384"/>
                  </a:moveTo>
                  <a:cubicBezTo>
                    <a:pt x="1075093" y="654613"/>
                    <a:pt x="1064731" y="641568"/>
                    <a:pt x="1064731" y="627182"/>
                  </a:cubicBezTo>
                  <a:lnTo>
                    <a:pt x="1064731" y="592877"/>
                  </a:lnTo>
                  <a:cubicBezTo>
                    <a:pt x="1071673" y="590798"/>
                    <a:pt x="1078916" y="589054"/>
                    <a:pt x="1085891" y="588954"/>
                  </a:cubicBezTo>
                  <a:cubicBezTo>
                    <a:pt x="1087568" y="588954"/>
                    <a:pt x="1089311" y="588820"/>
                    <a:pt x="1090988" y="589054"/>
                  </a:cubicBezTo>
                  <a:cubicBezTo>
                    <a:pt x="1107286" y="591167"/>
                    <a:pt x="1115602" y="604279"/>
                    <a:pt x="1115602" y="623628"/>
                  </a:cubicBezTo>
                  <a:cubicBezTo>
                    <a:pt x="1115602" y="636303"/>
                    <a:pt x="1109700" y="654848"/>
                    <a:pt x="1092128" y="655418"/>
                  </a:cubicBezTo>
                  <a:cubicBezTo>
                    <a:pt x="1091323" y="655418"/>
                    <a:pt x="1090485" y="655418"/>
                    <a:pt x="1089680" y="655418"/>
                  </a:cubicBezTo>
                  <a:close/>
                  <a:moveTo>
                    <a:pt x="978616" y="568934"/>
                  </a:moveTo>
                  <a:cubicBezTo>
                    <a:pt x="963593" y="568934"/>
                    <a:pt x="951823" y="574299"/>
                    <a:pt x="944647" y="587512"/>
                  </a:cubicBezTo>
                  <a:cubicBezTo>
                    <a:pt x="939281" y="573931"/>
                    <a:pt x="927142" y="568934"/>
                    <a:pt x="913192" y="568934"/>
                  </a:cubicBezTo>
                  <a:cubicBezTo>
                    <a:pt x="899242" y="568934"/>
                    <a:pt x="887103" y="575004"/>
                    <a:pt x="881033" y="587512"/>
                  </a:cubicBezTo>
                  <a:lnTo>
                    <a:pt x="880664" y="587143"/>
                  </a:lnTo>
                  <a:lnTo>
                    <a:pt x="880664" y="571416"/>
                  </a:lnTo>
                  <a:lnTo>
                    <a:pt x="853502" y="571416"/>
                  </a:lnTo>
                  <a:lnTo>
                    <a:pt x="853502" y="673291"/>
                  </a:lnTo>
                  <a:lnTo>
                    <a:pt x="882441" y="673291"/>
                  </a:lnTo>
                  <a:lnTo>
                    <a:pt x="882441" y="615043"/>
                  </a:lnTo>
                  <a:cubicBezTo>
                    <a:pt x="882441" y="610751"/>
                    <a:pt x="884956" y="591804"/>
                    <a:pt x="903534" y="591804"/>
                  </a:cubicBezTo>
                  <a:cubicBezTo>
                    <a:pt x="914600" y="591804"/>
                    <a:pt x="918893" y="599651"/>
                    <a:pt x="918893" y="609678"/>
                  </a:cubicBezTo>
                  <a:lnTo>
                    <a:pt x="918893" y="673291"/>
                  </a:lnTo>
                  <a:lnTo>
                    <a:pt x="947497" y="673291"/>
                  </a:lnTo>
                  <a:lnTo>
                    <a:pt x="947497" y="615043"/>
                  </a:lnTo>
                  <a:cubicBezTo>
                    <a:pt x="947497" y="610751"/>
                    <a:pt x="950347" y="591804"/>
                    <a:pt x="968590" y="591804"/>
                  </a:cubicBezTo>
                  <a:cubicBezTo>
                    <a:pt x="980025" y="591804"/>
                    <a:pt x="983948" y="599651"/>
                    <a:pt x="983948" y="609678"/>
                  </a:cubicBezTo>
                  <a:lnTo>
                    <a:pt x="983948" y="673291"/>
                  </a:lnTo>
                  <a:lnTo>
                    <a:pt x="1012888" y="673291"/>
                  </a:lnTo>
                  <a:lnTo>
                    <a:pt x="1012888" y="595728"/>
                  </a:lnTo>
                  <a:cubicBezTo>
                    <a:pt x="1012888" y="577150"/>
                    <a:pt x="996456" y="568934"/>
                    <a:pt x="978583" y="568934"/>
                  </a:cubicBezTo>
                  <a:close/>
                  <a:moveTo>
                    <a:pt x="778822" y="675806"/>
                  </a:moveTo>
                  <a:cubicBezTo>
                    <a:pt x="814938" y="675806"/>
                    <a:pt x="835293" y="653640"/>
                    <a:pt x="835293" y="622555"/>
                  </a:cubicBezTo>
                  <a:cubicBezTo>
                    <a:pt x="835293" y="591100"/>
                    <a:pt x="814938" y="568934"/>
                    <a:pt x="778822" y="568934"/>
                  </a:cubicBezTo>
                  <a:cubicBezTo>
                    <a:pt x="742706" y="568934"/>
                    <a:pt x="722720" y="591100"/>
                    <a:pt x="722720" y="622555"/>
                  </a:cubicBezTo>
                  <a:cubicBezTo>
                    <a:pt x="722720" y="653640"/>
                    <a:pt x="743109" y="675806"/>
                    <a:pt x="778822" y="675806"/>
                  </a:cubicBezTo>
                  <a:close/>
                  <a:moveTo>
                    <a:pt x="778822" y="588954"/>
                  </a:moveTo>
                  <a:cubicBezTo>
                    <a:pt x="797064" y="588954"/>
                    <a:pt x="806689" y="602166"/>
                    <a:pt x="806689" y="622186"/>
                  </a:cubicBezTo>
                  <a:cubicBezTo>
                    <a:pt x="806689" y="642205"/>
                    <a:pt x="797031" y="655418"/>
                    <a:pt x="778822" y="655418"/>
                  </a:cubicBezTo>
                  <a:cubicBezTo>
                    <a:pt x="760613" y="655418"/>
                    <a:pt x="751291" y="642205"/>
                    <a:pt x="751291" y="622186"/>
                  </a:cubicBezTo>
                  <a:cubicBezTo>
                    <a:pt x="751291" y="602166"/>
                    <a:pt x="760580" y="588954"/>
                    <a:pt x="778822" y="588954"/>
                  </a:cubicBezTo>
                  <a:close/>
                  <a:moveTo>
                    <a:pt x="622286" y="604681"/>
                  </a:moveTo>
                  <a:cubicBezTo>
                    <a:pt x="622286" y="573964"/>
                    <a:pt x="641602" y="555722"/>
                    <a:pt x="669100" y="555722"/>
                  </a:cubicBezTo>
                  <a:cubicBezTo>
                    <a:pt x="685196" y="555722"/>
                    <a:pt x="696262" y="558572"/>
                    <a:pt x="706624" y="561456"/>
                  </a:cubicBezTo>
                  <a:lnTo>
                    <a:pt x="704478" y="537882"/>
                  </a:lnTo>
                  <a:cubicBezTo>
                    <a:pt x="692674" y="535736"/>
                    <a:pt x="680535" y="533958"/>
                    <a:pt x="669100" y="533958"/>
                  </a:cubicBezTo>
                  <a:cubicBezTo>
                    <a:pt x="626914" y="533958"/>
                    <a:pt x="591167" y="555755"/>
                    <a:pt x="591167" y="604715"/>
                  </a:cubicBezTo>
                  <a:cubicBezTo>
                    <a:pt x="591167" y="653674"/>
                    <a:pt x="626914" y="675840"/>
                    <a:pt x="669100" y="675840"/>
                  </a:cubicBezTo>
                  <a:cubicBezTo>
                    <a:pt x="681976" y="675840"/>
                    <a:pt x="693747" y="674062"/>
                    <a:pt x="705551" y="671916"/>
                  </a:cubicBezTo>
                  <a:lnTo>
                    <a:pt x="708401" y="647973"/>
                  </a:lnTo>
                  <a:cubicBezTo>
                    <a:pt x="696966" y="651192"/>
                    <a:pt x="684827" y="654043"/>
                    <a:pt x="669100" y="654043"/>
                  </a:cubicBezTo>
                  <a:cubicBezTo>
                    <a:pt x="641568" y="654043"/>
                    <a:pt x="622286" y="635800"/>
                    <a:pt x="622286" y="604715"/>
                  </a:cubicBezTo>
                  <a:close/>
                  <a:moveTo>
                    <a:pt x="485033" y="588954"/>
                  </a:moveTo>
                  <a:cubicBezTo>
                    <a:pt x="493986" y="588954"/>
                    <a:pt x="502906" y="591100"/>
                    <a:pt x="511491" y="595023"/>
                  </a:cubicBezTo>
                  <a:lnTo>
                    <a:pt x="508976" y="572858"/>
                  </a:lnTo>
                  <a:cubicBezTo>
                    <a:pt x="499318" y="570007"/>
                    <a:pt x="489325" y="568934"/>
                    <a:pt x="478963" y="568934"/>
                  </a:cubicBezTo>
                  <a:cubicBezTo>
                    <a:pt x="440366" y="568934"/>
                    <a:pt x="426784" y="593246"/>
                    <a:pt x="426784" y="620408"/>
                  </a:cubicBezTo>
                  <a:cubicBezTo>
                    <a:pt x="426784" y="657564"/>
                    <a:pt x="447508" y="675806"/>
                    <a:pt x="480036" y="675806"/>
                  </a:cubicBezTo>
                  <a:cubicBezTo>
                    <a:pt x="489694" y="675806"/>
                    <a:pt x="498983" y="674364"/>
                    <a:pt x="508272" y="672218"/>
                  </a:cubicBezTo>
                  <a:lnTo>
                    <a:pt x="510787" y="649717"/>
                  </a:lnTo>
                  <a:cubicBezTo>
                    <a:pt x="502940" y="653640"/>
                    <a:pt x="494355" y="655451"/>
                    <a:pt x="485770" y="655451"/>
                  </a:cubicBezTo>
                  <a:cubicBezTo>
                    <a:pt x="466455" y="655451"/>
                    <a:pt x="456093" y="642943"/>
                    <a:pt x="455389" y="623997"/>
                  </a:cubicBezTo>
                  <a:cubicBezTo>
                    <a:pt x="454316" y="603642"/>
                    <a:pt x="463973" y="588987"/>
                    <a:pt x="485066" y="588987"/>
                  </a:cubicBezTo>
                  <a:close/>
                  <a:moveTo>
                    <a:pt x="377456" y="553911"/>
                  </a:moveTo>
                  <a:lnTo>
                    <a:pt x="406765" y="553911"/>
                  </a:lnTo>
                  <a:lnTo>
                    <a:pt x="406765" y="535333"/>
                  </a:lnTo>
                  <a:lnTo>
                    <a:pt x="377456" y="535333"/>
                  </a:lnTo>
                  <a:lnTo>
                    <a:pt x="377456" y="553911"/>
                  </a:lnTo>
                  <a:close/>
                  <a:moveTo>
                    <a:pt x="377825" y="673291"/>
                  </a:moveTo>
                  <a:lnTo>
                    <a:pt x="406765" y="673291"/>
                  </a:lnTo>
                  <a:lnTo>
                    <a:pt x="406765" y="571416"/>
                  </a:lnTo>
                  <a:lnTo>
                    <a:pt x="377825" y="571416"/>
                  </a:lnTo>
                  <a:lnTo>
                    <a:pt x="377825" y="673291"/>
                  </a:lnTo>
                  <a:close/>
                  <a:moveTo>
                    <a:pt x="335304" y="636840"/>
                  </a:moveTo>
                  <a:lnTo>
                    <a:pt x="335304" y="591469"/>
                  </a:lnTo>
                  <a:lnTo>
                    <a:pt x="361025" y="591469"/>
                  </a:lnTo>
                  <a:lnTo>
                    <a:pt x="361025" y="571449"/>
                  </a:lnTo>
                  <a:lnTo>
                    <a:pt x="335304" y="571449"/>
                  </a:lnTo>
                  <a:lnTo>
                    <a:pt x="335304" y="546802"/>
                  </a:lnTo>
                  <a:lnTo>
                    <a:pt x="306700" y="553576"/>
                  </a:lnTo>
                  <a:lnTo>
                    <a:pt x="306700" y="571449"/>
                  </a:lnTo>
                  <a:lnTo>
                    <a:pt x="292415" y="571449"/>
                  </a:lnTo>
                  <a:lnTo>
                    <a:pt x="292415" y="591469"/>
                  </a:lnTo>
                  <a:lnTo>
                    <a:pt x="306700" y="591469"/>
                  </a:lnTo>
                  <a:lnTo>
                    <a:pt x="306700" y="649382"/>
                  </a:lnTo>
                  <a:cubicBezTo>
                    <a:pt x="306700" y="669401"/>
                    <a:pt x="317431" y="675840"/>
                    <a:pt x="337082" y="675840"/>
                  </a:cubicBezTo>
                  <a:cubicBezTo>
                    <a:pt x="345297" y="675840"/>
                    <a:pt x="352809" y="674767"/>
                    <a:pt x="359952" y="672621"/>
                  </a:cubicBezTo>
                  <a:lnTo>
                    <a:pt x="363171" y="652265"/>
                  </a:lnTo>
                  <a:cubicBezTo>
                    <a:pt x="358174" y="653339"/>
                    <a:pt x="353178" y="654043"/>
                    <a:pt x="348148" y="654043"/>
                  </a:cubicBezTo>
                  <a:cubicBezTo>
                    <a:pt x="337786" y="654043"/>
                    <a:pt x="335271" y="646900"/>
                    <a:pt x="335271" y="636874"/>
                  </a:cubicBezTo>
                  <a:close/>
                  <a:moveTo>
                    <a:pt x="246674" y="673291"/>
                  </a:moveTo>
                  <a:lnTo>
                    <a:pt x="275614" y="673291"/>
                  </a:lnTo>
                  <a:lnTo>
                    <a:pt x="275614" y="536406"/>
                  </a:lnTo>
                  <a:lnTo>
                    <a:pt x="246674" y="536406"/>
                  </a:lnTo>
                  <a:lnTo>
                    <a:pt x="246674" y="673291"/>
                  </a:lnTo>
                  <a:close/>
                  <a:moveTo>
                    <a:pt x="182357" y="568934"/>
                  </a:moveTo>
                  <a:cubicBezTo>
                    <a:pt x="167334" y="568934"/>
                    <a:pt x="152679" y="571416"/>
                    <a:pt x="138025" y="574635"/>
                  </a:cubicBezTo>
                  <a:lnTo>
                    <a:pt x="135879" y="593950"/>
                  </a:lnTo>
                  <a:cubicBezTo>
                    <a:pt x="148387" y="588954"/>
                    <a:pt x="161599" y="585366"/>
                    <a:pt x="175549" y="585366"/>
                  </a:cubicBezTo>
                  <a:cubicBezTo>
                    <a:pt x="183061" y="585366"/>
                    <a:pt x="194496" y="586774"/>
                    <a:pt x="194496" y="597874"/>
                  </a:cubicBezTo>
                  <a:cubicBezTo>
                    <a:pt x="194496" y="617893"/>
                    <a:pt x="124813" y="606090"/>
                    <a:pt x="124813" y="645425"/>
                  </a:cubicBezTo>
                  <a:cubicBezTo>
                    <a:pt x="124813" y="665780"/>
                    <a:pt x="139467" y="675806"/>
                    <a:pt x="162706" y="675806"/>
                  </a:cubicBezTo>
                  <a:cubicBezTo>
                    <a:pt x="166294" y="675806"/>
                    <a:pt x="175214" y="674364"/>
                    <a:pt x="181284" y="673660"/>
                  </a:cubicBezTo>
                  <a:lnTo>
                    <a:pt x="185945" y="656155"/>
                  </a:lnTo>
                  <a:cubicBezTo>
                    <a:pt x="180579" y="657933"/>
                    <a:pt x="175214" y="659375"/>
                    <a:pt x="169849" y="659375"/>
                  </a:cubicBezTo>
                  <a:cubicBezTo>
                    <a:pt x="161633" y="659375"/>
                    <a:pt x="151975" y="656860"/>
                    <a:pt x="151975" y="646867"/>
                  </a:cubicBezTo>
                  <a:cubicBezTo>
                    <a:pt x="151975" y="628993"/>
                    <a:pt x="185945" y="629362"/>
                    <a:pt x="195938" y="620408"/>
                  </a:cubicBezTo>
                  <a:lnTo>
                    <a:pt x="195938" y="673291"/>
                  </a:lnTo>
                  <a:lnTo>
                    <a:pt x="223100" y="673291"/>
                  </a:lnTo>
                  <a:lnTo>
                    <a:pt x="223100" y="596465"/>
                  </a:lnTo>
                  <a:cubicBezTo>
                    <a:pt x="223100" y="573226"/>
                    <a:pt x="200230" y="568934"/>
                    <a:pt x="182357" y="568934"/>
                  </a:cubicBezTo>
                  <a:close/>
                  <a:moveTo>
                    <a:pt x="82292" y="602535"/>
                  </a:moveTo>
                  <a:lnTo>
                    <a:pt x="82292" y="602166"/>
                  </a:lnTo>
                  <a:cubicBezTo>
                    <a:pt x="98723" y="597874"/>
                    <a:pt x="106939" y="585366"/>
                    <a:pt x="106939" y="568934"/>
                  </a:cubicBezTo>
                  <a:cubicBezTo>
                    <a:pt x="106939" y="546064"/>
                    <a:pt x="89066" y="536406"/>
                    <a:pt x="71561" y="536406"/>
                  </a:cubicBezTo>
                  <a:lnTo>
                    <a:pt x="0" y="536406"/>
                  </a:lnTo>
                  <a:lnTo>
                    <a:pt x="0" y="673291"/>
                  </a:lnTo>
                  <a:lnTo>
                    <a:pt x="67202" y="673291"/>
                  </a:lnTo>
                  <a:cubicBezTo>
                    <a:pt x="93660" y="673291"/>
                    <a:pt x="111533" y="659710"/>
                    <a:pt x="111533" y="639321"/>
                  </a:cubicBezTo>
                  <a:cubicBezTo>
                    <a:pt x="111533" y="617156"/>
                    <a:pt x="100098" y="605385"/>
                    <a:pt x="82225" y="602501"/>
                  </a:cubicBezTo>
                  <a:close/>
                  <a:moveTo>
                    <a:pt x="53688" y="556426"/>
                  </a:moveTo>
                  <a:lnTo>
                    <a:pt x="57242" y="556426"/>
                  </a:lnTo>
                  <a:cubicBezTo>
                    <a:pt x="66531" y="556426"/>
                    <a:pt x="77631" y="560349"/>
                    <a:pt x="77631" y="572522"/>
                  </a:cubicBezTo>
                  <a:cubicBezTo>
                    <a:pt x="77631" y="583588"/>
                    <a:pt x="69046" y="592542"/>
                    <a:pt x="56907" y="592542"/>
                  </a:cubicBezTo>
                  <a:lnTo>
                    <a:pt x="29309" y="592542"/>
                  </a:lnTo>
                  <a:lnTo>
                    <a:pt x="29309" y="556460"/>
                  </a:lnTo>
                  <a:lnTo>
                    <a:pt x="53621" y="556460"/>
                  </a:lnTo>
                  <a:close/>
                  <a:moveTo>
                    <a:pt x="53688" y="612897"/>
                  </a:moveTo>
                  <a:lnTo>
                    <a:pt x="62272" y="612897"/>
                  </a:lnTo>
                  <a:cubicBezTo>
                    <a:pt x="68711" y="612897"/>
                    <a:pt x="82292" y="617893"/>
                    <a:pt x="82292" y="631843"/>
                  </a:cubicBezTo>
                  <a:cubicBezTo>
                    <a:pt x="82292" y="643983"/>
                    <a:pt x="74780" y="653272"/>
                    <a:pt x="58718" y="653272"/>
                  </a:cubicBezTo>
                  <a:lnTo>
                    <a:pt x="29309" y="653272"/>
                  </a:lnTo>
                  <a:lnTo>
                    <a:pt x="29309" y="612897"/>
                  </a:lnTo>
                  <a:lnTo>
                    <a:pt x="53621" y="612897"/>
                  </a:lnTo>
                  <a:close/>
                  <a:moveTo>
                    <a:pt x="620107" y="935525"/>
                  </a:moveTo>
                  <a:lnTo>
                    <a:pt x="642809" y="935525"/>
                  </a:lnTo>
                  <a:cubicBezTo>
                    <a:pt x="647403" y="935525"/>
                    <a:pt x="650991" y="935324"/>
                    <a:pt x="653540" y="934955"/>
                  </a:cubicBezTo>
                  <a:cubicBezTo>
                    <a:pt x="656088" y="934586"/>
                    <a:pt x="658503" y="933916"/>
                    <a:pt x="660783" y="932977"/>
                  </a:cubicBezTo>
                  <a:cubicBezTo>
                    <a:pt x="663063" y="932038"/>
                    <a:pt x="664841" y="931032"/>
                    <a:pt x="666115" y="929959"/>
                  </a:cubicBezTo>
                  <a:cubicBezTo>
                    <a:pt x="667389" y="928886"/>
                    <a:pt x="668496" y="927511"/>
                    <a:pt x="669435" y="925834"/>
                  </a:cubicBezTo>
                  <a:cubicBezTo>
                    <a:pt x="670374" y="924157"/>
                    <a:pt x="671112" y="922246"/>
                    <a:pt x="671581" y="920133"/>
                  </a:cubicBezTo>
                  <a:cubicBezTo>
                    <a:pt x="672084" y="918021"/>
                    <a:pt x="672252" y="915807"/>
                    <a:pt x="672151" y="913494"/>
                  </a:cubicBezTo>
                  <a:cubicBezTo>
                    <a:pt x="671983" y="910375"/>
                    <a:pt x="671313" y="907659"/>
                    <a:pt x="670139" y="905278"/>
                  </a:cubicBezTo>
                  <a:cubicBezTo>
                    <a:pt x="668965" y="902931"/>
                    <a:pt x="667255" y="900885"/>
                    <a:pt x="665075" y="899175"/>
                  </a:cubicBezTo>
                  <a:cubicBezTo>
                    <a:pt x="662896" y="897465"/>
                    <a:pt x="660381" y="896224"/>
                    <a:pt x="657564" y="895419"/>
                  </a:cubicBezTo>
                  <a:cubicBezTo>
                    <a:pt x="654747" y="894648"/>
                    <a:pt x="650455" y="894245"/>
                    <a:pt x="644754" y="894245"/>
                  </a:cubicBezTo>
                  <a:lnTo>
                    <a:pt x="619637" y="894245"/>
                  </a:lnTo>
                  <a:lnTo>
                    <a:pt x="620140" y="935525"/>
                  </a:lnTo>
                  <a:close/>
                  <a:moveTo>
                    <a:pt x="619369" y="874762"/>
                  </a:moveTo>
                  <a:lnTo>
                    <a:pt x="635432" y="874762"/>
                  </a:lnTo>
                  <a:cubicBezTo>
                    <a:pt x="642306" y="874762"/>
                    <a:pt x="646900" y="874594"/>
                    <a:pt x="649248" y="874259"/>
                  </a:cubicBezTo>
                  <a:cubicBezTo>
                    <a:pt x="651595" y="873924"/>
                    <a:pt x="654043" y="873253"/>
                    <a:pt x="656591" y="872314"/>
                  </a:cubicBezTo>
                  <a:cubicBezTo>
                    <a:pt x="659140" y="871342"/>
                    <a:pt x="661253" y="869866"/>
                    <a:pt x="662963" y="867821"/>
                  </a:cubicBezTo>
                  <a:cubicBezTo>
                    <a:pt x="664640" y="865775"/>
                    <a:pt x="665847" y="863562"/>
                    <a:pt x="666551" y="861147"/>
                  </a:cubicBezTo>
                  <a:cubicBezTo>
                    <a:pt x="667255" y="858699"/>
                    <a:pt x="667557" y="856218"/>
                    <a:pt x="667423" y="853703"/>
                  </a:cubicBezTo>
                  <a:cubicBezTo>
                    <a:pt x="667289" y="851221"/>
                    <a:pt x="666719" y="848908"/>
                    <a:pt x="665713" y="846694"/>
                  </a:cubicBezTo>
                  <a:cubicBezTo>
                    <a:pt x="664707" y="844481"/>
                    <a:pt x="663231" y="842670"/>
                    <a:pt x="661286" y="841262"/>
                  </a:cubicBezTo>
                  <a:cubicBezTo>
                    <a:pt x="659341" y="839820"/>
                    <a:pt x="657061" y="838814"/>
                    <a:pt x="654412" y="838177"/>
                  </a:cubicBezTo>
                  <a:cubicBezTo>
                    <a:pt x="651763" y="837540"/>
                    <a:pt x="647906" y="837238"/>
                    <a:pt x="642843" y="837238"/>
                  </a:cubicBezTo>
                  <a:lnTo>
                    <a:pt x="618933" y="837238"/>
                  </a:lnTo>
                  <a:lnTo>
                    <a:pt x="619403" y="874796"/>
                  </a:lnTo>
                  <a:close/>
                  <a:moveTo>
                    <a:pt x="590262" y="818157"/>
                  </a:moveTo>
                  <a:cubicBezTo>
                    <a:pt x="597606" y="818258"/>
                    <a:pt x="605050" y="818291"/>
                    <a:pt x="610047" y="818291"/>
                  </a:cubicBezTo>
                  <a:cubicBezTo>
                    <a:pt x="615647" y="818291"/>
                    <a:pt x="622555" y="818191"/>
                    <a:pt x="630770" y="817989"/>
                  </a:cubicBezTo>
                  <a:cubicBezTo>
                    <a:pt x="638986" y="817788"/>
                    <a:pt x="645760" y="817688"/>
                    <a:pt x="651092" y="817688"/>
                  </a:cubicBezTo>
                  <a:cubicBezTo>
                    <a:pt x="658570" y="817688"/>
                    <a:pt x="664204" y="817989"/>
                    <a:pt x="668026" y="818627"/>
                  </a:cubicBezTo>
                  <a:cubicBezTo>
                    <a:pt x="671849" y="819264"/>
                    <a:pt x="675236" y="820203"/>
                    <a:pt x="678254" y="821477"/>
                  </a:cubicBezTo>
                  <a:cubicBezTo>
                    <a:pt x="681239" y="822751"/>
                    <a:pt x="683821" y="824294"/>
                    <a:pt x="685900" y="826138"/>
                  </a:cubicBezTo>
                  <a:cubicBezTo>
                    <a:pt x="688013" y="827983"/>
                    <a:pt x="689823" y="830129"/>
                    <a:pt x="691399" y="832644"/>
                  </a:cubicBezTo>
                  <a:cubicBezTo>
                    <a:pt x="692976" y="835159"/>
                    <a:pt x="694183" y="837841"/>
                    <a:pt x="695021" y="840759"/>
                  </a:cubicBezTo>
                  <a:cubicBezTo>
                    <a:pt x="695859" y="843676"/>
                    <a:pt x="696396" y="846594"/>
                    <a:pt x="696530" y="849612"/>
                  </a:cubicBezTo>
                  <a:cubicBezTo>
                    <a:pt x="696731" y="853368"/>
                    <a:pt x="696463" y="856922"/>
                    <a:pt x="695725" y="860276"/>
                  </a:cubicBezTo>
                  <a:cubicBezTo>
                    <a:pt x="694988" y="863629"/>
                    <a:pt x="693847" y="866681"/>
                    <a:pt x="692305" y="869397"/>
                  </a:cubicBezTo>
                  <a:cubicBezTo>
                    <a:pt x="690729" y="872113"/>
                    <a:pt x="688884" y="874393"/>
                    <a:pt x="686705" y="876305"/>
                  </a:cubicBezTo>
                  <a:cubicBezTo>
                    <a:pt x="684525" y="878216"/>
                    <a:pt x="682446" y="879692"/>
                    <a:pt x="680434" y="880765"/>
                  </a:cubicBezTo>
                  <a:cubicBezTo>
                    <a:pt x="678422" y="881838"/>
                    <a:pt x="675706" y="882978"/>
                    <a:pt x="672285" y="884185"/>
                  </a:cubicBezTo>
                  <a:cubicBezTo>
                    <a:pt x="675471" y="884856"/>
                    <a:pt x="677986" y="885493"/>
                    <a:pt x="679897" y="886130"/>
                  </a:cubicBezTo>
                  <a:cubicBezTo>
                    <a:pt x="681809" y="886767"/>
                    <a:pt x="683854" y="887740"/>
                    <a:pt x="686068" y="889047"/>
                  </a:cubicBezTo>
                  <a:cubicBezTo>
                    <a:pt x="688281" y="890355"/>
                    <a:pt x="690360" y="892032"/>
                    <a:pt x="692372" y="894078"/>
                  </a:cubicBezTo>
                  <a:cubicBezTo>
                    <a:pt x="694384" y="896123"/>
                    <a:pt x="696027" y="898303"/>
                    <a:pt x="697268" y="900583"/>
                  </a:cubicBezTo>
                  <a:cubicBezTo>
                    <a:pt x="698509" y="902863"/>
                    <a:pt x="699548" y="905378"/>
                    <a:pt x="700319" y="908162"/>
                  </a:cubicBezTo>
                  <a:cubicBezTo>
                    <a:pt x="701091" y="910945"/>
                    <a:pt x="701560" y="913829"/>
                    <a:pt x="701728" y="916847"/>
                  </a:cubicBezTo>
                  <a:cubicBezTo>
                    <a:pt x="702063" y="923285"/>
                    <a:pt x="700990" y="929187"/>
                    <a:pt x="698475" y="934553"/>
                  </a:cubicBezTo>
                  <a:cubicBezTo>
                    <a:pt x="695994" y="939918"/>
                    <a:pt x="692372" y="944143"/>
                    <a:pt x="687677" y="947262"/>
                  </a:cubicBezTo>
                  <a:cubicBezTo>
                    <a:pt x="682949" y="950381"/>
                    <a:pt x="677617" y="952460"/>
                    <a:pt x="671615" y="953499"/>
                  </a:cubicBezTo>
                  <a:cubicBezTo>
                    <a:pt x="665612" y="954539"/>
                    <a:pt x="652802" y="955042"/>
                    <a:pt x="633151" y="955042"/>
                  </a:cubicBezTo>
                  <a:lnTo>
                    <a:pt x="608906" y="954941"/>
                  </a:lnTo>
                  <a:lnTo>
                    <a:pt x="590262" y="955042"/>
                  </a:lnTo>
                  <a:lnTo>
                    <a:pt x="590262" y="818157"/>
                  </a:lnTo>
                  <a:close/>
                  <a:moveTo>
                    <a:pt x="835293" y="929992"/>
                  </a:moveTo>
                  <a:cubicBezTo>
                    <a:pt x="834186" y="937806"/>
                    <a:pt x="833314" y="945753"/>
                    <a:pt x="832644" y="953801"/>
                  </a:cubicBezTo>
                  <a:cubicBezTo>
                    <a:pt x="825099" y="955176"/>
                    <a:pt x="818191" y="956149"/>
                    <a:pt x="811886" y="956685"/>
                  </a:cubicBezTo>
                  <a:cubicBezTo>
                    <a:pt x="805582" y="957255"/>
                    <a:pt x="800150" y="957490"/>
                    <a:pt x="795622" y="957490"/>
                  </a:cubicBezTo>
                  <a:cubicBezTo>
                    <a:pt x="785629" y="957490"/>
                    <a:pt x="775972" y="956081"/>
                    <a:pt x="766716" y="953298"/>
                  </a:cubicBezTo>
                  <a:cubicBezTo>
                    <a:pt x="757461" y="950481"/>
                    <a:pt x="749044" y="946055"/>
                    <a:pt x="741398" y="940019"/>
                  </a:cubicBezTo>
                  <a:cubicBezTo>
                    <a:pt x="733786" y="933949"/>
                    <a:pt x="728119" y="926639"/>
                    <a:pt x="724397" y="917987"/>
                  </a:cubicBezTo>
                  <a:cubicBezTo>
                    <a:pt x="720675" y="909369"/>
                    <a:pt x="718562" y="899946"/>
                    <a:pt x="718025" y="889718"/>
                  </a:cubicBezTo>
                  <a:cubicBezTo>
                    <a:pt x="717455" y="878619"/>
                    <a:pt x="718897" y="868357"/>
                    <a:pt x="722351" y="858934"/>
                  </a:cubicBezTo>
                  <a:cubicBezTo>
                    <a:pt x="725805" y="849511"/>
                    <a:pt x="731070" y="841564"/>
                    <a:pt x="738112" y="835058"/>
                  </a:cubicBezTo>
                  <a:cubicBezTo>
                    <a:pt x="745154" y="828586"/>
                    <a:pt x="753638" y="823757"/>
                    <a:pt x="763598" y="820572"/>
                  </a:cubicBezTo>
                  <a:cubicBezTo>
                    <a:pt x="773524" y="817419"/>
                    <a:pt x="783953" y="815810"/>
                    <a:pt x="794918" y="815810"/>
                  </a:cubicBezTo>
                  <a:cubicBezTo>
                    <a:pt x="805884" y="815810"/>
                    <a:pt x="817654" y="817050"/>
                    <a:pt x="830598" y="819498"/>
                  </a:cubicBezTo>
                  <a:cubicBezTo>
                    <a:pt x="831101" y="825467"/>
                    <a:pt x="831504" y="829659"/>
                    <a:pt x="831805" y="832141"/>
                  </a:cubicBezTo>
                  <a:lnTo>
                    <a:pt x="833013" y="842872"/>
                  </a:lnTo>
                  <a:cubicBezTo>
                    <a:pt x="825367" y="840725"/>
                    <a:pt x="818996" y="839283"/>
                    <a:pt x="813965" y="838512"/>
                  </a:cubicBezTo>
                  <a:cubicBezTo>
                    <a:pt x="808935" y="837741"/>
                    <a:pt x="804107" y="837338"/>
                    <a:pt x="799579" y="837338"/>
                  </a:cubicBezTo>
                  <a:cubicBezTo>
                    <a:pt x="792437" y="837338"/>
                    <a:pt x="785629" y="838445"/>
                    <a:pt x="779157" y="840591"/>
                  </a:cubicBezTo>
                  <a:cubicBezTo>
                    <a:pt x="772685" y="842771"/>
                    <a:pt x="767052" y="846225"/>
                    <a:pt x="762256" y="850987"/>
                  </a:cubicBezTo>
                  <a:cubicBezTo>
                    <a:pt x="757461" y="855748"/>
                    <a:pt x="753873" y="861483"/>
                    <a:pt x="751526" y="868223"/>
                  </a:cubicBezTo>
                  <a:cubicBezTo>
                    <a:pt x="749178" y="874963"/>
                    <a:pt x="748172" y="881972"/>
                    <a:pt x="748575" y="889282"/>
                  </a:cubicBezTo>
                  <a:cubicBezTo>
                    <a:pt x="749044" y="898001"/>
                    <a:pt x="751090" y="905781"/>
                    <a:pt x="754812" y="912689"/>
                  </a:cubicBezTo>
                  <a:cubicBezTo>
                    <a:pt x="758501" y="919597"/>
                    <a:pt x="764168" y="925197"/>
                    <a:pt x="771746" y="929456"/>
                  </a:cubicBezTo>
                  <a:cubicBezTo>
                    <a:pt x="779359" y="933748"/>
                    <a:pt x="788580" y="935894"/>
                    <a:pt x="799479" y="935894"/>
                  </a:cubicBezTo>
                  <a:cubicBezTo>
                    <a:pt x="809539" y="935894"/>
                    <a:pt x="821511" y="933916"/>
                    <a:pt x="835293" y="929925"/>
                  </a:cubicBezTo>
                  <a:close/>
                  <a:moveTo>
                    <a:pt x="854139" y="952158"/>
                  </a:moveTo>
                  <a:cubicBezTo>
                    <a:pt x="853066" y="941997"/>
                    <a:pt x="851959" y="933715"/>
                    <a:pt x="850752" y="927310"/>
                  </a:cubicBezTo>
                  <a:cubicBezTo>
                    <a:pt x="864166" y="933212"/>
                    <a:pt x="876204" y="936163"/>
                    <a:pt x="886868" y="936163"/>
                  </a:cubicBezTo>
                  <a:cubicBezTo>
                    <a:pt x="891127" y="936163"/>
                    <a:pt x="895084" y="935492"/>
                    <a:pt x="898739" y="934217"/>
                  </a:cubicBezTo>
                  <a:cubicBezTo>
                    <a:pt x="902394" y="932910"/>
                    <a:pt x="905010" y="931099"/>
                    <a:pt x="906653" y="928718"/>
                  </a:cubicBezTo>
                  <a:cubicBezTo>
                    <a:pt x="908296" y="926371"/>
                    <a:pt x="909034" y="923688"/>
                    <a:pt x="908900" y="920770"/>
                  </a:cubicBezTo>
                  <a:cubicBezTo>
                    <a:pt x="908765" y="918524"/>
                    <a:pt x="908262" y="916478"/>
                    <a:pt x="907324" y="914667"/>
                  </a:cubicBezTo>
                  <a:cubicBezTo>
                    <a:pt x="905915" y="912219"/>
                    <a:pt x="903668" y="909637"/>
                    <a:pt x="900583" y="906988"/>
                  </a:cubicBezTo>
                  <a:cubicBezTo>
                    <a:pt x="896559" y="903333"/>
                    <a:pt x="889450" y="897263"/>
                    <a:pt x="879189" y="888846"/>
                  </a:cubicBezTo>
                  <a:cubicBezTo>
                    <a:pt x="874293" y="884789"/>
                    <a:pt x="870906" y="881871"/>
                    <a:pt x="869061" y="880127"/>
                  </a:cubicBezTo>
                  <a:cubicBezTo>
                    <a:pt x="864870" y="876338"/>
                    <a:pt x="861617" y="872884"/>
                    <a:pt x="859303" y="869866"/>
                  </a:cubicBezTo>
                  <a:cubicBezTo>
                    <a:pt x="857023" y="866815"/>
                    <a:pt x="855313" y="863797"/>
                    <a:pt x="854240" y="860779"/>
                  </a:cubicBezTo>
                  <a:cubicBezTo>
                    <a:pt x="853166" y="857760"/>
                    <a:pt x="852529" y="854575"/>
                    <a:pt x="852328" y="851154"/>
                  </a:cubicBezTo>
                  <a:cubicBezTo>
                    <a:pt x="851993" y="844884"/>
                    <a:pt x="853435" y="838948"/>
                    <a:pt x="856654" y="833448"/>
                  </a:cubicBezTo>
                  <a:cubicBezTo>
                    <a:pt x="859873" y="827949"/>
                    <a:pt x="864903" y="823623"/>
                    <a:pt x="871711" y="820504"/>
                  </a:cubicBezTo>
                  <a:cubicBezTo>
                    <a:pt x="878551" y="817386"/>
                    <a:pt x="887270" y="815843"/>
                    <a:pt x="897901" y="815843"/>
                  </a:cubicBezTo>
                  <a:cubicBezTo>
                    <a:pt x="907458" y="815843"/>
                    <a:pt x="918289" y="817017"/>
                    <a:pt x="930361" y="819331"/>
                  </a:cubicBezTo>
                  <a:cubicBezTo>
                    <a:pt x="931065" y="826272"/>
                    <a:pt x="932139" y="834220"/>
                    <a:pt x="933614" y="843140"/>
                  </a:cubicBezTo>
                  <a:cubicBezTo>
                    <a:pt x="923017" y="839183"/>
                    <a:pt x="913293" y="837171"/>
                    <a:pt x="904473" y="837171"/>
                  </a:cubicBezTo>
                  <a:cubicBezTo>
                    <a:pt x="897934" y="837171"/>
                    <a:pt x="892669" y="838646"/>
                    <a:pt x="888645" y="841631"/>
                  </a:cubicBezTo>
                  <a:cubicBezTo>
                    <a:pt x="884621" y="844615"/>
                    <a:pt x="882743" y="848069"/>
                    <a:pt x="882944" y="851993"/>
                  </a:cubicBezTo>
                  <a:cubicBezTo>
                    <a:pt x="883012" y="853066"/>
                    <a:pt x="883213" y="854172"/>
                    <a:pt x="883548" y="855346"/>
                  </a:cubicBezTo>
                  <a:cubicBezTo>
                    <a:pt x="883883" y="856520"/>
                    <a:pt x="884386" y="857660"/>
                    <a:pt x="885024" y="858766"/>
                  </a:cubicBezTo>
                  <a:cubicBezTo>
                    <a:pt x="885661" y="859873"/>
                    <a:pt x="886767" y="861315"/>
                    <a:pt x="888343" y="863059"/>
                  </a:cubicBezTo>
                  <a:cubicBezTo>
                    <a:pt x="889920" y="864836"/>
                    <a:pt x="892200" y="866915"/>
                    <a:pt x="895184" y="869296"/>
                  </a:cubicBezTo>
                  <a:cubicBezTo>
                    <a:pt x="898169" y="871643"/>
                    <a:pt x="900717" y="873588"/>
                    <a:pt x="902830" y="875064"/>
                  </a:cubicBezTo>
                  <a:lnTo>
                    <a:pt x="915808" y="886298"/>
                  </a:lnTo>
                  <a:cubicBezTo>
                    <a:pt x="919060" y="888913"/>
                    <a:pt x="922011" y="891428"/>
                    <a:pt x="924593" y="893910"/>
                  </a:cubicBezTo>
                  <a:cubicBezTo>
                    <a:pt x="927175" y="896391"/>
                    <a:pt x="929422" y="898739"/>
                    <a:pt x="931300" y="901019"/>
                  </a:cubicBezTo>
                  <a:cubicBezTo>
                    <a:pt x="933178" y="903299"/>
                    <a:pt x="934687" y="905479"/>
                    <a:pt x="935794" y="907558"/>
                  </a:cubicBezTo>
                  <a:cubicBezTo>
                    <a:pt x="936900" y="909637"/>
                    <a:pt x="937772" y="911750"/>
                    <a:pt x="938376" y="913930"/>
                  </a:cubicBezTo>
                  <a:cubicBezTo>
                    <a:pt x="938979" y="916109"/>
                    <a:pt x="939348" y="918390"/>
                    <a:pt x="939482" y="920804"/>
                  </a:cubicBezTo>
                  <a:cubicBezTo>
                    <a:pt x="939784" y="926404"/>
                    <a:pt x="938745" y="931702"/>
                    <a:pt x="936397" y="936699"/>
                  </a:cubicBezTo>
                  <a:cubicBezTo>
                    <a:pt x="934050" y="941696"/>
                    <a:pt x="930529" y="945787"/>
                    <a:pt x="925801" y="948972"/>
                  </a:cubicBezTo>
                  <a:cubicBezTo>
                    <a:pt x="921106" y="952192"/>
                    <a:pt x="915875" y="954405"/>
                    <a:pt x="910107" y="955646"/>
                  </a:cubicBezTo>
                  <a:cubicBezTo>
                    <a:pt x="904373" y="956886"/>
                    <a:pt x="898236" y="957490"/>
                    <a:pt x="891764" y="957490"/>
                  </a:cubicBezTo>
                  <a:cubicBezTo>
                    <a:pt x="887471" y="957490"/>
                    <a:pt x="882509" y="957121"/>
                    <a:pt x="876774" y="956383"/>
                  </a:cubicBezTo>
                  <a:cubicBezTo>
                    <a:pt x="871040" y="955646"/>
                    <a:pt x="863495" y="954237"/>
                    <a:pt x="854105" y="952158"/>
                  </a:cubicBezTo>
                  <a:close/>
                  <a:moveTo>
                    <a:pt x="1047461" y="882676"/>
                  </a:moveTo>
                  <a:lnTo>
                    <a:pt x="1068755" y="854642"/>
                  </a:lnTo>
                  <a:lnTo>
                    <a:pt x="1088138" y="828217"/>
                  </a:lnTo>
                  <a:cubicBezTo>
                    <a:pt x="1089513" y="826272"/>
                    <a:pt x="1091793" y="822885"/>
                    <a:pt x="1095046" y="818090"/>
                  </a:cubicBezTo>
                  <a:lnTo>
                    <a:pt x="1112986" y="818258"/>
                  </a:lnTo>
                  <a:cubicBezTo>
                    <a:pt x="1113724" y="818258"/>
                    <a:pt x="1119425" y="818224"/>
                    <a:pt x="1130088" y="818090"/>
                  </a:cubicBezTo>
                  <a:lnTo>
                    <a:pt x="1087165" y="872482"/>
                  </a:lnTo>
                  <a:lnTo>
                    <a:pt x="1079922" y="882240"/>
                  </a:lnTo>
                  <a:lnTo>
                    <a:pt x="1086696" y="891261"/>
                  </a:lnTo>
                  <a:cubicBezTo>
                    <a:pt x="1087702" y="892535"/>
                    <a:pt x="1094744" y="901187"/>
                    <a:pt x="1107856" y="917283"/>
                  </a:cubicBezTo>
                  <a:lnTo>
                    <a:pt x="1138908" y="955008"/>
                  </a:lnTo>
                  <a:lnTo>
                    <a:pt x="1121034" y="954807"/>
                  </a:lnTo>
                  <a:cubicBezTo>
                    <a:pt x="1117882" y="954807"/>
                    <a:pt x="1111377" y="954874"/>
                    <a:pt x="1101484" y="955008"/>
                  </a:cubicBezTo>
                  <a:lnTo>
                    <a:pt x="1094543" y="944982"/>
                  </a:lnTo>
                  <a:cubicBezTo>
                    <a:pt x="1093235" y="943037"/>
                    <a:pt x="1090921" y="939885"/>
                    <a:pt x="1087635" y="935458"/>
                  </a:cubicBezTo>
                  <a:lnTo>
                    <a:pt x="1058326" y="896559"/>
                  </a:lnTo>
                  <a:lnTo>
                    <a:pt x="1047461" y="882643"/>
                  </a:lnTo>
                  <a:close/>
                  <a:moveTo>
                    <a:pt x="1014866" y="955042"/>
                  </a:moveTo>
                  <a:cubicBezTo>
                    <a:pt x="1015302" y="941930"/>
                    <a:pt x="1015537" y="930629"/>
                    <a:pt x="1015571" y="921139"/>
                  </a:cubicBezTo>
                  <a:cubicBezTo>
                    <a:pt x="1015638" y="907558"/>
                    <a:pt x="1015571" y="888377"/>
                    <a:pt x="1015235" y="863562"/>
                  </a:cubicBezTo>
                  <a:cubicBezTo>
                    <a:pt x="1015000" y="846560"/>
                    <a:pt x="1014732" y="834522"/>
                    <a:pt x="1014363" y="827446"/>
                  </a:cubicBezTo>
                  <a:lnTo>
                    <a:pt x="1013894" y="818124"/>
                  </a:lnTo>
                  <a:cubicBezTo>
                    <a:pt x="1022210" y="818258"/>
                    <a:pt x="1027676" y="818291"/>
                    <a:pt x="1030292" y="818291"/>
                  </a:cubicBezTo>
                  <a:cubicBezTo>
                    <a:pt x="1032036" y="818291"/>
                    <a:pt x="1037200" y="818258"/>
                    <a:pt x="1045751" y="818124"/>
                  </a:cubicBezTo>
                  <a:lnTo>
                    <a:pt x="1045449" y="872281"/>
                  </a:lnTo>
                  <a:lnTo>
                    <a:pt x="1046120" y="937168"/>
                  </a:lnTo>
                  <a:lnTo>
                    <a:pt x="1046757" y="955042"/>
                  </a:lnTo>
                  <a:lnTo>
                    <a:pt x="1031231" y="954841"/>
                  </a:lnTo>
                  <a:cubicBezTo>
                    <a:pt x="1029353" y="954841"/>
                    <a:pt x="1023920" y="954908"/>
                    <a:pt x="1014900" y="955042"/>
                  </a:cubicBezTo>
                  <a:close/>
                  <a:moveTo>
                    <a:pt x="1201247" y="871476"/>
                  </a:moveTo>
                  <a:cubicBezTo>
                    <a:pt x="1195446" y="871476"/>
                    <a:pt x="1190315" y="872884"/>
                    <a:pt x="1185922" y="875735"/>
                  </a:cubicBezTo>
                  <a:cubicBezTo>
                    <a:pt x="1181496" y="878585"/>
                    <a:pt x="1178310" y="882777"/>
                    <a:pt x="1176365" y="888377"/>
                  </a:cubicBezTo>
                  <a:cubicBezTo>
                    <a:pt x="1174420" y="893977"/>
                    <a:pt x="1173615" y="900080"/>
                    <a:pt x="1173951" y="906686"/>
                  </a:cubicBezTo>
                  <a:cubicBezTo>
                    <a:pt x="1174252" y="912488"/>
                    <a:pt x="1175426" y="917652"/>
                    <a:pt x="1177505" y="922179"/>
                  </a:cubicBezTo>
                  <a:cubicBezTo>
                    <a:pt x="1179584" y="926706"/>
                    <a:pt x="1182770" y="930361"/>
                    <a:pt x="1187096" y="933178"/>
                  </a:cubicBezTo>
                  <a:cubicBezTo>
                    <a:pt x="1191422" y="935995"/>
                    <a:pt x="1196418" y="937370"/>
                    <a:pt x="1202186" y="937370"/>
                  </a:cubicBezTo>
                  <a:cubicBezTo>
                    <a:pt x="1207954" y="937370"/>
                    <a:pt x="1213118" y="935928"/>
                    <a:pt x="1217410" y="933010"/>
                  </a:cubicBezTo>
                  <a:cubicBezTo>
                    <a:pt x="1221703" y="930093"/>
                    <a:pt x="1224821" y="925834"/>
                    <a:pt x="1226766" y="920200"/>
                  </a:cubicBezTo>
                  <a:cubicBezTo>
                    <a:pt x="1228711" y="914567"/>
                    <a:pt x="1229483" y="908363"/>
                    <a:pt x="1229147" y="901556"/>
                  </a:cubicBezTo>
                  <a:cubicBezTo>
                    <a:pt x="1228879" y="896023"/>
                    <a:pt x="1227739" y="890993"/>
                    <a:pt x="1225760" y="886465"/>
                  </a:cubicBezTo>
                  <a:cubicBezTo>
                    <a:pt x="1223782" y="881938"/>
                    <a:pt x="1220663" y="878317"/>
                    <a:pt x="1216438" y="875567"/>
                  </a:cubicBezTo>
                  <a:cubicBezTo>
                    <a:pt x="1212179" y="872851"/>
                    <a:pt x="1207149" y="871476"/>
                    <a:pt x="1201247" y="871476"/>
                  </a:cubicBezTo>
                  <a:close/>
                  <a:moveTo>
                    <a:pt x="1200174" y="850718"/>
                  </a:moveTo>
                  <a:cubicBezTo>
                    <a:pt x="1207853" y="850718"/>
                    <a:pt x="1215298" y="851892"/>
                    <a:pt x="1222474" y="854172"/>
                  </a:cubicBezTo>
                  <a:cubicBezTo>
                    <a:pt x="1229650" y="856453"/>
                    <a:pt x="1235787" y="859873"/>
                    <a:pt x="1240951" y="864400"/>
                  </a:cubicBezTo>
                  <a:cubicBezTo>
                    <a:pt x="1246115" y="868927"/>
                    <a:pt x="1250072" y="874427"/>
                    <a:pt x="1252889" y="880932"/>
                  </a:cubicBezTo>
                  <a:cubicBezTo>
                    <a:pt x="1255706" y="887438"/>
                    <a:pt x="1257282" y="894312"/>
                    <a:pt x="1257651" y="901522"/>
                  </a:cubicBezTo>
                  <a:cubicBezTo>
                    <a:pt x="1258053" y="909134"/>
                    <a:pt x="1257114" y="916512"/>
                    <a:pt x="1254901" y="923587"/>
                  </a:cubicBezTo>
                  <a:cubicBezTo>
                    <a:pt x="1252654" y="930663"/>
                    <a:pt x="1249200" y="936800"/>
                    <a:pt x="1244539" y="941997"/>
                  </a:cubicBezTo>
                  <a:cubicBezTo>
                    <a:pt x="1239845" y="947162"/>
                    <a:pt x="1233876" y="951051"/>
                    <a:pt x="1226632" y="953600"/>
                  </a:cubicBezTo>
                  <a:cubicBezTo>
                    <a:pt x="1219389" y="956182"/>
                    <a:pt x="1211575" y="957456"/>
                    <a:pt x="1203226" y="957456"/>
                  </a:cubicBezTo>
                  <a:cubicBezTo>
                    <a:pt x="1195479" y="957456"/>
                    <a:pt x="1188035" y="956316"/>
                    <a:pt x="1180926" y="954002"/>
                  </a:cubicBezTo>
                  <a:cubicBezTo>
                    <a:pt x="1173817" y="951689"/>
                    <a:pt x="1167680" y="948235"/>
                    <a:pt x="1162482" y="943607"/>
                  </a:cubicBezTo>
                  <a:cubicBezTo>
                    <a:pt x="1157284" y="939013"/>
                    <a:pt x="1153227" y="933379"/>
                    <a:pt x="1150309" y="926773"/>
                  </a:cubicBezTo>
                  <a:cubicBezTo>
                    <a:pt x="1147392" y="920167"/>
                    <a:pt x="1145749" y="913225"/>
                    <a:pt x="1145380" y="906016"/>
                  </a:cubicBezTo>
                  <a:cubicBezTo>
                    <a:pt x="1145011" y="898672"/>
                    <a:pt x="1145816" y="891663"/>
                    <a:pt x="1147794" y="884956"/>
                  </a:cubicBezTo>
                  <a:cubicBezTo>
                    <a:pt x="1149806" y="878283"/>
                    <a:pt x="1153126" y="872314"/>
                    <a:pt x="1157854" y="867116"/>
                  </a:cubicBezTo>
                  <a:cubicBezTo>
                    <a:pt x="1162549" y="861885"/>
                    <a:pt x="1168719" y="857861"/>
                    <a:pt x="1176332" y="854977"/>
                  </a:cubicBezTo>
                  <a:cubicBezTo>
                    <a:pt x="1183944" y="852127"/>
                    <a:pt x="1191891" y="850685"/>
                    <a:pt x="1200174" y="850685"/>
                  </a:cubicBezTo>
                  <a:close/>
                  <a:moveTo>
                    <a:pt x="1328072" y="871476"/>
                  </a:moveTo>
                  <a:cubicBezTo>
                    <a:pt x="1322271" y="871476"/>
                    <a:pt x="1317173" y="872884"/>
                    <a:pt x="1312747" y="875735"/>
                  </a:cubicBezTo>
                  <a:cubicBezTo>
                    <a:pt x="1308320" y="878585"/>
                    <a:pt x="1305135" y="882777"/>
                    <a:pt x="1303190" y="888377"/>
                  </a:cubicBezTo>
                  <a:cubicBezTo>
                    <a:pt x="1301245" y="893977"/>
                    <a:pt x="1300440" y="900080"/>
                    <a:pt x="1300775" y="906686"/>
                  </a:cubicBezTo>
                  <a:cubicBezTo>
                    <a:pt x="1301077" y="912488"/>
                    <a:pt x="1302251" y="917652"/>
                    <a:pt x="1304330" y="922179"/>
                  </a:cubicBezTo>
                  <a:cubicBezTo>
                    <a:pt x="1306409" y="926706"/>
                    <a:pt x="1309595" y="930361"/>
                    <a:pt x="1313921" y="933178"/>
                  </a:cubicBezTo>
                  <a:cubicBezTo>
                    <a:pt x="1318213" y="935995"/>
                    <a:pt x="1323243" y="937370"/>
                    <a:pt x="1329011" y="937370"/>
                  </a:cubicBezTo>
                  <a:cubicBezTo>
                    <a:pt x="1334779" y="937370"/>
                    <a:pt x="1339943" y="935928"/>
                    <a:pt x="1344235" y="933010"/>
                  </a:cubicBezTo>
                  <a:cubicBezTo>
                    <a:pt x="1348528" y="930093"/>
                    <a:pt x="1351646" y="925834"/>
                    <a:pt x="1353558" y="920200"/>
                  </a:cubicBezTo>
                  <a:cubicBezTo>
                    <a:pt x="1355503" y="914567"/>
                    <a:pt x="1356307" y="908363"/>
                    <a:pt x="1355938" y="901556"/>
                  </a:cubicBezTo>
                  <a:cubicBezTo>
                    <a:pt x="1355670" y="896023"/>
                    <a:pt x="1354530" y="890993"/>
                    <a:pt x="1352552" y="886465"/>
                  </a:cubicBezTo>
                  <a:cubicBezTo>
                    <a:pt x="1350573" y="881938"/>
                    <a:pt x="1347488" y="878317"/>
                    <a:pt x="1343229" y="875567"/>
                  </a:cubicBezTo>
                  <a:cubicBezTo>
                    <a:pt x="1338970" y="872851"/>
                    <a:pt x="1333940" y="871476"/>
                    <a:pt x="1328038" y="871476"/>
                  </a:cubicBezTo>
                  <a:close/>
                  <a:moveTo>
                    <a:pt x="1326999" y="850718"/>
                  </a:moveTo>
                  <a:cubicBezTo>
                    <a:pt x="1334678" y="850718"/>
                    <a:pt x="1342123" y="851892"/>
                    <a:pt x="1349299" y="854172"/>
                  </a:cubicBezTo>
                  <a:cubicBezTo>
                    <a:pt x="1356475" y="856453"/>
                    <a:pt x="1362645" y="859873"/>
                    <a:pt x="1367776" y="864400"/>
                  </a:cubicBezTo>
                  <a:cubicBezTo>
                    <a:pt x="1372907" y="868927"/>
                    <a:pt x="1376897" y="874427"/>
                    <a:pt x="1379714" y="880932"/>
                  </a:cubicBezTo>
                  <a:cubicBezTo>
                    <a:pt x="1382531" y="887438"/>
                    <a:pt x="1384107" y="894312"/>
                    <a:pt x="1384476" y="901522"/>
                  </a:cubicBezTo>
                  <a:cubicBezTo>
                    <a:pt x="1384878" y="909134"/>
                    <a:pt x="1383973" y="916512"/>
                    <a:pt x="1381726" y="923587"/>
                  </a:cubicBezTo>
                  <a:cubicBezTo>
                    <a:pt x="1379479" y="930663"/>
                    <a:pt x="1376025" y="936800"/>
                    <a:pt x="1371330" y="941997"/>
                  </a:cubicBezTo>
                  <a:cubicBezTo>
                    <a:pt x="1366669" y="947162"/>
                    <a:pt x="1360700" y="951051"/>
                    <a:pt x="1353423" y="953600"/>
                  </a:cubicBezTo>
                  <a:cubicBezTo>
                    <a:pt x="1346180" y="956182"/>
                    <a:pt x="1338367" y="957456"/>
                    <a:pt x="1330017" y="957456"/>
                  </a:cubicBezTo>
                  <a:cubicBezTo>
                    <a:pt x="1322271" y="957456"/>
                    <a:pt x="1314826" y="956316"/>
                    <a:pt x="1307717" y="954002"/>
                  </a:cubicBezTo>
                  <a:cubicBezTo>
                    <a:pt x="1300608" y="951689"/>
                    <a:pt x="1294471" y="948235"/>
                    <a:pt x="1289273" y="943607"/>
                  </a:cubicBezTo>
                  <a:cubicBezTo>
                    <a:pt x="1284076" y="939013"/>
                    <a:pt x="1280052" y="933379"/>
                    <a:pt x="1277134" y="926773"/>
                  </a:cubicBezTo>
                  <a:cubicBezTo>
                    <a:pt x="1274217" y="920167"/>
                    <a:pt x="1272573" y="913225"/>
                    <a:pt x="1272205" y="906016"/>
                  </a:cubicBezTo>
                  <a:cubicBezTo>
                    <a:pt x="1271836" y="898672"/>
                    <a:pt x="1272641" y="891663"/>
                    <a:pt x="1274619" y="884956"/>
                  </a:cubicBezTo>
                  <a:cubicBezTo>
                    <a:pt x="1276631" y="878283"/>
                    <a:pt x="1279984" y="872314"/>
                    <a:pt x="1284679" y="867116"/>
                  </a:cubicBezTo>
                  <a:cubicBezTo>
                    <a:pt x="1289374" y="861885"/>
                    <a:pt x="1295544" y="857861"/>
                    <a:pt x="1303156" y="854977"/>
                  </a:cubicBezTo>
                  <a:cubicBezTo>
                    <a:pt x="1310768" y="852127"/>
                    <a:pt x="1318716" y="850685"/>
                    <a:pt x="1326999" y="850685"/>
                  </a:cubicBezTo>
                  <a:close/>
                  <a:moveTo>
                    <a:pt x="1404462" y="955008"/>
                  </a:moveTo>
                  <a:cubicBezTo>
                    <a:pt x="1404898" y="943708"/>
                    <a:pt x="1405032" y="923386"/>
                    <a:pt x="1404965" y="894078"/>
                  </a:cubicBezTo>
                  <a:cubicBezTo>
                    <a:pt x="1404898" y="864736"/>
                    <a:pt x="1404462" y="839418"/>
                    <a:pt x="1403691" y="818090"/>
                  </a:cubicBezTo>
                  <a:cubicBezTo>
                    <a:pt x="1410632" y="818224"/>
                    <a:pt x="1415562" y="818258"/>
                    <a:pt x="1418479" y="818258"/>
                  </a:cubicBezTo>
                  <a:cubicBezTo>
                    <a:pt x="1422402" y="818258"/>
                    <a:pt x="1427198" y="818224"/>
                    <a:pt x="1432865" y="818090"/>
                  </a:cubicBezTo>
                  <a:lnTo>
                    <a:pt x="1432362" y="854709"/>
                  </a:lnTo>
                  <a:lnTo>
                    <a:pt x="1433066" y="936364"/>
                  </a:lnTo>
                  <a:lnTo>
                    <a:pt x="1433636" y="955008"/>
                  </a:lnTo>
                  <a:cubicBezTo>
                    <a:pt x="1428137" y="954874"/>
                    <a:pt x="1423509" y="954807"/>
                    <a:pt x="1419720" y="954807"/>
                  </a:cubicBezTo>
                  <a:cubicBezTo>
                    <a:pt x="1418445" y="954807"/>
                    <a:pt x="1413382" y="954874"/>
                    <a:pt x="1404428" y="955008"/>
                  </a:cubicBezTo>
                  <a:close/>
                  <a:moveTo>
                    <a:pt x="1458753" y="955008"/>
                  </a:moveTo>
                  <a:cubicBezTo>
                    <a:pt x="1459222" y="944982"/>
                    <a:pt x="1459491" y="936598"/>
                    <a:pt x="1459558" y="929825"/>
                  </a:cubicBezTo>
                  <a:cubicBezTo>
                    <a:pt x="1459658" y="919127"/>
                    <a:pt x="1459591" y="906787"/>
                    <a:pt x="1459390" y="892803"/>
                  </a:cubicBezTo>
                  <a:cubicBezTo>
                    <a:pt x="1459155" y="878820"/>
                    <a:pt x="1458820" y="865540"/>
                    <a:pt x="1458384" y="852965"/>
                  </a:cubicBezTo>
                  <a:cubicBezTo>
                    <a:pt x="1464923" y="853099"/>
                    <a:pt x="1469853" y="853166"/>
                    <a:pt x="1473139" y="853166"/>
                  </a:cubicBezTo>
                  <a:cubicBezTo>
                    <a:pt x="1476157" y="853166"/>
                    <a:pt x="1481019" y="853099"/>
                    <a:pt x="1487760" y="852965"/>
                  </a:cubicBezTo>
                  <a:cubicBezTo>
                    <a:pt x="1487424" y="864601"/>
                    <a:pt x="1487290" y="875701"/>
                    <a:pt x="1487257" y="886264"/>
                  </a:cubicBezTo>
                  <a:cubicBezTo>
                    <a:pt x="1487257" y="896827"/>
                    <a:pt x="1487458" y="908933"/>
                    <a:pt x="1487894" y="922581"/>
                  </a:cubicBezTo>
                  <a:cubicBezTo>
                    <a:pt x="1488330" y="936230"/>
                    <a:pt x="1488766" y="947027"/>
                    <a:pt x="1489168" y="954975"/>
                  </a:cubicBezTo>
                  <a:cubicBezTo>
                    <a:pt x="1483065" y="954841"/>
                    <a:pt x="1478169" y="954774"/>
                    <a:pt x="1474480" y="954774"/>
                  </a:cubicBezTo>
                  <a:cubicBezTo>
                    <a:pt x="1470993" y="954774"/>
                    <a:pt x="1465728" y="954841"/>
                    <a:pt x="1458719" y="954975"/>
                  </a:cubicBezTo>
                  <a:close/>
                  <a:moveTo>
                    <a:pt x="1457881" y="835729"/>
                  </a:moveTo>
                  <a:cubicBezTo>
                    <a:pt x="1457781" y="828821"/>
                    <a:pt x="1457646" y="823556"/>
                    <a:pt x="1457445" y="819867"/>
                  </a:cubicBezTo>
                  <a:lnTo>
                    <a:pt x="1457278" y="816648"/>
                  </a:lnTo>
                  <a:cubicBezTo>
                    <a:pt x="1463381" y="816782"/>
                    <a:pt x="1468344" y="816849"/>
                    <a:pt x="1472167" y="816849"/>
                  </a:cubicBezTo>
                  <a:cubicBezTo>
                    <a:pt x="1477398" y="816849"/>
                    <a:pt x="1482227" y="816782"/>
                    <a:pt x="1486720" y="816648"/>
                  </a:cubicBezTo>
                  <a:cubicBezTo>
                    <a:pt x="1486620" y="818325"/>
                    <a:pt x="1486586" y="820236"/>
                    <a:pt x="1486620" y="822382"/>
                  </a:cubicBezTo>
                  <a:lnTo>
                    <a:pt x="1486821" y="835729"/>
                  </a:lnTo>
                  <a:cubicBezTo>
                    <a:pt x="1481724" y="835595"/>
                    <a:pt x="1477029" y="835528"/>
                    <a:pt x="1472737" y="835528"/>
                  </a:cubicBezTo>
                  <a:cubicBezTo>
                    <a:pt x="1468444" y="835528"/>
                    <a:pt x="1463481" y="835595"/>
                    <a:pt x="1457881" y="835729"/>
                  </a:cubicBezTo>
                  <a:close/>
                  <a:moveTo>
                    <a:pt x="1575048" y="934083"/>
                  </a:moveTo>
                  <a:cubicBezTo>
                    <a:pt x="1574411" y="937772"/>
                    <a:pt x="1573472" y="944613"/>
                    <a:pt x="1572198" y="954606"/>
                  </a:cubicBezTo>
                  <a:cubicBezTo>
                    <a:pt x="1566665" y="955880"/>
                    <a:pt x="1562272" y="956652"/>
                    <a:pt x="1559086" y="956987"/>
                  </a:cubicBezTo>
                  <a:cubicBezTo>
                    <a:pt x="1555900" y="957322"/>
                    <a:pt x="1552882" y="957456"/>
                    <a:pt x="1550065" y="957456"/>
                  </a:cubicBezTo>
                  <a:cubicBezTo>
                    <a:pt x="1545136" y="957456"/>
                    <a:pt x="1540676" y="956987"/>
                    <a:pt x="1536719" y="956048"/>
                  </a:cubicBezTo>
                  <a:cubicBezTo>
                    <a:pt x="1532762" y="955109"/>
                    <a:pt x="1529442" y="953466"/>
                    <a:pt x="1526793" y="951051"/>
                  </a:cubicBezTo>
                  <a:cubicBezTo>
                    <a:pt x="1524110" y="948671"/>
                    <a:pt x="1522266" y="945887"/>
                    <a:pt x="1521193" y="942735"/>
                  </a:cubicBezTo>
                  <a:cubicBezTo>
                    <a:pt x="1520153" y="939549"/>
                    <a:pt x="1519516" y="936263"/>
                    <a:pt x="1519349" y="932843"/>
                  </a:cubicBezTo>
                  <a:cubicBezTo>
                    <a:pt x="1519315" y="931971"/>
                    <a:pt x="1519281" y="930797"/>
                    <a:pt x="1519281" y="929322"/>
                  </a:cubicBezTo>
                  <a:cubicBezTo>
                    <a:pt x="1519281" y="927846"/>
                    <a:pt x="1519281" y="923084"/>
                    <a:pt x="1519349" y="915036"/>
                  </a:cubicBezTo>
                  <a:lnTo>
                    <a:pt x="1519516" y="873253"/>
                  </a:lnTo>
                  <a:lnTo>
                    <a:pt x="1504929" y="873253"/>
                  </a:lnTo>
                  <a:cubicBezTo>
                    <a:pt x="1505063" y="869263"/>
                    <a:pt x="1505030" y="862824"/>
                    <a:pt x="1504828" y="853938"/>
                  </a:cubicBezTo>
                  <a:lnTo>
                    <a:pt x="1520120" y="853938"/>
                  </a:lnTo>
                  <a:cubicBezTo>
                    <a:pt x="1520321" y="850081"/>
                    <a:pt x="1520388" y="843509"/>
                    <a:pt x="1520321" y="834220"/>
                  </a:cubicBezTo>
                  <a:lnTo>
                    <a:pt x="1531991" y="831939"/>
                  </a:lnTo>
                  <a:cubicBezTo>
                    <a:pt x="1534439" y="831504"/>
                    <a:pt x="1539167" y="830397"/>
                    <a:pt x="1546142" y="828687"/>
                  </a:cubicBezTo>
                  <a:cubicBezTo>
                    <a:pt x="1546142" y="837674"/>
                    <a:pt x="1546310" y="846091"/>
                    <a:pt x="1546645" y="853938"/>
                  </a:cubicBezTo>
                  <a:lnTo>
                    <a:pt x="1572097" y="853938"/>
                  </a:lnTo>
                  <a:cubicBezTo>
                    <a:pt x="1572097" y="862925"/>
                    <a:pt x="1572198" y="869363"/>
                    <a:pt x="1572399" y="873253"/>
                  </a:cubicBezTo>
                  <a:lnTo>
                    <a:pt x="1546880" y="873253"/>
                  </a:lnTo>
                  <a:cubicBezTo>
                    <a:pt x="1546880" y="900550"/>
                    <a:pt x="1546980" y="916310"/>
                    <a:pt x="1547215" y="920603"/>
                  </a:cubicBezTo>
                  <a:cubicBezTo>
                    <a:pt x="1547416" y="924761"/>
                    <a:pt x="1548054" y="927980"/>
                    <a:pt x="1549093" y="930261"/>
                  </a:cubicBezTo>
                  <a:cubicBezTo>
                    <a:pt x="1550099" y="932541"/>
                    <a:pt x="1551642" y="934184"/>
                    <a:pt x="1553721" y="935190"/>
                  </a:cubicBezTo>
                  <a:cubicBezTo>
                    <a:pt x="1555766" y="936196"/>
                    <a:pt x="1557946" y="936699"/>
                    <a:pt x="1560226" y="936699"/>
                  </a:cubicBezTo>
                  <a:cubicBezTo>
                    <a:pt x="1561903" y="936699"/>
                    <a:pt x="1563647" y="936565"/>
                    <a:pt x="1565491" y="936297"/>
                  </a:cubicBezTo>
                  <a:cubicBezTo>
                    <a:pt x="1567302" y="936028"/>
                    <a:pt x="1570488" y="935257"/>
                    <a:pt x="1575048" y="934050"/>
                  </a:cubicBezTo>
                  <a:close/>
                  <a:moveTo>
                    <a:pt x="1693020" y="955008"/>
                  </a:moveTo>
                  <a:cubicBezTo>
                    <a:pt x="1687118" y="954874"/>
                    <a:pt x="1682625" y="954807"/>
                    <a:pt x="1679506" y="954807"/>
                  </a:cubicBezTo>
                  <a:cubicBezTo>
                    <a:pt x="1675582" y="954807"/>
                    <a:pt x="1671122" y="954874"/>
                    <a:pt x="1666126" y="955008"/>
                  </a:cubicBezTo>
                  <a:lnTo>
                    <a:pt x="1665422" y="938376"/>
                  </a:lnTo>
                  <a:cubicBezTo>
                    <a:pt x="1663712" y="941193"/>
                    <a:pt x="1662202" y="943439"/>
                    <a:pt x="1660861" y="945150"/>
                  </a:cubicBezTo>
                  <a:cubicBezTo>
                    <a:pt x="1659553" y="946860"/>
                    <a:pt x="1657810" y="948536"/>
                    <a:pt x="1655630" y="950180"/>
                  </a:cubicBezTo>
                  <a:cubicBezTo>
                    <a:pt x="1653450" y="951823"/>
                    <a:pt x="1651036" y="953131"/>
                    <a:pt x="1648420" y="954103"/>
                  </a:cubicBezTo>
                  <a:cubicBezTo>
                    <a:pt x="1645804" y="955076"/>
                    <a:pt x="1642786" y="955880"/>
                    <a:pt x="1639366" y="956517"/>
                  </a:cubicBezTo>
                  <a:cubicBezTo>
                    <a:pt x="1635979" y="957155"/>
                    <a:pt x="1632324" y="957456"/>
                    <a:pt x="1628467" y="957456"/>
                  </a:cubicBezTo>
                  <a:cubicBezTo>
                    <a:pt x="1620990" y="957456"/>
                    <a:pt x="1614417" y="956383"/>
                    <a:pt x="1608783" y="954204"/>
                  </a:cubicBezTo>
                  <a:cubicBezTo>
                    <a:pt x="1603116" y="952024"/>
                    <a:pt x="1598555" y="948738"/>
                    <a:pt x="1595101" y="944311"/>
                  </a:cubicBezTo>
                  <a:cubicBezTo>
                    <a:pt x="1591647" y="939885"/>
                    <a:pt x="1589669" y="933547"/>
                    <a:pt x="1589233" y="925331"/>
                  </a:cubicBezTo>
                  <a:lnTo>
                    <a:pt x="1589132" y="923218"/>
                  </a:lnTo>
                  <a:lnTo>
                    <a:pt x="1589501" y="897330"/>
                  </a:lnTo>
                  <a:lnTo>
                    <a:pt x="1589334" y="863227"/>
                  </a:lnTo>
                  <a:cubicBezTo>
                    <a:pt x="1589266" y="860477"/>
                    <a:pt x="1589099" y="857090"/>
                    <a:pt x="1588898" y="852999"/>
                  </a:cubicBezTo>
                  <a:cubicBezTo>
                    <a:pt x="1595202" y="853133"/>
                    <a:pt x="1600165" y="853200"/>
                    <a:pt x="1603753" y="853200"/>
                  </a:cubicBezTo>
                  <a:cubicBezTo>
                    <a:pt x="1607542" y="853200"/>
                    <a:pt x="1612137" y="853133"/>
                    <a:pt x="1617502" y="852999"/>
                  </a:cubicBezTo>
                  <a:lnTo>
                    <a:pt x="1616563" y="898739"/>
                  </a:lnTo>
                  <a:cubicBezTo>
                    <a:pt x="1616563" y="902293"/>
                    <a:pt x="1616563" y="905278"/>
                    <a:pt x="1616563" y="907726"/>
                  </a:cubicBezTo>
                  <a:cubicBezTo>
                    <a:pt x="1616596" y="910174"/>
                    <a:pt x="1616630" y="911918"/>
                    <a:pt x="1616697" y="912991"/>
                  </a:cubicBezTo>
                  <a:cubicBezTo>
                    <a:pt x="1616932" y="917853"/>
                    <a:pt x="1617871" y="921877"/>
                    <a:pt x="1619447" y="925063"/>
                  </a:cubicBezTo>
                  <a:cubicBezTo>
                    <a:pt x="1621057" y="928248"/>
                    <a:pt x="1623639" y="930696"/>
                    <a:pt x="1627294" y="932373"/>
                  </a:cubicBezTo>
                  <a:cubicBezTo>
                    <a:pt x="1630949" y="934083"/>
                    <a:pt x="1634772" y="934922"/>
                    <a:pt x="1638829" y="934922"/>
                  </a:cubicBezTo>
                  <a:cubicBezTo>
                    <a:pt x="1642887" y="934922"/>
                    <a:pt x="1646274" y="934184"/>
                    <a:pt x="1649661" y="932709"/>
                  </a:cubicBezTo>
                  <a:cubicBezTo>
                    <a:pt x="1652712" y="931367"/>
                    <a:pt x="1655294" y="929489"/>
                    <a:pt x="1657374" y="927075"/>
                  </a:cubicBezTo>
                  <a:cubicBezTo>
                    <a:pt x="1659486" y="924660"/>
                    <a:pt x="1661163" y="921408"/>
                    <a:pt x="1662504" y="917316"/>
                  </a:cubicBezTo>
                  <a:cubicBezTo>
                    <a:pt x="1663477" y="914366"/>
                    <a:pt x="1664114" y="910274"/>
                    <a:pt x="1664449" y="905043"/>
                  </a:cubicBezTo>
                  <a:cubicBezTo>
                    <a:pt x="1664717" y="901354"/>
                    <a:pt x="1664818" y="895016"/>
                    <a:pt x="1664751" y="886029"/>
                  </a:cubicBezTo>
                  <a:cubicBezTo>
                    <a:pt x="1664751" y="875198"/>
                    <a:pt x="1664617" y="864199"/>
                    <a:pt x="1664282" y="853032"/>
                  </a:cubicBezTo>
                  <a:cubicBezTo>
                    <a:pt x="1670921" y="853166"/>
                    <a:pt x="1675985" y="853233"/>
                    <a:pt x="1679472" y="853233"/>
                  </a:cubicBezTo>
                  <a:cubicBezTo>
                    <a:pt x="1683429" y="853233"/>
                    <a:pt x="1687889" y="853166"/>
                    <a:pt x="1692852" y="853032"/>
                  </a:cubicBezTo>
                  <a:cubicBezTo>
                    <a:pt x="1692551" y="862589"/>
                    <a:pt x="1692349" y="874561"/>
                    <a:pt x="1692215" y="888913"/>
                  </a:cubicBezTo>
                  <a:cubicBezTo>
                    <a:pt x="1692081" y="903266"/>
                    <a:pt x="1692115" y="915103"/>
                    <a:pt x="1692249" y="924426"/>
                  </a:cubicBezTo>
                  <a:cubicBezTo>
                    <a:pt x="1692383" y="933748"/>
                    <a:pt x="1692651" y="943976"/>
                    <a:pt x="1693054" y="955076"/>
                  </a:cubicBezTo>
                  <a:close/>
                  <a:moveTo>
                    <a:pt x="1715152" y="953164"/>
                  </a:moveTo>
                  <a:lnTo>
                    <a:pt x="1711732" y="930998"/>
                  </a:lnTo>
                  <a:cubicBezTo>
                    <a:pt x="1718405" y="933681"/>
                    <a:pt x="1724039" y="935592"/>
                    <a:pt x="1728633" y="936632"/>
                  </a:cubicBezTo>
                  <a:cubicBezTo>
                    <a:pt x="1733227" y="937671"/>
                    <a:pt x="1737419" y="938208"/>
                    <a:pt x="1741208" y="938208"/>
                  </a:cubicBezTo>
                  <a:cubicBezTo>
                    <a:pt x="1744997" y="938208"/>
                    <a:pt x="1748183" y="937772"/>
                    <a:pt x="1750732" y="936867"/>
                  </a:cubicBezTo>
                  <a:cubicBezTo>
                    <a:pt x="1753280" y="935961"/>
                    <a:pt x="1755158" y="934620"/>
                    <a:pt x="1756332" y="932876"/>
                  </a:cubicBezTo>
                  <a:cubicBezTo>
                    <a:pt x="1757505" y="931099"/>
                    <a:pt x="1758042" y="929254"/>
                    <a:pt x="1757941" y="927310"/>
                  </a:cubicBezTo>
                  <a:cubicBezTo>
                    <a:pt x="1757941" y="926438"/>
                    <a:pt x="1757774" y="925633"/>
                    <a:pt x="1757573" y="924895"/>
                  </a:cubicBezTo>
                  <a:cubicBezTo>
                    <a:pt x="1757371" y="924157"/>
                    <a:pt x="1757036" y="923386"/>
                    <a:pt x="1756567" y="922581"/>
                  </a:cubicBezTo>
                  <a:cubicBezTo>
                    <a:pt x="1756097" y="921776"/>
                    <a:pt x="1755561" y="921039"/>
                    <a:pt x="1754957" y="920335"/>
                  </a:cubicBezTo>
                  <a:cubicBezTo>
                    <a:pt x="1754353" y="919630"/>
                    <a:pt x="1753548" y="918859"/>
                    <a:pt x="1752475" y="917954"/>
                  </a:cubicBezTo>
                  <a:cubicBezTo>
                    <a:pt x="1751436" y="917048"/>
                    <a:pt x="1749927" y="915908"/>
                    <a:pt x="1747982" y="914500"/>
                  </a:cubicBezTo>
                  <a:lnTo>
                    <a:pt x="1742382" y="910207"/>
                  </a:lnTo>
                  <a:cubicBezTo>
                    <a:pt x="1736983" y="906116"/>
                    <a:pt x="1732825" y="902931"/>
                    <a:pt x="1729974" y="900583"/>
                  </a:cubicBezTo>
                  <a:cubicBezTo>
                    <a:pt x="1727124" y="898236"/>
                    <a:pt x="1724709" y="895855"/>
                    <a:pt x="1722697" y="893407"/>
                  </a:cubicBezTo>
                  <a:cubicBezTo>
                    <a:pt x="1720685" y="890993"/>
                    <a:pt x="1719143" y="888410"/>
                    <a:pt x="1718036" y="885694"/>
                  </a:cubicBezTo>
                  <a:cubicBezTo>
                    <a:pt x="1716930" y="882978"/>
                    <a:pt x="1716292" y="880228"/>
                    <a:pt x="1716158" y="877411"/>
                  </a:cubicBezTo>
                  <a:cubicBezTo>
                    <a:pt x="1715890" y="872549"/>
                    <a:pt x="1717131" y="867888"/>
                    <a:pt x="1719881" y="863461"/>
                  </a:cubicBezTo>
                  <a:cubicBezTo>
                    <a:pt x="1722630" y="859035"/>
                    <a:pt x="1726789" y="855816"/>
                    <a:pt x="1732355" y="853804"/>
                  </a:cubicBezTo>
                  <a:cubicBezTo>
                    <a:pt x="1737922" y="851758"/>
                    <a:pt x="1744561" y="850752"/>
                    <a:pt x="1752241" y="850752"/>
                  </a:cubicBezTo>
                  <a:cubicBezTo>
                    <a:pt x="1760993" y="850752"/>
                    <a:pt x="1771154" y="851791"/>
                    <a:pt x="1782656" y="853837"/>
                  </a:cubicBezTo>
                  <a:lnTo>
                    <a:pt x="1785003" y="874762"/>
                  </a:lnTo>
                  <a:cubicBezTo>
                    <a:pt x="1777123" y="871610"/>
                    <a:pt x="1769645" y="870034"/>
                    <a:pt x="1762535" y="870034"/>
                  </a:cubicBezTo>
                  <a:cubicBezTo>
                    <a:pt x="1758679" y="870034"/>
                    <a:pt x="1755326" y="870436"/>
                    <a:pt x="1752475" y="871174"/>
                  </a:cubicBezTo>
                  <a:cubicBezTo>
                    <a:pt x="1749625" y="871945"/>
                    <a:pt x="1747613" y="873119"/>
                    <a:pt x="1746439" y="874695"/>
                  </a:cubicBezTo>
                  <a:cubicBezTo>
                    <a:pt x="1745266" y="876238"/>
                    <a:pt x="1744729" y="878015"/>
                    <a:pt x="1744830" y="879960"/>
                  </a:cubicBezTo>
                  <a:cubicBezTo>
                    <a:pt x="1744897" y="881100"/>
                    <a:pt x="1745165" y="882207"/>
                    <a:pt x="1745601" y="883313"/>
                  </a:cubicBezTo>
                  <a:cubicBezTo>
                    <a:pt x="1746037" y="884420"/>
                    <a:pt x="1746808" y="885560"/>
                    <a:pt x="1747881" y="886767"/>
                  </a:cubicBezTo>
                  <a:cubicBezTo>
                    <a:pt x="1748921" y="887974"/>
                    <a:pt x="1750128" y="889115"/>
                    <a:pt x="1751469" y="890188"/>
                  </a:cubicBezTo>
                  <a:cubicBezTo>
                    <a:pt x="1752844" y="891261"/>
                    <a:pt x="1755628" y="893373"/>
                    <a:pt x="1759920" y="896526"/>
                  </a:cubicBezTo>
                  <a:cubicBezTo>
                    <a:pt x="1764179" y="899678"/>
                    <a:pt x="1767935" y="902495"/>
                    <a:pt x="1771154" y="905043"/>
                  </a:cubicBezTo>
                  <a:cubicBezTo>
                    <a:pt x="1774373" y="907592"/>
                    <a:pt x="1777056" y="910140"/>
                    <a:pt x="1779168" y="912689"/>
                  </a:cubicBezTo>
                  <a:cubicBezTo>
                    <a:pt x="1781281" y="915271"/>
                    <a:pt x="1782958" y="918021"/>
                    <a:pt x="1784165" y="920972"/>
                  </a:cubicBezTo>
                  <a:cubicBezTo>
                    <a:pt x="1785372" y="923923"/>
                    <a:pt x="1786076" y="926874"/>
                    <a:pt x="1786210" y="929892"/>
                  </a:cubicBezTo>
                  <a:cubicBezTo>
                    <a:pt x="1786210" y="930294"/>
                    <a:pt x="1786210" y="930663"/>
                    <a:pt x="1786244" y="931065"/>
                  </a:cubicBezTo>
                  <a:lnTo>
                    <a:pt x="1786244" y="931300"/>
                  </a:lnTo>
                  <a:cubicBezTo>
                    <a:pt x="1786244" y="935794"/>
                    <a:pt x="1784903" y="939952"/>
                    <a:pt x="1782354" y="943842"/>
                  </a:cubicBezTo>
                  <a:cubicBezTo>
                    <a:pt x="1779504" y="948134"/>
                    <a:pt x="1775044" y="951454"/>
                    <a:pt x="1768974" y="953868"/>
                  </a:cubicBezTo>
                  <a:cubicBezTo>
                    <a:pt x="1762904" y="956283"/>
                    <a:pt x="1756030" y="957456"/>
                    <a:pt x="1748384" y="957456"/>
                  </a:cubicBezTo>
                  <a:lnTo>
                    <a:pt x="1748183" y="957456"/>
                  </a:lnTo>
                  <a:cubicBezTo>
                    <a:pt x="1744226" y="957456"/>
                    <a:pt x="1739397" y="957121"/>
                    <a:pt x="1733730" y="956517"/>
                  </a:cubicBezTo>
                  <a:cubicBezTo>
                    <a:pt x="1727962" y="955880"/>
                    <a:pt x="1721792" y="954774"/>
                    <a:pt x="1715152" y="953164"/>
                  </a:cubicBezTo>
                  <a:close/>
                </a:path>
              </a:pathLst>
            </a:custGeom>
            <a:solidFill>
              <a:schemeClr val="bg1"/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8EEF418A-33E3-0868-30D5-750D58C8D19F}"/>
                </a:ext>
              </a:extLst>
            </p:cNvPr>
            <p:cNvSpPr/>
            <p:nvPr/>
          </p:nvSpPr>
          <p:spPr>
            <a:xfrm>
              <a:off x="10131732" y="928208"/>
              <a:ext cx="553280" cy="258286"/>
            </a:xfrm>
            <a:custGeom>
              <a:avLst/>
              <a:gdLst>
                <a:gd name="connsiteX0" fmla="*/ 571147 w 571147"/>
                <a:gd name="connsiteY0" fmla="*/ 0 h 266627"/>
                <a:gd name="connsiteX1" fmla="*/ 125450 w 571147"/>
                <a:gd name="connsiteY1" fmla="*/ 0 h 266627"/>
                <a:gd name="connsiteX2" fmla="*/ 0 w 571147"/>
                <a:gd name="connsiteY2" fmla="*/ 88999 h 266627"/>
                <a:gd name="connsiteX3" fmla="*/ 571147 w 571147"/>
                <a:gd name="connsiteY3" fmla="*/ 88663 h 266627"/>
                <a:gd name="connsiteX4" fmla="*/ 571147 w 571147"/>
                <a:gd name="connsiteY4" fmla="*/ 0 h 266627"/>
                <a:gd name="connsiteX5" fmla="*/ 571147 w 571147"/>
                <a:gd name="connsiteY5" fmla="*/ 266627 h 266627"/>
                <a:gd name="connsiteX6" fmla="*/ 121895 w 571147"/>
                <a:gd name="connsiteY6" fmla="*/ 266627 h 266627"/>
                <a:gd name="connsiteX7" fmla="*/ 0 w 571147"/>
                <a:gd name="connsiteY7" fmla="*/ 178299 h 266627"/>
                <a:gd name="connsiteX8" fmla="*/ 571147 w 571147"/>
                <a:gd name="connsiteY8" fmla="*/ 178299 h 266627"/>
                <a:gd name="connsiteX9" fmla="*/ 571147 w 571147"/>
                <a:gd name="connsiteY9" fmla="*/ 266627 h 266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71147" h="266627">
                  <a:moveTo>
                    <a:pt x="571147" y="0"/>
                  </a:moveTo>
                  <a:lnTo>
                    <a:pt x="125450" y="0"/>
                  </a:lnTo>
                  <a:cubicBezTo>
                    <a:pt x="16432" y="0"/>
                    <a:pt x="0" y="88999"/>
                    <a:pt x="0" y="88999"/>
                  </a:cubicBezTo>
                  <a:lnTo>
                    <a:pt x="571147" y="88663"/>
                  </a:lnTo>
                  <a:lnTo>
                    <a:pt x="571147" y="0"/>
                  </a:lnTo>
                  <a:close/>
                  <a:moveTo>
                    <a:pt x="571147" y="266627"/>
                  </a:moveTo>
                  <a:lnTo>
                    <a:pt x="121895" y="266627"/>
                  </a:lnTo>
                  <a:cubicBezTo>
                    <a:pt x="13615" y="266627"/>
                    <a:pt x="168" y="175147"/>
                    <a:pt x="0" y="178299"/>
                  </a:cubicBezTo>
                  <a:lnTo>
                    <a:pt x="571147" y="178299"/>
                  </a:lnTo>
                  <a:lnTo>
                    <a:pt x="571147" y="266627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A7027C4A-BCFD-A430-6EC6-BF9B9906B3A2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5709"/>
            <a:ext cx="7540398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397754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Large_Dark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Graphic 14">
            <a:extLst>
              <a:ext uri="{FF2B5EF4-FFF2-40B4-BE49-F238E27FC236}">
                <a16:creationId xmlns:a16="http://schemas.microsoft.com/office/drawing/2014/main" id="{783386E9-4AC9-AC05-D73C-5748D8B66D1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594600" y="0"/>
            <a:ext cx="45974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7" y="836613"/>
            <a:ext cx="6553427" cy="4897438"/>
          </a:xfrm>
        </p:spPr>
        <p:txBody>
          <a:bodyPr anchor="t" anchorCtr="0">
            <a:noAutofit/>
          </a:bodyPr>
          <a:lstStyle>
            <a:lvl1pPr algn="l">
              <a:defRPr sz="62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</a:t>
            </a:r>
            <a:br>
              <a:rPr lang="en-US"/>
            </a:br>
            <a:r>
              <a:rPr lang="en-US"/>
              <a:t>style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B6226222-9CC4-151E-1D0E-E7E11278D1CA}"/>
              </a:ext>
            </a:extLst>
          </p:cNvPr>
          <p:cNvGrpSpPr/>
          <p:nvPr userDrawn="1"/>
        </p:nvGrpSpPr>
        <p:grpSpPr>
          <a:xfrm>
            <a:off x="9266049" y="841994"/>
            <a:ext cx="2302063" cy="927536"/>
            <a:chOff x="9266049" y="841994"/>
            <a:chExt cx="2302063" cy="92753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467AEF9D-2EDF-226F-7EF8-9900253B468B}"/>
                </a:ext>
              </a:extLst>
            </p:cNvPr>
            <p:cNvSpPr/>
            <p:nvPr/>
          </p:nvSpPr>
          <p:spPr>
            <a:xfrm>
              <a:off x="9266049" y="841994"/>
              <a:ext cx="2302063" cy="927536"/>
            </a:xfrm>
            <a:custGeom>
              <a:avLst/>
              <a:gdLst>
                <a:gd name="connsiteX0" fmla="*/ 627249 w 2376404"/>
                <a:gd name="connsiteY0" fmla="*/ 177997 h 957489"/>
                <a:gd name="connsiteX1" fmla="*/ 894614 w 2376404"/>
                <a:gd name="connsiteY1" fmla="*/ 177997 h 957489"/>
                <a:gd name="connsiteX2" fmla="*/ 1020031 w 2376404"/>
                <a:gd name="connsiteY2" fmla="*/ 88999 h 957489"/>
                <a:gd name="connsiteX3" fmla="*/ 627249 w 2376404"/>
                <a:gd name="connsiteY3" fmla="*/ 88999 h 957489"/>
                <a:gd name="connsiteX4" fmla="*/ 627249 w 2376404"/>
                <a:gd name="connsiteY4" fmla="*/ 0 h 957489"/>
                <a:gd name="connsiteX5" fmla="*/ 1038642 w 2376404"/>
                <a:gd name="connsiteY5" fmla="*/ 0 h 957489"/>
                <a:gd name="connsiteX6" fmla="*/ 1162650 w 2376404"/>
                <a:gd name="connsiteY6" fmla="*/ 88999 h 957489"/>
                <a:gd name="connsiteX7" fmla="*/ 1216974 w 2376404"/>
                <a:gd name="connsiteY7" fmla="*/ 88999 h 957489"/>
                <a:gd name="connsiteX8" fmla="*/ 1341351 w 2376404"/>
                <a:gd name="connsiteY8" fmla="*/ 0 h 957489"/>
                <a:gd name="connsiteX9" fmla="*/ 1734870 w 2376404"/>
                <a:gd name="connsiteY9" fmla="*/ 369 h 957489"/>
                <a:gd name="connsiteX10" fmla="*/ 1734870 w 2376404"/>
                <a:gd name="connsiteY10" fmla="*/ 88999 h 957489"/>
                <a:gd name="connsiteX11" fmla="*/ 1465762 w 2376404"/>
                <a:gd name="connsiteY11" fmla="*/ 88999 h 957489"/>
                <a:gd name="connsiteX12" fmla="*/ 1465762 w 2376404"/>
                <a:gd name="connsiteY12" fmla="*/ 177595 h 957489"/>
                <a:gd name="connsiteX13" fmla="*/ 1628032 w 2376404"/>
                <a:gd name="connsiteY13" fmla="*/ 177595 h 957489"/>
                <a:gd name="connsiteX14" fmla="*/ 1752408 w 2376404"/>
                <a:gd name="connsiteY14" fmla="*/ 267298 h 957489"/>
                <a:gd name="connsiteX15" fmla="*/ 1465762 w 2376404"/>
                <a:gd name="connsiteY15" fmla="*/ 267298 h 957489"/>
                <a:gd name="connsiteX16" fmla="*/ 1465762 w 2376404"/>
                <a:gd name="connsiteY16" fmla="*/ 355626 h 957489"/>
                <a:gd name="connsiteX17" fmla="*/ 1752039 w 2376404"/>
                <a:gd name="connsiteY17" fmla="*/ 355425 h 957489"/>
                <a:gd name="connsiteX18" fmla="*/ 1752039 w 2376404"/>
                <a:gd name="connsiteY18" fmla="*/ 355425 h 957489"/>
                <a:gd name="connsiteX19" fmla="*/ 1627998 w 2376404"/>
                <a:gd name="connsiteY19" fmla="*/ 444423 h 957489"/>
                <a:gd name="connsiteX20" fmla="*/ 1234144 w 2376404"/>
                <a:gd name="connsiteY20" fmla="*/ 444423 h 957489"/>
                <a:gd name="connsiteX21" fmla="*/ 1234144 w 2376404"/>
                <a:gd name="connsiteY21" fmla="*/ 355626 h 957489"/>
                <a:gd name="connsiteX22" fmla="*/ 1162583 w 2376404"/>
                <a:gd name="connsiteY22" fmla="*/ 355626 h 957489"/>
                <a:gd name="connsiteX23" fmla="*/ 1038675 w 2376404"/>
                <a:gd name="connsiteY23" fmla="*/ 444423 h 957489"/>
                <a:gd name="connsiteX24" fmla="*/ 627283 w 2376404"/>
                <a:gd name="connsiteY24" fmla="*/ 444423 h 957489"/>
                <a:gd name="connsiteX25" fmla="*/ 627283 w 2376404"/>
                <a:gd name="connsiteY25" fmla="*/ 355425 h 957489"/>
                <a:gd name="connsiteX26" fmla="*/ 1006114 w 2376404"/>
                <a:gd name="connsiteY26" fmla="*/ 355425 h 957489"/>
                <a:gd name="connsiteX27" fmla="*/ 894614 w 2376404"/>
                <a:gd name="connsiteY27" fmla="*/ 267298 h 957489"/>
                <a:gd name="connsiteX28" fmla="*/ 627283 w 2376404"/>
                <a:gd name="connsiteY28" fmla="*/ 267298 h 957489"/>
                <a:gd name="connsiteX29" fmla="*/ 627283 w 2376404"/>
                <a:gd name="connsiteY29" fmla="*/ 177997 h 957489"/>
                <a:gd name="connsiteX30" fmla="*/ 1341351 w 2376404"/>
                <a:gd name="connsiteY30" fmla="*/ 267298 h 957489"/>
                <a:gd name="connsiteX31" fmla="*/ 1217008 w 2376404"/>
                <a:gd name="connsiteY31" fmla="*/ 177796 h 957489"/>
                <a:gd name="connsiteX32" fmla="*/ 1162616 w 2376404"/>
                <a:gd name="connsiteY32" fmla="*/ 177796 h 957489"/>
                <a:gd name="connsiteX33" fmla="*/ 1136560 w 2376404"/>
                <a:gd name="connsiteY33" fmla="*/ 222966 h 957489"/>
                <a:gd name="connsiteX34" fmla="*/ 1162650 w 2376404"/>
                <a:gd name="connsiteY34" fmla="*/ 267298 h 957489"/>
                <a:gd name="connsiteX35" fmla="*/ 1341351 w 2376404"/>
                <a:gd name="connsiteY35" fmla="*/ 267298 h 957489"/>
                <a:gd name="connsiteX36" fmla="*/ 2334588 w 2376404"/>
                <a:gd name="connsiteY36" fmla="*/ 596096 h 957489"/>
                <a:gd name="connsiteX37" fmla="*/ 2348170 w 2376404"/>
                <a:gd name="connsiteY37" fmla="*/ 587881 h 957489"/>
                <a:gd name="connsiteX38" fmla="*/ 2374628 w 2376404"/>
                <a:gd name="connsiteY38" fmla="*/ 592877 h 957489"/>
                <a:gd name="connsiteX39" fmla="*/ 2372113 w 2376404"/>
                <a:gd name="connsiteY39" fmla="*/ 572153 h 957489"/>
                <a:gd name="connsiteX40" fmla="*/ 2341731 w 2376404"/>
                <a:gd name="connsiteY40" fmla="*/ 568934 h 957489"/>
                <a:gd name="connsiteX41" fmla="*/ 2303838 w 2376404"/>
                <a:gd name="connsiteY41" fmla="*/ 594319 h 957489"/>
                <a:gd name="connsiteX42" fmla="*/ 2345286 w 2376404"/>
                <a:gd name="connsiteY42" fmla="*/ 647202 h 957489"/>
                <a:gd name="connsiteX43" fmla="*/ 2329927 w 2376404"/>
                <a:gd name="connsiteY43" fmla="*/ 656860 h 957489"/>
                <a:gd name="connsiteX44" fmla="*/ 2300250 w 2376404"/>
                <a:gd name="connsiteY44" fmla="*/ 649348 h 957489"/>
                <a:gd name="connsiteX45" fmla="*/ 2303838 w 2376404"/>
                <a:gd name="connsiteY45" fmla="*/ 671514 h 957489"/>
                <a:gd name="connsiteX46" fmla="*/ 2336735 w 2376404"/>
                <a:gd name="connsiteY46" fmla="*/ 675806 h 957489"/>
                <a:gd name="connsiteX47" fmla="*/ 2376405 w 2376404"/>
                <a:gd name="connsiteY47" fmla="*/ 649717 h 957489"/>
                <a:gd name="connsiteX48" fmla="*/ 2334588 w 2376404"/>
                <a:gd name="connsiteY48" fmla="*/ 596096 h 957489"/>
                <a:gd name="connsiteX49" fmla="*/ 2334588 w 2376404"/>
                <a:gd name="connsiteY49" fmla="*/ 596096 h 957489"/>
                <a:gd name="connsiteX50" fmla="*/ 2247367 w 2376404"/>
                <a:gd name="connsiteY50" fmla="*/ 568934 h 957489"/>
                <a:gd name="connsiteX51" fmla="*/ 2213766 w 2376404"/>
                <a:gd name="connsiteY51" fmla="*/ 587512 h 957489"/>
                <a:gd name="connsiteX52" fmla="*/ 2182312 w 2376404"/>
                <a:gd name="connsiteY52" fmla="*/ 568934 h 957489"/>
                <a:gd name="connsiteX53" fmla="*/ 2149784 w 2376404"/>
                <a:gd name="connsiteY53" fmla="*/ 587512 h 957489"/>
                <a:gd name="connsiteX54" fmla="*/ 2149415 w 2376404"/>
                <a:gd name="connsiteY54" fmla="*/ 587143 h 957489"/>
                <a:gd name="connsiteX55" fmla="*/ 2149415 w 2376404"/>
                <a:gd name="connsiteY55" fmla="*/ 571416 h 957489"/>
                <a:gd name="connsiteX56" fmla="*/ 2122621 w 2376404"/>
                <a:gd name="connsiteY56" fmla="*/ 571416 h 957489"/>
                <a:gd name="connsiteX57" fmla="*/ 2122621 w 2376404"/>
                <a:gd name="connsiteY57" fmla="*/ 673291 h 957489"/>
                <a:gd name="connsiteX58" fmla="*/ 2151226 w 2376404"/>
                <a:gd name="connsiteY58" fmla="*/ 673291 h 957489"/>
                <a:gd name="connsiteX59" fmla="*/ 2151226 w 2376404"/>
                <a:gd name="connsiteY59" fmla="*/ 615043 h 957489"/>
                <a:gd name="connsiteX60" fmla="*/ 2172318 w 2376404"/>
                <a:gd name="connsiteY60" fmla="*/ 591804 h 957489"/>
                <a:gd name="connsiteX61" fmla="*/ 2187677 w 2376404"/>
                <a:gd name="connsiteY61" fmla="*/ 609678 h 957489"/>
                <a:gd name="connsiteX62" fmla="*/ 2187677 w 2376404"/>
                <a:gd name="connsiteY62" fmla="*/ 673291 h 957489"/>
                <a:gd name="connsiteX63" fmla="*/ 2216617 w 2376404"/>
                <a:gd name="connsiteY63" fmla="*/ 673291 h 957489"/>
                <a:gd name="connsiteX64" fmla="*/ 2216617 w 2376404"/>
                <a:gd name="connsiteY64" fmla="*/ 615043 h 957489"/>
                <a:gd name="connsiteX65" fmla="*/ 2237709 w 2376404"/>
                <a:gd name="connsiteY65" fmla="*/ 591804 h 957489"/>
                <a:gd name="connsiteX66" fmla="*/ 2253068 w 2376404"/>
                <a:gd name="connsiteY66" fmla="*/ 609678 h 957489"/>
                <a:gd name="connsiteX67" fmla="*/ 2253068 w 2376404"/>
                <a:gd name="connsiteY67" fmla="*/ 673291 h 957489"/>
                <a:gd name="connsiteX68" fmla="*/ 2281672 w 2376404"/>
                <a:gd name="connsiteY68" fmla="*/ 673291 h 957489"/>
                <a:gd name="connsiteX69" fmla="*/ 2281672 w 2376404"/>
                <a:gd name="connsiteY69" fmla="*/ 595728 h 957489"/>
                <a:gd name="connsiteX70" fmla="*/ 2247367 w 2376404"/>
                <a:gd name="connsiteY70" fmla="*/ 568934 h 957489"/>
                <a:gd name="connsiteX71" fmla="*/ 2056157 w 2376404"/>
                <a:gd name="connsiteY71" fmla="*/ 568934 h 957489"/>
                <a:gd name="connsiteX72" fmla="*/ 2055084 w 2376404"/>
                <a:gd name="connsiteY72" fmla="*/ 568934 h 957489"/>
                <a:gd name="connsiteX73" fmla="*/ 2003275 w 2376404"/>
                <a:gd name="connsiteY73" fmla="*/ 622555 h 957489"/>
                <a:gd name="connsiteX74" fmla="*/ 2055084 w 2376404"/>
                <a:gd name="connsiteY74" fmla="*/ 675437 h 957489"/>
                <a:gd name="connsiteX75" fmla="*/ 2059377 w 2376404"/>
                <a:gd name="connsiteY75" fmla="*/ 675806 h 957489"/>
                <a:gd name="connsiteX76" fmla="*/ 2095459 w 2376404"/>
                <a:gd name="connsiteY76" fmla="*/ 671883 h 957489"/>
                <a:gd name="connsiteX77" fmla="*/ 2097940 w 2376404"/>
                <a:gd name="connsiteY77" fmla="*/ 650455 h 957489"/>
                <a:gd name="connsiteX78" fmla="*/ 2064339 w 2376404"/>
                <a:gd name="connsiteY78" fmla="*/ 656893 h 957489"/>
                <a:gd name="connsiteX79" fmla="*/ 2055051 w 2376404"/>
                <a:gd name="connsiteY79" fmla="*/ 655820 h 957489"/>
                <a:gd name="connsiteX80" fmla="*/ 2031812 w 2376404"/>
                <a:gd name="connsiteY80" fmla="*/ 627216 h 957489"/>
                <a:gd name="connsiteX81" fmla="*/ 2031812 w 2376404"/>
                <a:gd name="connsiteY81" fmla="*/ 623997 h 957489"/>
                <a:gd name="connsiteX82" fmla="*/ 2105418 w 2376404"/>
                <a:gd name="connsiteY82" fmla="*/ 623997 h 957489"/>
                <a:gd name="connsiteX83" fmla="*/ 2105418 w 2376404"/>
                <a:gd name="connsiteY83" fmla="*/ 615781 h 957489"/>
                <a:gd name="connsiteX84" fmla="*/ 2056090 w 2376404"/>
                <a:gd name="connsiteY84" fmla="*/ 568968 h 957489"/>
                <a:gd name="connsiteX85" fmla="*/ 2055084 w 2376404"/>
                <a:gd name="connsiteY85" fmla="*/ 586439 h 957489"/>
                <a:gd name="connsiteX86" fmla="*/ 2056157 w 2376404"/>
                <a:gd name="connsiteY86" fmla="*/ 586439 h 957489"/>
                <a:gd name="connsiteX87" fmla="*/ 2078323 w 2376404"/>
                <a:gd name="connsiteY87" fmla="*/ 610013 h 957489"/>
                <a:gd name="connsiteX88" fmla="*/ 2031879 w 2376404"/>
                <a:gd name="connsiteY88" fmla="*/ 610013 h 957489"/>
                <a:gd name="connsiteX89" fmla="*/ 2055118 w 2376404"/>
                <a:gd name="connsiteY89" fmla="*/ 586439 h 957489"/>
                <a:gd name="connsiteX90" fmla="*/ 1967159 w 2376404"/>
                <a:gd name="connsiteY90" fmla="*/ 636806 h 957489"/>
                <a:gd name="connsiteX91" fmla="*/ 1967159 w 2376404"/>
                <a:gd name="connsiteY91" fmla="*/ 591435 h 957489"/>
                <a:gd name="connsiteX92" fmla="*/ 1992879 w 2376404"/>
                <a:gd name="connsiteY92" fmla="*/ 591435 h 957489"/>
                <a:gd name="connsiteX93" fmla="*/ 1992879 w 2376404"/>
                <a:gd name="connsiteY93" fmla="*/ 571416 h 957489"/>
                <a:gd name="connsiteX94" fmla="*/ 1967159 w 2376404"/>
                <a:gd name="connsiteY94" fmla="*/ 571416 h 957489"/>
                <a:gd name="connsiteX95" fmla="*/ 1967159 w 2376404"/>
                <a:gd name="connsiteY95" fmla="*/ 546768 h 957489"/>
                <a:gd name="connsiteX96" fmla="*/ 1938219 w 2376404"/>
                <a:gd name="connsiteY96" fmla="*/ 553542 h 957489"/>
                <a:gd name="connsiteX97" fmla="*/ 1938219 w 2376404"/>
                <a:gd name="connsiteY97" fmla="*/ 571416 h 957489"/>
                <a:gd name="connsiteX98" fmla="*/ 1923934 w 2376404"/>
                <a:gd name="connsiteY98" fmla="*/ 571416 h 957489"/>
                <a:gd name="connsiteX99" fmla="*/ 1923934 w 2376404"/>
                <a:gd name="connsiteY99" fmla="*/ 591435 h 957489"/>
                <a:gd name="connsiteX100" fmla="*/ 1938219 w 2376404"/>
                <a:gd name="connsiteY100" fmla="*/ 591435 h 957489"/>
                <a:gd name="connsiteX101" fmla="*/ 1938219 w 2376404"/>
                <a:gd name="connsiteY101" fmla="*/ 649348 h 957489"/>
                <a:gd name="connsiteX102" fmla="*/ 1968601 w 2376404"/>
                <a:gd name="connsiteY102" fmla="*/ 675806 h 957489"/>
                <a:gd name="connsiteX103" fmla="*/ 1991471 w 2376404"/>
                <a:gd name="connsiteY103" fmla="*/ 672587 h 957489"/>
                <a:gd name="connsiteX104" fmla="*/ 1991471 w 2376404"/>
                <a:gd name="connsiteY104" fmla="*/ 672587 h 957489"/>
                <a:gd name="connsiteX105" fmla="*/ 1995059 w 2376404"/>
                <a:gd name="connsiteY105" fmla="*/ 652232 h 957489"/>
                <a:gd name="connsiteX106" fmla="*/ 1979700 w 2376404"/>
                <a:gd name="connsiteY106" fmla="*/ 654009 h 957489"/>
                <a:gd name="connsiteX107" fmla="*/ 1967192 w 2376404"/>
                <a:gd name="connsiteY107" fmla="*/ 636840 h 957489"/>
                <a:gd name="connsiteX108" fmla="*/ 1871755 w 2376404"/>
                <a:gd name="connsiteY108" fmla="*/ 596063 h 957489"/>
                <a:gd name="connsiteX109" fmla="*/ 1884967 w 2376404"/>
                <a:gd name="connsiteY109" fmla="*/ 587847 h 957489"/>
                <a:gd name="connsiteX110" fmla="*/ 1911426 w 2376404"/>
                <a:gd name="connsiteY110" fmla="*/ 592844 h 957489"/>
                <a:gd name="connsiteX111" fmla="*/ 1909279 w 2376404"/>
                <a:gd name="connsiteY111" fmla="*/ 572120 h 957489"/>
                <a:gd name="connsiteX112" fmla="*/ 1878898 w 2376404"/>
                <a:gd name="connsiteY112" fmla="*/ 568901 h 957489"/>
                <a:gd name="connsiteX113" fmla="*/ 1840636 w 2376404"/>
                <a:gd name="connsiteY113" fmla="*/ 594286 h 957489"/>
                <a:gd name="connsiteX114" fmla="*/ 1882083 w 2376404"/>
                <a:gd name="connsiteY114" fmla="*/ 647168 h 957489"/>
                <a:gd name="connsiteX115" fmla="*/ 1866725 w 2376404"/>
                <a:gd name="connsiteY115" fmla="*/ 656826 h 957489"/>
                <a:gd name="connsiteX116" fmla="*/ 1837416 w 2376404"/>
                <a:gd name="connsiteY116" fmla="*/ 649315 h 957489"/>
                <a:gd name="connsiteX117" fmla="*/ 1840636 w 2376404"/>
                <a:gd name="connsiteY117" fmla="*/ 671480 h 957489"/>
                <a:gd name="connsiteX118" fmla="*/ 1873499 w 2376404"/>
                <a:gd name="connsiteY118" fmla="*/ 675773 h 957489"/>
                <a:gd name="connsiteX119" fmla="*/ 1913169 w 2376404"/>
                <a:gd name="connsiteY119" fmla="*/ 649683 h 957489"/>
                <a:gd name="connsiteX120" fmla="*/ 1871721 w 2376404"/>
                <a:gd name="connsiteY120" fmla="*/ 596063 h 957489"/>
                <a:gd name="connsiteX121" fmla="*/ 1774541 w 2376404"/>
                <a:gd name="connsiteY121" fmla="*/ 651461 h 957489"/>
                <a:gd name="connsiteX122" fmla="*/ 1773836 w 2376404"/>
                <a:gd name="connsiteY122" fmla="*/ 651461 h 957489"/>
                <a:gd name="connsiteX123" fmla="*/ 1748451 w 2376404"/>
                <a:gd name="connsiteY123" fmla="*/ 571382 h 957489"/>
                <a:gd name="connsiteX124" fmla="*/ 1719512 w 2376404"/>
                <a:gd name="connsiteY124" fmla="*/ 571382 h 957489"/>
                <a:gd name="connsiteX125" fmla="*/ 1759551 w 2376404"/>
                <a:gd name="connsiteY125" fmla="*/ 675404 h 957489"/>
                <a:gd name="connsiteX126" fmla="*/ 1735977 w 2376404"/>
                <a:gd name="connsiteY126" fmla="*/ 701862 h 957489"/>
                <a:gd name="connsiteX127" fmla="*/ 1717399 w 2376404"/>
                <a:gd name="connsiteY127" fmla="*/ 697201 h 957489"/>
                <a:gd name="connsiteX128" fmla="*/ 1721323 w 2376404"/>
                <a:gd name="connsiteY128" fmla="*/ 719367 h 957489"/>
                <a:gd name="connsiteX129" fmla="*/ 1741678 w 2376404"/>
                <a:gd name="connsiteY129" fmla="*/ 721882 h 957489"/>
                <a:gd name="connsiteX130" fmla="*/ 1780979 w 2376404"/>
                <a:gd name="connsiteY130" fmla="*/ 695088 h 957489"/>
                <a:gd name="connsiteX131" fmla="*/ 1830307 w 2376404"/>
                <a:gd name="connsiteY131" fmla="*/ 571416 h 957489"/>
                <a:gd name="connsiteX132" fmla="*/ 1801703 w 2376404"/>
                <a:gd name="connsiteY132" fmla="*/ 571416 h 957489"/>
                <a:gd name="connsiteX133" fmla="*/ 1774541 w 2376404"/>
                <a:gd name="connsiteY133" fmla="*/ 651494 h 957489"/>
                <a:gd name="connsiteX134" fmla="*/ 1655160 w 2376404"/>
                <a:gd name="connsiteY134" fmla="*/ 570343 h 957489"/>
                <a:gd name="connsiteX135" fmla="*/ 1676622 w 2376404"/>
                <a:gd name="connsiteY135" fmla="*/ 555688 h 957489"/>
                <a:gd name="connsiteX136" fmla="*/ 1705562 w 2376404"/>
                <a:gd name="connsiteY136" fmla="*/ 561758 h 957489"/>
                <a:gd name="connsiteX137" fmla="*/ 1702342 w 2376404"/>
                <a:gd name="connsiteY137" fmla="*/ 537815 h 957489"/>
                <a:gd name="connsiteX138" fmla="*/ 1669815 w 2376404"/>
                <a:gd name="connsiteY138" fmla="*/ 533891 h 957489"/>
                <a:gd name="connsiteX139" fmla="*/ 1624075 w 2376404"/>
                <a:gd name="connsiteY139" fmla="*/ 568196 h 957489"/>
                <a:gd name="connsiteX140" fmla="*/ 1680177 w 2376404"/>
                <a:gd name="connsiteY140" fmla="*/ 638617 h 957489"/>
                <a:gd name="connsiteX141" fmla="*/ 1658380 w 2376404"/>
                <a:gd name="connsiteY141" fmla="*/ 653976 h 957489"/>
                <a:gd name="connsiteX142" fmla="*/ 1621928 w 2376404"/>
                <a:gd name="connsiteY142" fmla="*/ 645056 h 957489"/>
                <a:gd name="connsiteX143" fmla="*/ 1625148 w 2376404"/>
                <a:gd name="connsiteY143" fmla="*/ 670407 h 957489"/>
                <a:gd name="connsiteX144" fmla="*/ 1664114 w 2376404"/>
                <a:gd name="connsiteY144" fmla="*/ 675773 h 957489"/>
                <a:gd name="connsiteX145" fmla="*/ 1710927 w 2376404"/>
                <a:gd name="connsiteY145" fmla="*/ 640026 h 957489"/>
                <a:gd name="connsiteX146" fmla="*/ 1655160 w 2376404"/>
                <a:gd name="connsiteY146" fmla="*/ 570343 h 957489"/>
                <a:gd name="connsiteX147" fmla="*/ 1655160 w 2376404"/>
                <a:gd name="connsiteY147" fmla="*/ 570343 h 957489"/>
                <a:gd name="connsiteX148" fmla="*/ 1535445 w 2376404"/>
                <a:gd name="connsiteY148" fmla="*/ 568934 h 957489"/>
                <a:gd name="connsiteX149" fmla="*/ 1508987 w 2376404"/>
                <a:gd name="connsiteY149" fmla="*/ 585030 h 957489"/>
                <a:gd name="connsiteX150" fmla="*/ 1508987 w 2376404"/>
                <a:gd name="connsiteY150" fmla="*/ 585030 h 957489"/>
                <a:gd name="connsiteX151" fmla="*/ 1508618 w 2376404"/>
                <a:gd name="connsiteY151" fmla="*/ 584326 h 957489"/>
                <a:gd name="connsiteX152" fmla="*/ 1508618 w 2376404"/>
                <a:gd name="connsiteY152" fmla="*/ 571449 h 957489"/>
                <a:gd name="connsiteX153" fmla="*/ 1481455 w 2376404"/>
                <a:gd name="connsiteY153" fmla="*/ 571449 h 957489"/>
                <a:gd name="connsiteX154" fmla="*/ 1481455 w 2376404"/>
                <a:gd name="connsiteY154" fmla="*/ 673325 h 957489"/>
                <a:gd name="connsiteX155" fmla="*/ 1510060 w 2376404"/>
                <a:gd name="connsiteY155" fmla="*/ 673325 h 957489"/>
                <a:gd name="connsiteX156" fmla="*/ 1510060 w 2376404"/>
                <a:gd name="connsiteY156" fmla="*/ 621515 h 957489"/>
                <a:gd name="connsiteX157" fmla="*/ 1535076 w 2376404"/>
                <a:gd name="connsiteY157" fmla="*/ 591838 h 957489"/>
                <a:gd name="connsiteX158" fmla="*/ 1546880 w 2376404"/>
                <a:gd name="connsiteY158" fmla="*/ 593615 h 957489"/>
                <a:gd name="connsiteX159" fmla="*/ 1544365 w 2376404"/>
                <a:gd name="connsiteY159" fmla="*/ 570041 h 957489"/>
                <a:gd name="connsiteX160" fmla="*/ 1535411 w 2376404"/>
                <a:gd name="connsiteY160" fmla="*/ 568968 h 957489"/>
                <a:gd name="connsiteX161" fmla="*/ 1535411 w 2376404"/>
                <a:gd name="connsiteY161" fmla="*/ 568968 h 957489"/>
                <a:gd name="connsiteX162" fmla="*/ 1414991 w 2376404"/>
                <a:gd name="connsiteY162" fmla="*/ 568934 h 957489"/>
                <a:gd name="connsiteX163" fmla="*/ 1413918 w 2376404"/>
                <a:gd name="connsiteY163" fmla="*/ 568934 h 957489"/>
                <a:gd name="connsiteX164" fmla="*/ 1362075 w 2376404"/>
                <a:gd name="connsiteY164" fmla="*/ 622555 h 957489"/>
                <a:gd name="connsiteX165" fmla="*/ 1413918 w 2376404"/>
                <a:gd name="connsiteY165" fmla="*/ 675437 h 957489"/>
                <a:gd name="connsiteX166" fmla="*/ 1418580 w 2376404"/>
                <a:gd name="connsiteY166" fmla="*/ 675806 h 957489"/>
                <a:gd name="connsiteX167" fmla="*/ 1454327 w 2376404"/>
                <a:gd name="connsiteY167" fmla="*/ 671883 h 957489"/>
                <a:gd name="connsiteX168" fmla="*/ 1456842 w 2376404"/>
                <a:gd name="connsiteY168" fmla="*/ 650455 h 957489"/>
                <a:gd name="connsiteX169" fmla="*/ 1423241 w 2376404"/>
                <a:gd name="connsiteY169" fmla="*/ 656893 h 957489"/>
                <a:gd name="connsiteX170" fmla="*/ 1413952 w 2376404"/>
                <a:gd name="connsiteY170" fmla="*/ 655820 h 957489"/>
                <a:gd name="connsiteX171" fmla="*/ 1390713 w 2376404"/>
                <a:gd name="connsiteY171" fmla="*/ 627216 h 957489"/>
                <a:gd name="connsiteX172" fmla="*/ 1390713 w 2376404"/>
                <a:gd name="connsiteY172" fmla="*/ 623997 h 957489"/>
                <a:gd name="connsiteX173" fmla="*/ 1464689 w 2376404"/>
                <a:gd name="connsiteY173" fmla="*/ 623997 h 957489"/>
                <a:gd name="connsiteX174" fmla="*/ 1464689 w 2376404"/>
                <a:gd name="connsiteY174" fmla="*/ 615781 h 957489"/>
                <a:gd name="connsiteX175" fmla="*/ 1414991 w 2376404"/>
                <a:gd name="connsiteY175" fmla="*/ 568968 h 957489"/>
                <a:gd name="connsiteX176" fmla="*/ 1413918 w 2376404"/>
                <a:gd name="connsiteY176" fmla="*/ 586439 h 957489"/>
                <a:gd name="connsiteX177" fmla="*/ 1414991 w 2376404"/>
                <a:gd name="connsiteY177" fmla="*/ 586439 h 957489"/>
                <a:gd name="connsiteX178" fmla="*/ 1437157 w 2376404"/>
                <a:gd name="connsiteY178" fmla="*/ 610013 h 957489"/>
                <a:gd name="connsiteX179" fmla="*/ 1390679 w 2376404"/>
                <a:gd name="connsiteY179" fmla="*/ 610013 h 957489"/>
                <a:gd name="connsiteX180" fmla="*/ 1413918 w 2376404"/>
                <a:gd name="connsiteY180" fmla="*/ 586439 h 957489"/>
                <a:gd name="connsiteX181" fmla="*/ 1325993 w 2376404"/>
                <a:gd name="connsiteY181" fmla="*/ 636806 h 957489"/>
                <a:gd name="connsiteX182" fmla="*/ 1325993 w 2376404"/>
                <a:gd name="connsiteY182" fmla="*/ 591435 h 957489"/>
                <a:gd name="connsiteX183" fmla="*/ 1351713 w 2376404"/>
                <a:gd name="connsiteY183" fmla="*/ 591435 h 957489"/>
                <a:gd name="connsiteX184" fmla="*/ 1351713 w 2376404"/>
                <a:gd name="connsiteY184" fmla="*/ 571416 h 957489"/>
                <a:gd name="connsiteX185" fmla="*/ 1325993 w 2376404"/>
                <a:gd name="connsiteY185" fmla="*/ 571416 h 957489"/>
                <a:gd name="connsiteX186" fmla="*/ 1325993 w 2376404"/>
                <a:gd name="connsiteY186" fmla="*/ 546768 h 957489"/>
                <a:gd name="connsiteX187" fmla="*/ 1297389 w 2376404"/>
                <a:gd name="connsiteY187" fmla="*/ 553542 h 957489"/>
                <a:gd name="connsiteX188" fmla="*/ 1297389 w 2376404"/>
                <a:gd name="connsiteY188" fmla="*/ 571416 h 957489"/>
                <a:gd name="connsiteX189" fmla="*/ 1282734 w 2376404"/>
                <a:gd name="connsiteY189" fmla="*/ 571416 h 957489"/>
                <a:gd name="connsiteX190" fmla="*/ 1282734 w 2376404"/>
                <a:gd name="connsiteY190" fmla="*/ 591435 h 957489"/>
                <a:gd name="connsiteX191" fmla="*/ 1297389 w 2376404"/>
                <a:gd name="connsiteY191" fmla="*/ 591435 h 957489"/>
                <a:gd name="connsiteX192" fmla="*/ 1297389 w 2376404"/>
                <a:gd name="connsiteY192" fmla="*/ 649348 h 957489"/>
                <a:gd name="connsiteX193" fmla="*/ 1327401 w 2376404"/>
                <a:gd name="connsiteY193" fmla="*/ 675806 h 957489"/>
                <a:gd name="connsiteX194" fmla="*/ 1350640 w 2376404"/>
                <a:gd name="connsiteY194" fmla="*/ 672587 h 957489"/>
                <a:gd name="connsiteX195" fmla="*/ 1353859 w 2376404"/>
                <a:gd name="connsiteY195" fmla="*/ 652232 h 957489"/>
                <a:gd name="connsiteX196" fmla="*/ 1338501 w 2376404"/>
                <a:gd name="connsiteY196" fmla="*/ 654009 h 957489"/>
                <a:gd name="connsiteX197" fmla="*/ 1325993 w 2376404"/>
                <a:gd name="connsiteY197" fmla="*/ 636840 h 957489"/>
                <a:gd name="connsiteX198" fmla="*/ 1239140 w 2376404"/>
                <a:gd name="connsiteY198" fmla="*/ 621448 h 957489"/>
                <a:gd name="connsiteX199" fmla="*/ 1209832 w 2376404"/>
                <a:gd name="connsiteY199" fmla="*/ 652534 h 957489"/>
                <a:gd name="connsiteX200" fmla="*/ 1192327 w 2376404"/>
                <a:gd name="connsiteY200" fmla="*/ 637175 h 957489"/>
                <a:gd name="connsiteX201" fmla="*/ 1192327 w 2376404"/>
                <a:gd name="connsiteY201" fmla="*/ 571416 h 957489"/>
                <a:gd name="connsiteX202" fmla="*/ 1163387 w 2376404"/>
                <a:gd name="connsiteY202" fmla="*/ 571416 h 957489"/>
                <a:gd name="connsiteX203" fmla="*/ 1163387 w 2376404"/>
                <a:gd name="connsiteY203" fmla="*/ 642541 h 957489"/>
                <a:gd name="connsiteX204" fmla="*/ 1200576 w 2376404"/>
                <a:gd name="connsiteY204" fmla="*/ 675773 h 957489"/>
                <a:gd name="connsiteX205" fmla="*/ 1238805 w 2376404"/>
                <a:gd name="connsiteY205" fmla="*/ 656122 h 957489"/>
                <a:gd name="connsiteX206" fmla="*/ 1238805 w 2376404"/>
                <a:gd name="connsiteY206" fmla="*/ 656122 h 957489"/>
                <a:gd name="connsiteX207" fmla="*/ 1239174 w 2376404"/>
                <a:gd name="connsiteY207" fmla="*/ 656491 h 957489"/>
                <a:gd name="connsiteX208" fmla="*/ 1239174 w 2376404"/>
                <a:gd name="connsiteY208" fmla="*/ 673291 h 957489"/>
                <a:gd name="connsiteX209" fmla="*/ 1267778 w 2376404"/>
                <a:gd name="connsiteY209" fmla="*/ 673291 h 957489"/>
                <a:gd name="connsiteX210" fmla="*/ 1267778 w 2376404"/>
                <a:gd name="connsiteY210" fmla="*/ 571416 h 957489"/>
                <a:gd name="connsiteX211" fmla="*/ 1239174 w 2376404"/>
                <a:gd name="connsiteY211" fmla="*/ 571416 h 957489"/>
                <a:gd name="connsiteX212" fmla="*/ 1239174 w 2376404"/>
                <a:gd name="connsiteY212" fmla="*/ 621448 h 957489"/>
                <a:gd name="connsiteX213" fmla="*/ 1083208 w 2376404"/>
                <a:gd name="connsiteY213" fmla="*/ 568934 h 957489"/>
                <a:gd name="connsiteX214" fmla="*/ 1036127 w 2376404"/>
                <a:gd name="connsiteY214" fmla="*/ 574635 h 957489"/>
                <a:gd name="connsiteX215" fmla="*/ 1036127 w 2376404"/>
                <a:gd name="connsiteY215" fmla="*/ 719031 h 957489"/>
                <a:gd name="connsiteX216" fmla="*/ 1064731 w 2376404"/>
                <a:gd name="connsiteY216" fmla="*/ 719031 h 957489"/>
                <a:gd name="connsiteX217" fmla="*/ 1064731 w 2376404"/>
                <a:gd name="connsiteY217" fmla="*/ 659006 h 957489"/>
                <a:gd name="connsiteX218" fmla="*/ 1065100 w 2376404"/>
                <a:gd name="connsiteY218" fmla="*/ 659341 h 957489"/>
                <a:gd name="connsiteX219" fmla="*/ 1086930 w 2376404"/>
                <a:gd name="connsiteY219" fmla="*/ 673459 h 957489"/>
                <a:gd name="connsiteX220" fmla="*/ 1100948 w 2376404"/>
                <a:gd name="connsiteY220" fmla="*/ 675806 h 957489"/>
                <a:gd name="connsiteX221" fmla="*/ 1144541 w 2376404"/>
                <a:gd name="connsiteY221" fmla="*/ 624701 h 957489"/>
                <a:gd name="connsiteX222" fmla="*/ 1093168 w 2376404"/>
                <a:gd name="connsiteY222" fmla="*/ 569102 h 957489"/>
                <a:gd name="connsiteX223" fmla="*/ 1083242 w 2376404"/>
                <a:gd name="connsiteY223" fmla="*/ 568934 h 957489"/>
                <a:gd name="connsiteX224" fmla="*/ 1089680 w 2376404"/>
                <a:gd name="connsiteY224" fmla="*/ 655384 h 957489"/>
                <a:gd name="connsiteX225" fmla="*/ 1064731 w 2376404"/>
                <a:gd name="connsiteY225" fmla="*/ 627182 h 957489"/>
                <a:gd name="connsiteX226" fmla="*/ 1064731 w 2376404"/>
                <a:gd name="connsiteY226" fmla="*/ 592877 h 957489"/>
                <a:gd name="connsiteX227" fmla="*/ 1085891 w 2376404"/>
                <a:gd name="connsiteY227" fmla="*/ 588954 h 957489"/>
                <a:gd name="connsiteX228" fmla="*/ 1090988 w 2376404"/>
                <a:gd name="connsiteY228" fmla="*/ 589054 h 957489"/>
                <a:gd name="connsiteX229" fmla="*/ 1115602 w 2376404"/>
                <a:gd name="connsiteY229" fmla="*/ 623628 h 957489"/>
                <a:gd name="connsiteX230" fmla="*/ 1092128 w 2376404"/>
                <a:gd name="connsiteY230" fmla="*/ 655418 h 957489"/>
                <a:gd name="connsiteX231" fmla="*/ 1089680 w 2376404"/>
                <a:gd name="connsiteY231" fmla="*/ 655418 h 957489"/>
                <a:gd name="connsiteX232" fmla="*/ 978616 w 2376404"/>
                <a:gd name="connsiteY232" fmla="*/ 568934 h 957489"/>
                <a:gd name="connsiteX233" fmla="*/ 944647 w 2376404"/>
                <a:gd name="connsiteY233" fmla="*/ 587512 h 957489"/>
                <a:gd name="connsiteX234" fmla="*/ 913192 w 2376404"/>
                <a:gd name="connsiteY234" fmla="*/ 568934 h 957489"/>
                <a:gd name="connsiteX235" fmla="*/ 881033 w 2376404"/>
                <a:gd name="connsiteY235" fmla="*/ 587512 h 957489"/>
                <a:gd name="connsiteX236" fmla="*/ 880664 w 2376404"/>
                <a:gd name="connsiteY236" fmla="*/ 587143 h 957489"/>
                <a:gd name="connsiteX237" fmla="*/ 880664 w 2376404"/>
                <a:gd name="connsiteY237" fmla="*/ 571416 h 957489"/>
                <a:gd name="connsiteX238" fmla="*/ 853502 w 2376404"/>
                <a:gd name="connsiteY238" fmla="*/ 571416 h 957489"/>
                <a:gd name="connsiteX239" fmla="*/ 853502 w 2376404"/>
                <a:gd name="connsiteY239" fmla="*/ 673291 h 957489"/>
                <a:gd name="connsiteX240" fmla="*/ 882441 w 2376404"/>
                <a:gd name="connsiteY240" fmla="*/ 673291 h 957489"/>
                <a:gd name="connsiteX241" fmla="*/ 882441 w 2376404"/>
                <a:gd name="connsiteY241" fmla="*/ 615043 h 957489"/>
                <a:gd name="connsiteX242" fmla="*/ 903534 w 2376404"/>
                <a:gd name="connsiteY242" fmla="*/ 591804 h 957489"/>
                <a:gd name="connsiteX243" fmla="*/ 918893 w 2376404"/>
                <a:gd name="connsiteY243" fmla="*/ 609678 h 957489"/>
                <a:gd name="connsiteX244" fmla="*/ 918893 w 2376404"/>
                <a:gd name="connsiteY244" fmla="*/ 673291 h 957489"/>
                <a:gd name="connsiteX245" fmla="*/ 947497 w 2376404"/>
                <a:gd name="connsiteY245" fmla="*/ 673291 h 957489"/>
                <a:gd name="connsiteX246" fmla="*/ 947497 w 2376404"/>
                <a:gd name="connsiteY246" fmla="*/ 615043 h 957489"/>
                <a:gd name="connsiteX247" fmla="*/ 968590 w 2376404"/>
                <a:gd name="connsiteY247" fmla="*/ 591804 h 957489"/>
                <a:gd name="connsiteX248" fmla="*/ 983948 w 2376404"/>
                <a:gd name="connsiteY248" fmla="*/ 609678 h 957489"/>
                <a:gd name="connsiteX249" fmla="*/ 983948 w 2376404"/>
                <a:gd name="connsiteY249" fmla="*/ 673291 h 957489"/>
                <a:gd name="connsiteX250" fmla="*/ 1012888 w 2376404"/>
                <a:gd name="connsiteY250" fmla="*/ 673291 h 957489"/>
                <a:gd name="connsiteX251" fmla="*/ 1012888 w 2376404"/>
                <a:gd name="connsiteY251" fmla="*/ 595728 h 957489"/>
                <a:gd name="connsiteX252" fmla="*/ 978583 w 2376404"/>
                <a:gd name="connsiteY252" fmla="*/ 568934 h 957489"/>
                <a:gd name="connsiteX253" fmla="*/ 778822 w 2376404"/>
                <a:gd name="connsiteY253" fmla="*/ 675806 h 957489"/>
                <a:gd name="connsiteX254" fmla="*/ 835293 w 2376404"/>
                <a:gd name="connsiteY254" fmla="*/ 622555 h 957489"/>
                <a:gd name="connsiteX255" fmla="*/ 778822 w 2376404"/>
                <a:gd name="connsiteY255" fmla="*/ 568934 h 957489"/>
                <a:gd name="connsiteX256" fmla="*/ 722720 w 2376404"/>
                <a:gd name="connsiteY256" fmla="*/ 622555 h 957489"/>
                <a:gd name="connsiteX257" fmla="*/ 778822 w 2376404"/>
                <a:gd name="connsiteY257" fmla="*/ 675806 h 957489"/>
                <a:gd name="connsiteX258" fmla="*/ 778822 w 2376404"/>
                <a:gd name="connsiteY258" fmla="*/ 588954 h 957489"/>
                <a:gd name="connsiteX259" fmla="*/ 806689 w 2376404"/>
                <a:gd name="connsiteY259" fmla="*/ 622186 h 957489"/>
                <a:gd name="connsiteX260" fmla="*/ 778822 w 2376404"/>
                <a:gd name="connsiteY260" fmla="*/ 655418 h 957489"/>
                <a:gd name="connsiteX261" fmla="*/ 751291 w 2376404"/>
                <a:gd name="connsiteY261" fmla="*/ 622186 h 957489"/>
                <a:gd name="connsiteX262" fmla="*/ 778822 w 2376404"/>
                <a:gd name="connsiteY262" fmla="*/ 588954 h 957489"/>
                <a:gd name="connsiteX263" fmla="*/ 622286 w 2376404"/>
                <a:gd name="connsiteY263" fmla="*/ 604681 h 957489"/>
                <a:gd name="connsiteX264" fmla="*/ 669100 w 2376404"/>
                <a:gd name="connsiteY264" fmla="*/ 555722 h 957489"/>
                <a:gd name="connsiteX265" fmla="*/ 706624 w 2376404"/>
                <a:gd name="connsiteY265" fmla="*/ 561456 h 957489"/>
                <a:gd name="connsiteX266" fmla="*/ 704478 w 2376404"/>
                <a:gd name="connsiteY266" fmla="*/ 537882 h 957489"/>
                <a:gd name="connsiteX267" fmla="*/ 669100 w 2376404"/>
                <a:gd name="connsiteY267" fmla="*/ 533958 h 957489"/>
                <a:gd name="connsiteX268" fmla="*/ 591167 w 2376404"/>
                <a:gd name="connsiteY268" fmla="*/ 604715 h 957489"/>
                <a:gd name="connsiteX269" fmla="*/ 669100 w 2376404"/>
                <a:gd name="connsiteY269" fmla="*/ 675840 h 957489"/>
                <a:gd name="connsiteX270" fmla="*/ 705551 w 2376404"/>
                <a:gd name="connsiteY270" fmla="*/ 671916 h 957489"/>
                <a:gd name="connsiteX271" fmla="*/ 708401 w 2376404"/>
                <a:gd name="connsiteY271" fmla="*/ 647973 h 957489"/>
                <a:gd name="connsiteX272" fmla="*/ 669100 w 2376404"/>
                <a:gd name="connsiteY272" fmla="*/ 654043 h 957489"/>
                <a:gd name="connsiteX273" fmla="*/ 622286 w 2376404"/>
                <a:gd name="connsiteY273" fmla="*/ 604715 h 957489"/>
                <a:gd name="connsiteX274" fmla="*/ 485033 w 2376404"/>
                <a:gd name="connsiteY274" fmla="*/ 588954 h 957489"/>
                <a:gd name="connsiteX275" fmla="*/ 511491 w 2376404"/>
                <a:gd name="connsiteY275" fmla="*/ 595023 h 957489"/>
                <a:gd name="connsiteX276" fmla="*/ 508976 w 2376404"/>
                <a:gd name="connsiteY276" fmla="*/ 572858 h 957489"/>
                <a:gd name="connsiteX277" fmla="*/ 478963 w 2376404"/>
                <a:gd name="connsiteY277" fmla="*/ 568934 h 957489"/>
                <a:gd name="connsiteX278" fmla="*/ 426784 w 2376404"/>
                <a:gd name="connsiteY278" fmla="*/ 620408 h 957489"/>
                <a:gd name="connsiteX279" fmla="*/ 480036 w 2376404"/>
                <a:gd name="connsiteY279" fmla="*/ 675806 h 957489"/>
                <a:gd name="connsiteX280" fmla="*/ 508272 w 2376404"/>
                <a:gd name="connsiteY280" fmla="*/ 672218 h 957489"/>
                <a:gd name="connsiteX281" fmla="*/ 510787 w 2376404"/>
                <a:gd name="connsiteY281" fmla="*/ 649717 h 957489"/>
                <a:gd name="connsiteX282" fmla="*/ 485770 w 2376404"/>
                <a:gd name="connsiteY282" fmla="*/ 655451 h 957489"/>
                <a:gd name="connsiteX283" fmla="*/ 455389 w 2376404"/>
                <a:gd name="connsiteY283" fmla="*/ 623997 h 957489"/>
                <a:gd name="connsiteX284" fmla="*/ 485066 w 2376404"/>
                <a:gd name="connsiteY284" fmla="*/ 588987 h 957489"/>
                <a:gd name="connsiteX285" fmla="*/ 377456 w 2376404"/>
                <a:gd name="connsiteY285" fmla="*/ 553911 h 957489"/>
                <a:gd name="connsiteX286" fmla="*/ 406765 w 2376404"/>
                <a:gd name="connsiteY286" fmla="*/ 553911 h 957489"/>
                <a:gd name="connsiteX287" fmla="*/ 406765 w 2376404"/>
                <a:gd name="connsiteY287" fmla="*/ 535333 h 957489"/>
                <a:gd name="connsiteX288" fmla="*/ 377456 w 2376404"/>
                <a:gd name="connsiteY288" fmla="*/ 535333 h 957489"/>
                <a:gd name="connsiteX289" fmla="*/ 377456 w 2376404"/>
                <a:gd name="connsiteY289" fmla="*/ 553911 h 957489"/>
                <a:gd name="connsiteX290" fmla="*/ 377825 w 2376404"/>
                <a:gd name="connsiteY290" fmla="*/ 673291 h 957489"/>
                <a:gd name="connsiteX291" fmla="*/ 406765 w 2376404"/>
                <a:gd name="connsiteY291" fmla="*/ 673291 h 957489"/>
                <a:gd name="connsiteX292" fmla="*/ 406765 w 2376404"/>
                <a:gd name="connsiteY292" fmla="*/ 571416 h 957489"/>
                <a:gd name="connsiteX293" fmla="*/ 377825 w 2376404"/>
                <a:gd name="connsiteY293" fmla="*/ 571416 h 957489"/>
                <a:gd name="connsiteX294" fmla="*/ 377825 w 2376404"/>
                <a:gd name="connsiteY294" fmla="*/ 673291 h 957489"/>
                <a:gd name="connsiteX295" fmla="*/ 335304 w 2376404"/>
                <a:gd name="connsiteY295" fmla="*/ 636840 h 957489"/>
                <a:gd name="connsiteX296" fmla="*/ 335304 w 2376404"/>
                <a:gd name="connsiteY296" fmla="*/ 591469 h 957489"/>
                <a:gd name="connsiteX297" fmla="*/ 361025 w 2376404"/>
                <a:gd name="connsiteY297" fmla="*/ 591469 h 957489"/>
                <a:gd name="connsiteX298" fmla="*/ 361025 w 2376404"/>
                <a:gd name="connsiteY298" fmla="*/ 571449 h 957489"/>
                <a:gd name="connsiteX299" fmla="*/ 335304 w 2376404"/>
                <a:gd name="connsiteY299" fmla="*/ 571449 h 957489"/>
                <a:gd name="connsiteX300" fmla="*/ 335304 w 2376404"/>
                <a:gd name="connsiteY300" fmla="*/ 546802 h 957489"/>
                <a:gd name="connsiteX301" fmla="*/ 306700 w 2376404"/>
                <a:gd name="connsiteY301" fmla="*/ 553576 h 957489"/>
                <a:gd name="connsiteX302" fmla="*/ 306700 w 2376404"/>
                <a:gd name="connsiteY302" fmla="*/ 571449 h 957489"/>
                <a:gd name="connsiteX303" fmla="*/ 292415 w 2376404"/>
                <a:gd name="connsiteY303" fmla="*/ 571449 h 957489"/>
                <a:gd name="connsiteX304" fmla="*/ 292415 w 2376404"/>
                <a:gd name="connsiteY304" fmla="*/ 591469 h 957489"/>
                <a:gd name="connsiteX305" fmla="*/ 306700 w 2376404"/>
                <a:gd name="connsiteY305" fmla="*/ 591469 h 957489"/>
                <a:gd name="connsiteX306" fmla="*/ 306700 w 2376404"/>
                <a:gd name="connsiteY306" fmla="*/ 649382 h 957489"/>
                <a:gd name="connsiteX307" fmla="*/ 337082 w 2376404"/>
                <a:gd name="connsiteY307" fmla="*/ 675840 h 957489"/>
                <a:gd name="connsiteX308" fmla="*/ 359952 w 2376404"/>
                <a:gd name="connsiteY308" fmla="*/ 672621 h 957489"/>
                <a:gd name="connsiteX309" fmla="*/ 363171 w 2376404"/>
                <a:gd name="connsiteY309" fmla="*/ 652265 h 957489"/>
                <a:gd name="connsiteX310" fmla="*/ 348148 w 2376404"/>
                <a:gd name="connsiteY310" fmla="*/ 654043 h 957489"/>
                <a:gd name="connsiteX311" fmla="*/ 335271 w 2376404"/>
                <a:gd name="connsiteY311" fmla="*/ 636874 h 957489"/>
                <a:gd name="connsiteX312" fmla="*/ 246674 w 2376404"/>
                <a:gd name="connsiteY312" fmla="*/ 673291 h 957489"/>
                <a:gd name="connsiteX313" fmla="*/ 275614 w 2376404"/>
                <a:gd name="connsiteY313" fmla="*/ 673291 h 957489"/>
                <a:gd name="connsiteX314" fmla="*/ 275614 w 2376404"/>
                <a:gd name="connsiteY314" fmla="*/ 536406 h 957489"/>
                <a:gd name="connsiteX315" fmla="*/ 246674 w 2376404"/>
                <a:gd name="connsiteY315" fmla="*/ 536406 h 957489"/>
                <a:gd name="connsiteX316" fmla="*/ 246674 w 2376404"/>
                <a:gd name="connsiteY316" fmla="*/ 673291 h 957489"/>
                <a:gd name="connsiteX317" fmla="*/ 182357 w 2376404"/>
                <a:gd name="connsiteY317" fmla="*/ 568934 h 957489"/>
                <a:gd name="connsiteX318" fmla="*/ 138025 w 2376404"/>
                <a:gd name="connsiteY318" fmla="*/ 574635 h 957489"/>
                <a:gd name="connsiteX319" fmla="*/ 135879 w 2376404"/>
                <a:gd name="connsiteY319" fmla="*/ 593950 h 957489"/>
                <a:gd name="connsiteX320" fmla="*/ 175549 w 2376404"/>
                <a:gd name="connsiteY320" fmla="*/ 585366 h 957489"/>
                <a:gd name="connsiteX321" fmla="*/ 194496 w 2376404"/>
                <a:gd name="connsiteY321" fmla="*/ 597874 h 957489"/>
                <a:gd name="connsiteX322" fmla="*/ 124813 w 2376404"/>
                <a:gd name="connsiteY322" fmla="*/ 645425 h 957489"/>
                <a:gd name="connsiteX323" fmla="*/ 162706 w 2376404"/>
                <a:gd name="connsiteY323" fmla="*/ 675806 h 957489"/>
                <a:gd name="connsiteX324" fmla="*/ 181284 w 2376404"/>
                <a:gd name="connsiteY324" fmla="*/ 673660 h 957489"/>
                <a:gd name="connsiteX325" fmla="*/ 185945 w 2376404"/>
                <a:gd name="connsiteY325" fmla="*/ 656155 h 957489"/>
                <a:gd name="connsiteX326" fmla="*/ 169849 w 2376404"/>
                <a:gd name="connsiteY326" fmla="*/ 659375 h 957489"/>
                <a:gd name="connsiteX327" fmla="*/ 151975 w 2376404"/>
                <a:gd name="connsiteY327" fmla="*/ 646867 h 957489"/>
                <a:gd name="connsiteX328" fmla="*/ 195938 w 2376404"/>
                <a:gd name="connsiteY328" fmla="*/ 620408 h 957489"/>
                <a:gd name="connsiteX329" fmla="*/ 195938 w 2376404"/>
                <a:gd name="connsiteY329" fmla="*/ 673291 h 957489"/>
                <a:gd name="connsiteX330" fmla="*/ 223100 w 2376404"/>
                <a:gd name="connsiteY330" fmla="*/ 673291 h 957489"/>
                <a:gd name="connsiteX331" fmla="*/ 223100 w 2376404"/>
                <a:gd name="connsiteY331" fmla="*/ 596465 h 957489"/>
                <a:gd name="connsiteX332" fmla="*/ 182357 w 2376404"/>
                <a:gd name="connsiteY332" fmla="*/ 568934 h 957489"/>
                <a:gd name="connsiteX333" fmla="*/ 82292 w 2376404"/>
                <a:gd name="connsiteY333" fmla="*/ 602535 h 957489"/>
                <a:gd name="connsiteX334" fmla="*/ 82292 w 2376404"/>
                <a:gd name="connsiteY334" fmla="*/ 602166 h 957489"/>
                <a:gd name="connsiteX335" fmla="*/ 106939 w 2376404"/>
                <a:gd name="connsiteY335" fmla="*/ 568934 h 957489"/>
                <a:gd name="connsiteX336" fmla="*/ 71561 w 2376404"/>
                <a:gd name="connsiteY336" fmla="*/ 536406 h 957489"/>
                <a:gd name="connsiteX337" fmla="*/ 0 w 2376404"/>
                <a:gd name="connsiteY337" fmla="*/ 536406 h 957489"/>
                <a:gd name="connsiteX338" fmla="*/ 0 w 2376404"/>
                <a:gd name="connsiteY338" fmla="*/ 673291 h 957489"/>
                <a:gd name="connsiteX339" fmla="*/ 67202 w 2376404"/>
                <a:gd name="connsiteY339" fmla="*/ 673291 h 957489"/>
                <a:gd name="connsiteX340" fmla="*/ 111533 w 2376404"/>
                <a:gd name="connsiteY340" fmla="*/ 639321 h 957489"/>
                <a:gd name="connsiteX341" fmla="*/ 82225 w 2376404"/>
                <a:gd name="connsiteY341" fmla="*/ 602501 h 957489"/>
                <a:gd name="connsiteX342" fmla="*/ 53688 w 2376404"/>
                <a:gd name="connsiteY342" fmla="*/ 556426 h 957489"/>
                <a:gd name="connsiteX343" fmla="*/ 57242 w 2376404"/>
                <a:gd name="connsiteY343" fmla="*/ 556426 h 957489"/>
                <a:gd name="connsiteX344" fmla="*/ 77631 w 2376404"/>
                <a:gd name="connsiteY344" fmla="*/ 572522 h 957489"/>
                <a:gd name="connsiteX345" fmla="*/ 56907 w 2376404"/>
                <a:gd name="connsiteY345" fmla="*/ 592542 h 957489"/>
                <a:gd name="connsiteX346" fmla="*/ 29309 w 2376404"/>
                <a:gd name="connsiteY346" fmla="*/ 592542 h 957489"/>
                <a:gd name="connsiteX347" fmla="*/ 29309 w 2376404"/>
                <a:gd name="connsiteY347" fmla="*/ 556460 h 957489"/>
                <a:gd name="connsiteX348" fmla="*/ 53621 w 2376404"/>
                <a:gd name="connsiteY348" fmla="*/ 556460 h 957489"/>
                <a:gd name="connsiteX349" fmla="*/ 53688 w 2376404"/>
                <a:gd name="connsiteY349" fmla="*/ 612897 h 957489"/>
                <a:gd name="connsiteX350" fmla="*/ 62272 w 2376404"/>
                <a:gd name="connsiteY350" fmla="*/ 612897 h 957489"/>
                <a:gd name="connsiteX351" fmla="*/ 82292 w 2376404"/>
                <a:gd name="connsiteY351" fmla="*/ 631843 h 957489"/>
                <a:gd name="connsiteX352" fmla="*/ 58718 w 2376404"/>
                <a:gd name="connsiteY352" fmla="*/ 653272 h 957489"/>
                <a:gd name="connsiteX353" fmla="*/ 29309 w 2376404"/>
                <a:gd name="connsiteY353" fmla="*/ 653272 h 957489"/>
                <a:gd name="connsiteX354" fmla="*/ 29309 w 2376404"/>
                <a:gd name="connsiteY354" fmla="*/ 612897 h 957489"/>
                <a:gd name="connsiteX355" fmla="*/ 53621 w 2376404"/>
                <a:gd name="connsiteY355" fmla="*/ 612897 h 957489"/>
                <a:gd name="connsiteX356" fmla="*/ 620107 w 2376404"/>
                <a:gd name="connsiteY356" fmla="*/ 935525 h 957489"/>
                <a:gd name="connsiteX357" fmla="*/ 642809 w 2376404"/>
                <a:gd name="connsiteY357" fmla="*/ 935525 h 957489"/>
                <a:gd name="connsiteX358" fmla="*/ 653540 w 2376404"/>
                <a:gd name="connsiteY358" fmla="*/ 934955 h 957489"/>
                <a:gd name="connsiteX359" fmla="*/ 660783 w 2376404"/>
                <a:gd name="connsiteY359" fmla="*/ 932977 h 957489"/>
                <a:gd name="connsiteX360" fmla="*/ 666115 w 2376404"/>
                <a:gd name="connsiteY360" fmla="*/ 929959 h 957489"/>
                <a:gd name="connsiteX361" fmla="*/ 669435 w 2376404"/>
                <a:gd name="connsiteY361" fmla="*/ 925834 h 957489"/>
                <a:gd name="connsiteX362" fmla="*/ 671581 w 2376404"/>
                <a:gd name="connsiteY362" fmla="*/ 920133 h 957489"/>
                <a:gd name="connsiteX363" fmla="*/ 672151 w 2376404"/>
                <a:gd name="connsiteY363" fmla="*/ 913494 h 957489"/>
                <a:gd name="connsiteX364" fmla="*/ 670139 w 2376404"/>
                <a:gd name="connsiteY364" fmla="*/ 905278 h 957489"/>
                <a:gd name="connsiteX365" fmla="*/ 665075 w 2376404"/>
                <a:gd name="connsiteY365" fmla="*/ 899175 h 957489"/>
                <a:gd name="connsiteX366" fmla="*/ 657564 w 2376404"/>
                <a:gd name="connsiteY366" fmla="*/ 895419 h 957489"/>
                <a:gd name="connsiteX367" fmla="*/ 644754 w 2376404"/>
                <a:gd name="connsiteY367" fmla="*/ 894245 h 957489"/>
                <a:gd name="connsiteX368" fmla="*/ 619637 w 2376404"/>
                <a:gd name="connsiteY368" fmla="*/ 894245 h 957489"/>
                <a:gd name="connsiteX369" fmla="*/ 620140 w 2376404"/>
                <a:gd name="connsiteY369" fmla="*/ 935525 h 957489"/>
                <a:gd name="connsiteX370" fmla="*/ 619369 w 2376404"/>
                <a:gd name="connsiteY370" fmla="*/ 874762 h 957489"/>
                <a:gd name="connsiteX371" fmla="*/ 635432 w 2376404"/>
                <a:gd name="connsiteY371" fmla="*/ 874762 h 957489"/>
                <a:gd name="connsiteX372" fmla="*/ 649248 w 2376404"/>
                <a:gd name="connsiteY372" fmla="*/ 874259 h 957489"/>
                <a:gd name="connsiteX373" fmla="*/ 656591 w 2376404"/>
                <a:gd name="connsiteY373" fmla="*/ 872314 h 957489"/>
                <a:gd name="connsiteX374" fmla="*/ 662963 w 2376404"/>
                <a:gd name="connsiteY374" fmla="*/ 867821 h 957489"/>
                <a:gd name="connsiteX375" fmla="*/ 666551 w 2376404"/>
                <a:gd name="connsiteY375" fmla="*/ 861147 h 957489"/>
                <a:gd name="connsiteX376" fmla="*/ 667423 w 2376404"/>
                <a:gd name="connsiteY376" fmla="*/ 853703 h 957489"/>
                <a:gd name="connsiteX377" fmla="*/ 665713 w 2376404"/>
                <a:gd name="connsiteY377" fmla="*/ 846694 h 957489"/>
                <a:gd name="connsiteX378" fmla="*/ 661286 w 2376404"/>
                <a:gd name="connsiteY378" fmla="*/ 841262 h 957489"/>
                <a:gd name="connsiteX379" fmla="*/ 654412 w 2376404"/>
                <a:gd name="connsiteY379" fmla="*/ 838177 h 957489"/>
                <a:gd name="connsiteX380" fmla="*/ 642843 w 2376404"/>
                <a:gd name="connsiteY380" fmla="*/ 837238 h 957489"/>
                <a:gd name="connsiteX381" fmla="*/ 618933 w 2376404"/>
                <a:gd name="connsiteY381" fmla="*/ 837238 h 957489"/>
                <a:gd name="connsiteX382" fmla="*/ 619403 w 2376404"/>
                <a:gd name="connsiteY382" fmla="*/ 874796 h 957489"/>
                <a:gd name="connsiteX383" fmla="*/ 590262 w 2376404"/>
                <a:gd name="connsiteY383" fmla="*/ 818157 h 957489"/>
                <a:gd name="connsiteX384" fmla="*/ 610047 w 2376404"/>
                <a:gd name="connsiteY384" fmla="*/ 818291 h 957489"/>
                <a:gd name="connsiteX385" fmla="*/ 630770 w 2376404"/>
                <a:gd name="connsiteY385" fmla="*/ 817989 h 957489"/>
                <a:gd name="connsiteX386" fmla="*/ 651092 w 2376404"/>
                <a:gd name="connsiteY386" fmla="*/ 817688 h 957489"/>
                <a:gd name="connsiteX387" fmla="*/ 668026 w 2376404"/>
                <a:gd name="connsiteY387" fmla="*/ 818627 h 957489"/>
                <a:gd name="connsiteX388" fmla="*/ 678254 w 2376404"/>
                <a:gd name="connsiteY388" fmla="*/ 821477 h 957489"/>
                <a:gd name="connsiteX389" fmla="*/ 685900 w 2376404"/>
                <a:gd name="connsiteY389" fmla="*/ 826138 h 957489"/>
                <a:gd name="connsiteX390" fmla="*/ 691399 w 2376404"/>
                <a:gd name="connsiteY390" fmla="*/ 832644 h 957489"/>
                <a:gd name="connsiteX391" fmla="*/ 695021 w 2376404"/>
                <a:gd name="connsiteY391" fmla="*/ 840759 h 957489"/>
                <a:gd name="connsiteX392" fmla="*/ 696530 w 2376404"/>
                <a:gd name="connsiteY392" fmla="*/ 849612 h 957489"/>
                <a:gd name="connsiteX393" fmla="*/ 695725 w 2376404"/>
                <a:gd name="connsiteY393" fmla="*/ 860276 h 957489"/>
                <a:gd name="connsiteX394" fmla="*/ 692305 w 2376404"/>
                <a:gd name="connsiteY394" fmla="*/ 869397 h 957489"/>
                <a:gd name="connsiteX395" fmla="*/ 686705 w 2376404"/>
                <a:gd name="connsiteY395" fmla="*/ 876305 h 957489"/>
                <a:gd name="connsiteX396" fmla="*/ 680434 w 2376404"/>
                <a:gd name="connsiteY396" fmla="*/ 880765 h 957489"/>
                <a:gd name="connsiteX397" fmla="*/ 672285 w 2376404"/>
                <a:gd name="connsiteY397" fmla="*/ 884185 h 957489"/>
                <a:gd name="connsiteX398" fmla="*/ 679897 w 2376404"/>
                <a:gd name="connsiteY398" fmla="*/ 886130 h 957489"/>
                <a:gd name="connsiteX399" fmla="*/ 686068 w 2376404"/>
                <a:gd name="connsiteY399" fmla="*/ 889047 h 957489"/>
                <a:gd name="connsiteX400" fmla="*/ 692372 w 2376404"/>
                <a:gd name="connsiteY400" fmla="*/ 894078 h 957489"/>
                <a:gd name="connsiteX401" fmla="*/ 697268 w 2376404"/>
                <a:gd name="connsiteY401" fmla="*/ 900583 h 957489"/>
                <a:gd name="connsiteX402" fmla="*/ 700319 w 2376404"/>
                <a:gd name="connsiteY402" fmla="*/ 908162 h 957489"/>
                <a:gd name="connsiteX403" fmla="*/ 701728 w 2376404"/>
                <a:gd name="connsiteY403" fmla="*/ 916847 h 957489"/>
                <a:gd name="connsiteX404" fmla="*/ 698475 w 2376404"/>
                <a:gd name="connsiteY404" fmla="*/ 934553 h 957489"/>
                <a:gd name="connsiteX405" fmla="*/ 687677 w 2376404"/>
                <a:gd name="connsiteY405" fmla="*/ 947262 h 957489"/>
                <a:gd name="connsiteX406" fmla="*/ 671615 w 2376404"/>
                <a:gd name="connsiteY406" fmla="*/ 953499 h 957489"/>
                <a:gd name="connsiteX407" fmla="*/ 633151 w 2376404"/>
                <a:gd name="connsiteY407" fmla="*/ 955042 h 957489"/>
                <a:gd name="connsiteX408" fmla="*/ 608906 w 2376404"/>
                <a:gd name="connsiteY408" fmla="*/ 954941 h 957489"/>
                <a:gd name="connsiteX409" fmla="*/ 590262 w 2376404"/>
                <a:gd name="connsiteY409" fmla="*/ 955042 h 957489"/>
                <a:gd name="connsiteX410" fmla="*/ 590262 w 2376404"/>
                <a:gd name="connsiteY410" fmla="*/ 818157 h 957489"/>
                <a:gd name="connsiteX411" fmla="*/ 835293 w 2376404"/>
                <a:gd name="connsiteY411" fmla="*/ 929992 h 957489"/>
                <a:gd name="connsiteX412" fmla="*/ 832644 w 2376404"/>
                <a:gd name="connsiteY412" fmla="*/ 953801 h 957489"/>
                <a:gd name="connsiteX413" fmla="*/ 811886 w 2376404"/>
                <a:gd name="connsiteY413" fmla="*/ 956685 h 957489"/>
                <a:gd name="connsiteX414" fmla="*/ 795622 w 2376404"/>
                <a:gd name="connsiteY414" fmla="*/ 957490 h 957489"/>
                <a:gd name="connsiteX415" fmla="*/ 766716 w 2376404"/>
                <a:gd name="connsiteY415" fmla="*/ 953298 h 957489"/>
                <a:gd name="connsiteX416" fmla="*/ 741398 w 2376404"/>
                <a:gd name="connsiteY416" fmla="*/ 940019 h 957489"/>
                <a:gd name="connsiteX417" fmla="*/ 724397 w 2376404"/>
                <a:gd name="connsiteY417" fmla="*/ 917987 h 957489"/>
                <a:gd name="connsiteX418" fmla="*/ 718025 w 2376404"/>
                <a:gd name="connsiteY418" fmla="*/ 889718 h 957489"/>
                <a:gd name="connsiteX419" fmla="*/ 722351 w 2376404"/>
                <a:gd name="connsiteY419" fmla="*/ 858934 h 957489"/>
                <a:gd name="connsiteX420" fmla="*/ 738112 w 2376404"/>
                <a:gd name="connsiteY420" fmla="*/ 835058 h 957489"/>
                <a:gd name="connsiteX421" fmla="*/ 763598 w 2376404"/>
                <a:gd name="connsiteY421" fmla="*/ 820572 h 957489"/>
                <a:gd name="connsiteX422" fmla="*/ 794918 w 2376404"/>
                <a:gd name="connsiteY422" fmla="*/ 815810 h 957489"/>
                <a:gd name="connsiteX423" fmla="*/ 830598 w 2376404"/>
                <a:gd name="connsiteY423" fmla="*/ 819498 h 957489"/>
                <a:gd name="connsiteX424" fmla="*/ 831805 w 2376404"/>
                <a:gd name="connsiteY424" fmla="*/ 832141 h 957489"/>
                <a:gd name="connsiteX425" fmla="*/ 833013 w 2376404"/>
                <a:gd name="connsiteY425" fmla="*/ 842872 h 957489"/>
                <a:gd name="connsiteX426" fmla="*/ 813965 w 2376404"/>
                <a:gd name="connsiteY426" fmla="*/ 838512 h 957489"/>
                <a:gd name="connsiteX427" fmla="*/ 799579 w 2376404"/>
                <a:gd name="connsiteY427" fmla="*/ 837338 h 957489"/>
                <a:gd name="connsiteX428" fmla="*/ 779157 w 2376404"/>
                <a:gd name="connsiteY428" fmla="*/ 840591 h 957489"/>
                <a:gd name="connsiteX429" fmla="*/ 762256 w 2376404"/>
                <a:gd name="connsiteY429" fmla="*/ 850987 h 957489"/>
                <a:gd name="connsiteX430" fmla="*/ 751526 w 2376404"/>
                <a:gd name="connsiteY430" fmla="*/ 868223 h 957489"/>
                <a:gd name="connsiteX431" fmla="*/ 748575 w 2376404"/>
                <a:gd name="connsiteY431" fmla="*/ 889282 h 957489"/>
                <a:gd name="connsiteX432" fmla="*/ 754812 w 2376404"/>
                <a:gd name="connsiteY432" fmla="*/ 912689 h 957489"/>
                <a:gd name="connsiteX433" fmla="*/ 771746 w 2376404"/>
                <a:gd name="connsiteY433" fmla="*/ 929456 h 957489"/>
                <a:gd name="connsiteX434" fmla="*/ 799479 w 2376404"/>
                <a:gd name="connsiteY434" fmla="*/ 935894 h 957489"/>
                <a:gd name="connsiteX435" fmla="*/ 835293 w 2376404"/>
                <a:gd name="connsiteY435" fmla="*/ 929925 h 957489"/>
                <a:gd name="connsiteX436" fmla="*/ 854139 w 2376404"/>
                <a:gd name="connsiteY436" fmla="*/ 952158 h 957489"/>
                <a:gd name="connsiteX437" fmla="*/ 850752 w 2376404"/>
                <a:gd name="connsiteY437" fmla="*/ 927310 h 957489"/>
                <a:gd name="connsiteX438" fmla="*/ 886868 w 2376404"/>
                <a:gd name="connsiteY438" fmla="*/ 936163 h 957489"/>
                <a:gd name="connsiteX439" fmla="*/ 898739 w 2376404"/>
                <a:gd name="connsiteY439" fmla="*/ 934217 h 957489"/>
                <a:gd name="connsiteX440" fmla="*/ 906653 w 2376404"/>
                <a:gd name="connsiteY440" fmla="*/ 928718 h 957489"/>
                <a:gd name="connsiteX441" fmla="*/ 908900 w 2376404"/>
                <a:gd name="connsiteY441" fmla="*/ 920770 h 957489"/>
                <a:gd name="connsiteX442" fmla="*/ 907324 w 2376404"/>
                <a:gd name="connsiteY442" fmla="*/ 914667 h 957489"/>
                <a:gd name="connsiteX443" fmla="*/ 900583 w 2376404"/>
                <a:gd name="connsiteY443" fmla="*/ 906988 h 957489"/>
                <a:gd name="connsiteX444" fmla="*/ 879189 w 2376404"/>
                <a:gd name="connsiteY444" fmla="*/ 888846 h 957489"/>
                <a:gd name="connsiteX445" fmla="*/ 869061 w 2376404"/>
                <a:gd name="connsiteY445" fmla="*/ 880127 h 957489"/>
                <a:gd name="connsiteX446" fmla="*/ 859303 w 2376404"/>
                <a:gd name="connsiteY446" fmla="*/ 869866 h 957489"/>
                <a:gd name="connsiteX447" fmla="*/ 854240 w 2376404"/>
                <a:gd name="connsiteY447" fmla="*/ 860779 h 957489"/>
                <a:gd name="connsiteX448" fmla="*/ 852328 w 2376404"/>
                <a:gd name="connsiteY448" fmla="*/ 851154 h 957489"/>
                <a:gd name="connsiteX449" fmla="*/ 856654 w 2376404"/>
                <a:gd name="connsiteY449" fmla="*/ 833448 h 957489"/>
                <a:gd name="connsiteX450" fmla="*/ 871711 w 2376404"/>
                <a:gd name="connsiteY450" fmla="*/ 820504 h 957489"/>
                <a:gd name="connsiteX451" fmla="*/ 897901 w 2376404"/>
                <a:gd name="connsiteY451" fmla="*/ 815843 h 957489"/>
                <a:gd name="connsiteX452" fmla="*/ 930361 w 2376404"/>
                <a:gd name="connsiteY452" fmla="*/ 819331 h 957489"/>
                <a:gd name="connsiteX453" fmla="*/ 933614 w 2376404"/>
                <a:gd name="connsiteY453" fmla="*/ 843140 h 957489"/>
                <a:gd name="connsiteX454" fmla="*/ 904473 w 2376404"/>
                <a:gd name="connsiteY454" fmla="*/ 837171 h 957489"/>
                <a:gd name="connsiteX455" fmla="*/ 888645 w 2376404"/>
                <a:gd name="connsiteY455" fmla="*/ 841631 h 957489"/>
                <a:gd name="connsiteX456" fmla="*/ 882944 w 2376404"/>
                <a:gd name="connsiteY456" fmla="*/ 851993 h 957489"/>
                <a:gd name="connsiteX457" fmla="*/ 883548 w 2376404"/>
                <a:gd name="connsiteY457" fmla="*/ 855346 h 957489"/>
                <a:gd name="connsiteX458" fmla="*/ 885024 w 2376404"/>
                <a:gd name="connsiteY458" fmla="*/ 858766 h 957489"/>
                <a:gd name="connsiteX459" fmla="*/ 888343 w 2376404"/>
                <a:gd name="connsiteY459" fmla="*/ 863059 h 957489"/>
                <a:gd name="connsiteX460" fmla="*/ 895184 w 2376404"/>
                <a:gd name="connsiteY460" fmla="*/ 869296 h 957489"/>
                <a:gd name="connsiteX461" fmla="*/ 902830 w 2376404"/>
                <a:gd name="connsiteY461" fmla="*/ 875064 h 957489"/>
                <a:gd name="connsiteX462" fmla="*/ 915808 w 2376404"/>
                <a:gd name="connsiteY462" fmla="*/ 886298 h 957489"/>
                <a:gd name="connsiteX463" fmla="*/ 924593 w 2376404"/>
                <a:gd name="connsiteY463" fmla="*/ 893910 h 957489"/>
                <a:gd name="connsiteX464" fmla="*/ 931300 w 2376404"/>
                <a:gd name="connsiteY464" fmla="*/ 901019 h 957489"/>
                <a:gd name="connsiteX465" fmla="*/ 935794 w 2376404"/>
                <a:gd name="connsiteY465" fmla="*/ 907558 h 957489"/>
                <a:gd name="connsiteX466" fmla="*/ 938376 w 2376404"/>
                <a:gd name="connsiteY466" fmla="*/ 913930 h 957489"/>
                <a:gd name="connsiteX467" fmla="*/ 939482 w 2376404"/>
                <a:gd name="connsiteY467" fmla="*/ 920804 h 957489"/>
                <a:gd name="connsiteX468" fmla="*/ 936397 w 2376404"/>
                <a:gd name="connsiteY468" fmla="*/ 936699 h 957489"/>
                <a:gd name="connsiteX469" fmla="*/ 925801 w 2376404"/>
                <a:gd name="connsiteY469" fmla="*/ 948972 h 957489"/>
                <a:gd name="connsiteX470" fmla="*/ 910107 w 2376404"/>
                <a:gd name="connsiteY470" fmla="*/ 955646 h 957489"/>
                <a:gd name="connsiteX471" fmla="*/ 891764 w 2376404"/>
                <a:gd name="connsiteY471" fmla="*/ 957490 h 957489"/>
                <a:gd name="connsiteX472" fmla="*/ 876774 w 2376404"/>
                <a:gd name="connsiteY472" fmla="*/ 956383 h 957489"/>
                <a:gd name="connsiteX473" fmla="*/ 854105 w 2376404"/>
                <a:gd name="connsiteY473" fmla="*/ 952158 h 957489"/>
                <a:gd name="connsiteX474" fmla="*/ 1047461 w 2376404"/>
                <a:gd name="connsiteY474" fmla="*/ 882676 h 957489"/>
                <a:gd name="connsiteX475" fmla="*/ 1068755 w 2376404"/>
                <a:gd name="connsiteY475" fmla="*/ 854642 h 957489"/>
                <a:gd name="connsiteX476" fmla="*/ 1088138 w 2376404"/>
                <a:gd name="connsiteY476" fmla="*/ 828217 h 957489"/>
                <a:gd name="connsiteX477" fmla="*/ 1095046 w 2376404"/>
                <a:gd name="connsiteY477" fmla="*/ 818090 h 957489"/>
                <a:gd name="connsiteX478" fmla="*/ 1112986 w 2376404"/>
                <a:gd name="connsiteY478" fmla="*/ 818258 h 957489"/>
                <a:gd name="connsiteX479" fmla="*/ 1130088 w 2376404"/>
                <a:gd name="connsiteY479" fmla="*/ 818090 h 957489"/>
                <a:gd name="connsiteX480" fmla="*/ 1087165 w 2376404"/>
                <a:gd name="connsiteY480" fmla="*/ 872482 h 957489"/>
                <a:gd name="connsiteX481" fmla="*/ 1079922 w 2376404"/>
                <a:gd name="connsiteY481" fmla="*/ 882240 h 957489"/>
                <a:gd name="connsiteX482" fmla="*/ 1086696 w 2376404"/>
                <a:gd name="connsiteY482" fmla="*/ 891261 h 957489"/>
                <a:gd name="connsiteX483" fmla="*/ 1107856 w 2376404"/>
                <a:gd name="connsiteY483" fmla="*/ 917283 h 957489"/>
                <a:gd name="connsiteX484" fmla="*/ 1138908 w 2376404"/>
                <a:gd name="connsiteY484" fmla="*/ 955008 h 957489"/>
                <a:gd name="connsiteX485" fmla="*/ 1121034 w 2376404"/>
                <a:gd name="connsiteY485" fmla="*/ 954807 h 957489"/>
                <a:gd name="connsiteX486" fmla="*/ 1101484 w 2376404"/>
                <a:gd name="connsiteY486" fmla="*/ 955008 h 957489"/>
                <a:gd name="connsiteX487" fmla="*/ 1094543 w 2376404"/>
                <a:gd name="connsiteY487" fmla="*/ 944982 h 957489"/>
                <a:gd name="connsiteX488" fmla="*/ 1087635 w 2376404"/>
                <a:gd name="connsiteY488" fmla="*/ 935458 h 957489"/>
                <a:gd name="connsiteX489" fmla="*/ 1058326 w 2376404"/>
                <a:gd name="connsiteY489" fmla="*/ 896559 h 957489"/>
                <a:gd name="connsiteX490" fmla="*/ 1047461 w 2376404"/>
                <a:gd name="connsiteY490" fmla="*/ 882643 h 957489"/>
                <a:gd name="connsiteX491" fmla="*/ 1014866 w 2376404"/>
                <a:gd name="connsiteY491" fmla="*/ 955042 h 957489"/>
                <a:gd name="connsiteX492" fmla="*/ 1015571 w 2376404"/>
                <a:gd name="connsiteY492" fmla="*/ 921139 h 957489"/>
                <a:gd name="connsiteX493" fmla="*/ 1015235 w 2376404"/>
                <a:gd name="connsiteY493" fmla="*/ 863562 h 957489"/>
                <a:gd name="connsiteX494" fmla="*/ 1014363 w 2376404"/>
                <a:gd name="connsiteY494" fmla="*/ 827446 h 957489"/>
                <a:gd name="connsiteX495" fmla="*/ 1013894 w 2376404"/>
                <a:gd name="connsiteY495" fmla="*/ 818124 h 957489"/>
                <a:gd name="connsiteX496" fmla="*/ 1030292 w 2376404"/>
                <a:gd name="connsiteY496" fmla="*/ 818291 h 957489"/>
                <a:gd name="connsiteX497" fmla="*/ 1045751 w 2376404"/>
                <a:gd name="connsiteY497" fmla="*/ 818124 h 957489"/>
                <a:gd name="connsiteX498" fmla="*/ 1045449 w 2376404"/>
                <a:gd name="connsiteY498" fmla="*/ 872281 h 957489"/>
                <a:gd name="connsiteX499" fmla="*/ 1046120 w 2376404"/>
                <a:gd name="connsiteY499" fmla="*/ 937168 h 957489"/>
                <a:gd name="connsiteX500" fmla="*/ 1046757 w 2376404"/>
                <a:gd name="connsiteY500" fmla="*/ 955042 h 957489"/>
                <a:gd name="connsiteX501" fmla="*/ 1031231 w 2376404"/>
                <a:gd name="connsiteY501" fmla="*/ 954841 h 957489"/>
                <a:gd name="connsiteX502" fmla="*/ 1014900 w 2376404"/>
                <a:gd name="connsiteY502" fmla="*/ 955042 h 957489"/>
                <a:gd name="connsiteX503" fmla="*/ 1201247 w 2376404"/>
                <a:gd name="connsiteY503" fmla="*/ 871476 h 957489"/>
                <a:gd name="connsiteX504" fmla="*/ 1185922 w 2376404"/>
                <a:gd name="connsiteY504" fmla="*/ 875735 h 957489"/>
                <a:gd name="connsiteX505" fmla="*/ 1176365 w 2376404"/>
                <a:gd name="connsiteY505" fmla="*/ 888377 h 957489"/>
                <a:gd name="connsiteX506" fmla="*/ 1173951 w 2376404"/>
                <a:gd name="connsiteY506" fmla="*/ 906686 h 957489"/>
                <a:gd name="connsiteX507" fmla="*/ 1177505 w 2376404"/>
                <a:gd name="connsiteY507" fmla="*/ 922179 h 957489"/>
                <a:gd name="connsiteX508" fmla="*/ 1187096 w 2376404"/>
                <a:gd name="connsiteY508" fmla="*/ 933178 h 957489"/>
                <a:gd name="connsiteX509" fmla="*/ 1202186 w 2376404"/>
                <a:gd name="connsiteY509" fmla="*/ 937370 h 957489"/>
                <a:gd name="connsiteX510" fmla="*/ 1217410 w 2376404"/>
                <a:gd name="connsiteY510" fmla="*/ 933010 h 957489"/>
                <a:gd name="connsiteX511" fmla="*/ 1226766 w 2376404"/>
                <a:gd name="connsiteY511" fmla="*/ 920200 h 957489"/>
                <a:gd name="connsiteX512" fmla="*/ 1229147 w 2376404"/>
                <a:gd name="connsiteY512" fmla="*/ 901556 h 957489"/>
                <a:gd name="connsiteX513" fmla="*/ 1225760 w 2376404"/>
                <a:gd name="connsiteY513" fmla="*/ 886465 h 957489"/>
                <a:gd name="connsiteX514" fmla="*/ 1216438 w 2376404"/>
                <a:gd name="connsiteY514" fmla="*/ 875567 h 957489"/>
                <a:gd name="connsiteX515" fmla="*/ 1201247 w 2376404"/>
                <a:gd name="connsiteY515" fmla="*/ 871476 h 957489"/>
                <a:gd name="connsiteX516" fmla="*/ 1200174 w 2376404"/>
                <a:gd name="connsiteY516" fmla="*/ 850718 h 957489"/>
                <a:gd name="connsiteX517" fmla="*/ 1222474 w 2376404"/>
                <a:gd name="connsiteY517" fmla="*/ 854172 h 957489"/>
                <a:gd name="connsiteX518" fmla="*/ 1240951 w 2376404"/>
                <a:gd name="connsiteY518" fmla="*/ 864400 h 957489"/>
                <a:gd name="connsiteX519" fmla="*/ 1252889 w 2376404"/>
                <a:gd name="connsiteY519" fmla="*/ 880932 h 957489"/>
                <a:gd name="connsiteX520" fmla="*/ 1257651 w 2376404"/>
                <a:gd name="connsiteY520" fmla="*/ 901522 h 957489"/>
                <a:gd name="connsiteX521" fmla="*/ 1254901 w 2376404"/>
                <a:gd name="connsiteY521" fmla="*/ 923587 h 957489"/>
                <a:gd name="connsiteX522" fmla="*/ 1244539 w 2376404"/>
                <a:gd name="connsiteY522" fmla="*/ 941997 h 957489"/>
                <a:gd name="connsiteX523" fmla="*/ 1226632 w 2376404"/>
                <a:gd name="connsiteY523" fmla="*/ 953600 h 957489"/>
                <a:gd name="connsiteX524" fmla="*/ 1203226 w 2376404"/>
                <a:gd name="connsiteY524" fmla="*/ 957456 h 957489"/>
                <a:gd name="connsiteX525" fmla="*/ 1180926 w 2376404"/>
                <a:gd name="connsiteY525" fmla="*/ 954002 h 957489"/>
                <a:gd name="connsiteX526" fmla="*/ 1162482 w 2376404"/>
                <a:gd name="connsiteY526" fmla="*/ 943607 h 957489"/>
                <a:gd name="connsiteX527" fmla="*/ 1150309 w 2376404"/>
                <a:gd name="connsiteY527" fmla="*/ 926773 h 957489"/>
                <a:gd name="connsiteX528" fmla="*/ 1145380 w 2376404"/>
                <a:gd name="connsiteY528" fmla="*/ 906016 h 957489"/>
                <a:gd name="connsiteX529" fmla="*/ 1147794 w 2376404"/>
                <a:gd name="connsiteY529" fmla="*/ 884956 h 957489"/>
                <a:gd name="connsiteX530" fmla="*/ 1157854 w 2376404"/>
                <a:gd name="connsiteY530" fmla="*/ 867116 h 957489"/>
                <a:gd name="connsiteX531" fmla="*/ 1176332 w 2376404"/>
                <a:gd name="connsiteY531" fmla="*/ 854977 h 957489"/>
                <a:gd name="connsiteX532" fmla="*/ 1200174 w 2376404"/>
                <a:gd name="connsiteY532" fmla="*/ 850685 h 957489"/>
                <a:gd name="connsiteX533" fmla="*/ 1328072 w 2376404"/>
                <a:gd name="connsiteY533" fmla="*/ 871476 h 957489"/>
                <a:gd name="connsiteX534" fmla="*/ 1312747 w 2376404"/>
                <a:gd name="connsiteY534" fmla="*/ 875735 h 957489"/>
                <a:gd name="connsiteX535" fmla="*/ 1303190 w 2376404"/>
                <a:gd name="connsiteY535" fmla="*/ 888377 h 957489"/>
                <a:gd name="connsiteX536" fmla="*/ 1300775 w 2376404"/>
                <a:gd name="connsiteY536" fmla="*/ 906686 h 957489"/>
                <a:gd name="connsiteX537" fmla="*/ 1304330 w 2376404"/>
                <a:gd name="connsiteY537" fmla="*/ 922179 h 957489"/>
                <a:gd name="connsiteX538" fmla="*/ 1313921 w 2376404"/>
                <a:gd name="connsiteY538" fmla="*/ 933178 h 957489"/>
                <a:gd name="connsiteX539" fmla="*/ 1329011 w 2376404"/>
                <a:gd name="connsiteY539" fmla="*/ 937370 h 957489"/>
                <a:gd name="connsiteX540" fmla="*/ 1344235 w 2376404"/>
                <a:gd name="connsiteY540" fmla="*/ 933010 h 957489"/>
                <a:gd name="connsiteX541" fmla="*/ 1353558 w 2376404"/>
                <a:gd name="connsiteY541" fmla="*/ 920200 h 957489"/>
                <a:gd name="connsiteX542" fmla="*/ 1355938 w 2376404"/>
                <a:gd name="connsiteY542" fmla="*/ 901556 h 957489"/>
                <a:gd name="connsiteX543" fmla="*/ 1352552 w 2376404"/>
                <a:gd name="connsiteY543" fmla="*/ 886465 h 957489"/>
                <a:gd name="connsiteX544" fmla="*/ 1343229 w 2376404"/>
                <a:gd name="connsiteY544" fmla="*/ 875567 h 957489"/>
                <a:gd name="connsiteX545" fmla="*/ 1328038 w 2376404"/>
                <a:gd name="connsiteY545" fmla="*/ 871476 h 957489"/>
                <a:gd name="connsiteX546" fmla="*/ 1326999 w 2376404"/>
                <a:gd name="connsiteY546" fmla="*/ 850718 h 957489"/>
                <a:gd name="connsiteX547" fmla="*/ 1349299 w 2376404"/>
                <a:gd name="connsiteY547" fmla="*/ 854172 h 957489"/>
                <a:gd name="connsiteX548" fmla="*/ 1367776 w 2376404"/>
                <a:gd name="connsiteY548" fmla="*/ 864400 h 957489"/>
                <a:gd name="connsiteX549" fmla="*/ 1379714 w 2376404"/>
                <a:gd name="connsiteY549" fmla="*/ 880932 h 957489"/>
                <a:gd name="connsiteX550" fmla="*/ 1384476 w 2376404"/>
                <a:gd name="connsiteY550" fmla="*/ 901522 h 957489"/>
                <a:gd name="connsiteX551" fmla="*/ 1381726 w 2376404"/>
                <a:gd name="connsiteY551" fmla="*/ 923587 h 957489"/>
                <a:gd name="connsiteX552" fmla="*/ 1371330 w 2376404"/>
                <a:gd name="connsiteY552" fmla="*/ 941997 h 957489"/>
                <a:gd name="connsiteX553" fmla="*/ 1353423 w 2376404"/>
                <a:gd name="connsiteY553" fmla="*/ 953600 h 957489"/>
                <a:gd name="connsiteX554" fmla="*/ 1330017 w 2376404"/>
                <a:gd name="connsiteY554" fmla="*/ 957456 h 957489"/>
                <a:gd name="connsiteX555" fmla="*/ 1307717 w 2376404"/>
                <a:gd name="connsiteY555" fmla="*/ 954002 h 957489"/>
                <a:gd name="connsiteX556" fmla="*/ 1289273 w 2376404"/>
                <a:gd name="connsiteY556" fmla="*/ 943607 h 957489"/>
                <a:gd name="connsiteX557" fmla="*/ 1277134 w 2376404"/>
                <a:gd name="connsiteY557" fmla="*/ 926773 h 957489"/>
                <a:gd name="connsiteX558" fmla="*/ 1272205 w 2376404"/>
                <a:gd name="connsiteY558" fmla="*/ 906016 h 957489"/>
                <a:gd name="connsiteX559" fmla="*/ 1274619 w 2376404"/>
                <a:gd name="connsiteY559" fmla="*/ 884956 h 957489"/>
                <a:gd name="connsiteX560" fmla="*/ 1284679 w 2376404"/>
                <a:gd name="connsiteY560" fmla="*/ 867116 h 957489"/>
                <a:gd name="connsiteX561" fmla="*/ 1303156 w 2376404"/>
                <a:gd name="connsiteY561" fmla="*/ 854977 h 957489"/>
                <a:gd name="connsiteX562" fmla="*/ 1326999 w 2376404"/>
                <a:gd name="connsiteY562" fmla="*/ 850685 h 957489"/>
                <a:gd name="connsiteX563" fmla="*/ 1404462 w 2376404"/>
                <a:gd name="connsiteY563" fmla="*/ 955008 h 957489"/>
                <a:gd name="connsiteX564" fmla="*/ 1404965 w 2376404"/>
                <a:gd name="connsiteY564" fmla="*/ 894078 h 957489"/>
                <a:gd name="connsiteX565" fmla="*/ 1403691 w 2376404"/>
                <a:gd name="connsiteY565" fmla="*/ 818090 h 957489"/>
                <a:gd name="connsiteX566" fmla="*/ 1418479 w 2376404"/>
                <a:gd name="connsiteY566" fmla="*/ 818258 h 957489"/>
                <a:gd name="connsiteX567" fmla="*/ 1432865 w 2376404"/>
                <a:gd name="connsiteY567" fmla="*/ 818090 h 957489"/>
                <a:gd name="connsiteX568" fmla="*/ 1432362 w 2376404"/>
                <a:gd name="connsiteY568" fmla="*/ 854709 h 957489"/>
                <a:gd name="connsiteX569" fmla="*/ 1433066 w 2376404"/>
                <a:gd name="connsiteY569" fmla="*/ 936364 h 957489"/>
                <a:gd name="connsiteX570" fmla="*/ 1433636 w 2376404"/>
                <a:gd name="connsiteY570" fmla="*/ 955008 h 957489"/>
                <a:gd name="connsiteX571" fmla="*/ 1419720 w 2376404"/>
                <a:gd name="connsiteY571" fmla="*/ 954807 h 957489"/>
                <a:gd name="connsiteX572" fmla="*/ 1404428 w 2376404"/>
                <a:gd name="connsiteY572" fmla="*/ 955008 h 957489"/>
                <a:gd name="connsiteX573" fmla="*/ 1458753 w 2376404"/>
                <a:gd name="connsiteY573" fmla="*/ 955008 h 957489"/>
                <a:gd name="connsiteX574" fmla="*/ 1459558 w 2376404"/>
                <a:gd name="connsiteY574" fmla="*/ 929825 h 957489"/>
                <a:gd name="connsiteX575" fmla="*/ 1459390 w 2376404"/>
                <a:gd name="connsiteY575" fmla="*/ 892803 h 957489"/>
                <a:gd name="connsiteX576" fmla="*/ 1458384 w 2376404"/>
                <a:gd name="connsiteY576" fmla="*/ 852965 h 957489"/>
                <a:gd name="connsiteX577" fmla="*/ 1473139 w 2376404"/>
                <a:gd name="connsiteY577" fmla="*/ 853166 h 957489"/>
                <a:gd name="connsiteX578" fmla="*/ 1487760 w 2376404"/>
                <a:gd name="connsiteY578" fmla="*/ 852965 h 957489"/>
                <a:gd name="connsiteX579" fmla="*/ 1487257 w 2376404"/>
                <a:gd name="connsiteY579" fmla="*/ 886264 h 957489"/>
                <a:gd name="connsiteX580" fmla="*/ 1487894 w 2376404"/>
                <a:gd name="connsiteY580" fmla="*/ 922581 h 957489"/>
                <a:gd name="connsiteX581" fmla="*/ 1489168 w 2376404"/>
                <a:gd name="connsiteY581" fmla="*/ 954975 h 957489"/>
                <a:gd name="connsiteX582" fmla="*/ 1474480 w 2376404"/>
                <a:gd name="connsiteY582" fmla="*/ 954774 h 957489"/>
                <a:gd name="connsiteX583" fmla="*/ 1458719 w 2376404"/>
                <a:gd name="connsiteY583" fmla="*/ 954975 h 957489"/>
                <a:gd name="connsiteX584" fmla="*/ 1457881 w 2376404"/>
                <a:gd name="connsiteY584" fmla="*/ 835729 h 957489"/>
                <a:gd name="connsiteX585" fmla="*/ 1457445 w 2376404"/>
                <a:gd name="connsiteY585" fmla="*/ 819867 h 957489"/>
                <a:gd name="connsiteX586" fmla="*/ 1457278 w 2376404"/>
                <a:gd name="connsiteY586" fmla="*/ 816648 h 957489"/>
                <a:gd name="connsiteX587" fmla="*/ 1472167 w 2376404"/>
                <a:gd name="connsiteY587" fmla="*/ 816849 h 957489"/>
                <a:gd name="connsiteX588" fmla="*/ 1486720 w 2376404"/>
                <a:gd name="connsiteY588" fmla="*/ 816648 h 957489"/>
                <a:gd name="connsiteX589" fmla="*/ 1486620 w 2376404"/>
                <a:gd name="connsiteY589" fmla="*/ 822382 h 957489"/>
                <a:gd name="connsiteX590" fmla="*/ 1486821 w 2376404"/>
                <a:gd name="connsiteY590" fmla="*/ 835729 h 957489"/>
                <a:gd name="connsiteX591" fmla="*/ 1472737 w 2376404"/>
                <a:gd name="connsiteY591" fmla="*/ 835528 h 957489"/>
                <a:gd name="connsiteX592" fmla="*/ 1457881 w 2376404"/>
                <a:gd name="connsiteY592" fmla="*/ 835729 h 957489"/>
                <a:gd name="connsiteX593" fmla="*/ 1575048 w 2376404"/>
                <a:gd name="connsiteY593" fmla="*/ 934083 h 957489"/>
                <a:gd name="connsiteX594" fmla="*/ 1572198 w 2376404"/>
                <a:gd name="connsiteY594" fmla="*/ 954606 h 957489"/>
                <a:gd name="connsiteX595" fmla="*/ 1559086 w 2376404"/>
                <a:gd name="connsiteY595" fmla="*/ 956987 h 957489"/>
                <a:gd name="connsiteX596" fmla="*/ 1550065 w 2376404"/>
                <a:gd name="connsiteY596" fmla="*/ 957456 h 957489"/>
                <a:gd name="connsiteX597" fmla="*/ 1536719 w 2376404"/>
                <a:gd name="connsiteY597" fmla="*/ 956048 h 957489"/>
                <a:gd name="connsiteX598" fmla="*/ 1526793 w 2376404"/>
                <a:gd name="connsiteY598" fmla="*/ 951051 h 957489"/>
                <a:gd name="connsiteX599" fmla="*/ 1521193 w 2376404"/>
                <a:gd name="connsiteY599" fmla="*/ 942735 h 957489"/>
                <a:gd name="connsiteX600" fmla="*/ 1519349 w 2376404"/>
                <a:gd name="connsiteY600" fmla="*/ 932843 h 957489"/>
                <a:gd name="connsiteX601" fmla="*/ 1519281 w 2376404"/>
                <a:gd name="connsiteY601" fmla="*/ 929322 h 957489"/>
                <a:gd name="connsiteX602" fmla="*/ 1519349 w 2376404"/>
                <a:gd name="connsiteY602" fmla="*/ 915036 h 957489"/>
                <a:gd name="connsiteX603" fmla="*/ 1519516 w 2376404"/>
                <a:gd name="connsiteY603" fmla="*/ 873253 h 957489"/>
                <a:gd name="connsiteX604" fmla="*/ 1504929 w 2376404"/>
                <a:gd name="connsiteY604" fmla="*/ 873253 h 957489"/>
                <a:gd name="connsiteX605" fmla="*/ 1504828 w 2376404"/>
                <a:gd name="connsiteY605" fmla="*/ 853938 h 957489"/>
                <a:gd name="connsiteX606" fmla="*/ 1520120 w 2376404"/>
                <a:gd name="connsiteY606" fmla="*/ 853938 h 957489"/>
                <a:gd name="connsiteX607" fmla="*/ 1520321 w 2376404"/>
                <a:gd name="connsiteY607" fmla="*/ 834220 h 957489"/>
                <a:gd name="connsiteX608" fmla="*/ 1531991 w 2376404"/>
                <a:gd name="connsiteY608" fmla="*/ 831939 h 957489"/>
                <a:gd name="connsiteX609" fmla="*/ 1546142 w 2376404"/>
                <a:gd name="connsiteY609" fmla="*/ 828687 h 957489"/>
                <a:gd name="connsiteX610" fmla="*/ 1546645 w 2376404"/>
                <a:gd name="connsiteY610" fmla="*/ 853938 h 957489"/>
                <a:gd name="connsiteX611" fmla="*/ 1572097 w 2376404"/>
                <a:gd name="connsiteY611" fmla="*/ 853938 h 957489"/>
                <a:gd name="connsiteX612" fmla="*/ 1572399 w 2376404"/>
                <a:gd name="connsiteY612" fmla="*/ 873253 h 957489"/>
                <a:gd name="connsiteX613" fmla="*/ 1546880 w 2376404"/>
                <a:gd name="connsiteY613" fmla="*/ 873253 h 957489"/>
                <a:gd name="connsiteX614" fmla="*/ 1547215 w 2376404"/>
                <a:gd name="connsiteY614" fmla="*/ 920603 h 957489"/>
                <a:gd name="connsiteX615" fmla="*/ 1549093 w 2376404"/>
                <a:gd name="connsiteY615" fmla="*/ 930261 h 957489"/>
                <a:gd name="connsiteX616" fmla="*/ 1553721 w 2376404"/>
                <a:gd name="connsiteY616" fmla="*/ 935190 h 957489"/>
                <a:gd name="connsiteX617" fmla="*/ 1560226 w 2376404"/>
                <a:gd name="connsiteY617" fmla="*/ 936699 h 957489"/>
                <a:gd name="connsiteX618" fmla="*/ 1565491 w 2376404"/>
                <a:gd name="connsiteY618" fmla="*/ 936297 h 957489"/>
                <a:gd name="connsiteX619" fmla="*/ 1575048 w 2376404"/>
                <a:gd name="connsiteY619" fmla="*/ 934050 h 957489"/>
                <a:gd name="connsiteX620" fmla="*/ 1693020 w 2376404"/>
                <a:gd name="connsiteY620" fmla="*/ 955008 h 957489"/>
                <a:gd name="connsiteX621" fmla="*/ 1679506 w 2376404"/>
                <a:gd name="connsiteY621" fmla="*/ 954807 h 957489"/>
                <a:gd name="connsiteX622" fmla="*/ 1666126 w 2376404"/>
                <a:gd name="connsiteY622" fmla="*/ 955008 h 957489"/>
                <a:gd name="connsiteX623" fmla="*/ 1665422 w 2376404"/>
                <a:gd name="connsiteY623" fmla="*/ 938376 h 957489"/>
                <a:gd name="connsiteX624" fmla="*/ 1660861 w 2376404"/>
                <a:gd name="connsiteY624" fmla="*/ 945150 h 957489"/>
                <a:gd name="connsiteX625" fmla="*/ 1655630 w 2376404"/>
                <a:gd name="connsiteY625" fmla="*/ 950180 h 957489"/>
                <a:gd name="connsiteX626" fmla="*/ 1648420 w 2376404"/>
                <a:gd name="connsiteY626" fmla="*/ 954103 h 957489"/>
                <a:gd name="connsiteX627" fmla="*/ 1639366 w 2376404"/>
                <a:gd name="connsiteY627" fmla="*/ 956517 h 957489"/>
                <a:gd name="connsiteX628" fmla="*/ 1628467 w 2376404"/>
                <a:gd name="connsiteY628" fmla="*/ 957456 h 957489"/>
                <a:gd name="connsiteX629" fmla="*/ 1608783 w 2376404"/>
                <a:gd name="connsiteY629" fmla="*/ 954204 h 957489"/>
                <a:gd name="connsiteX630" fmla="*/ 1595101 w 2376404"/>
                <a:gd name="connsiteY630" fmla="*/ 944311 h 957489"/>
                <a:gd name="connsiteX631" fmla="*/ 1589233 w 2376404"/>
                <a:gd name="connsiteY631" fmla="*/ 925331 h 957489"/>
                <a:gd name="connsiteX632" fmla="*/ 1589132 w 2376404"/>
                <a:gd name="connsiteY632" fmla="*/ 923218 h 957489"/>
                <a:gd name="connsiteX633" fmla="*/ 1589501 w 2376404"/>
                <a:gd name="connsiteY633" fmla="*/ 897330 h 957489"/>
                <a:gd name="connsiteX634" fmla="*/ 1589334 w 2376404"/>
                <a:gd name="connsiteY634" fmla="*/ 863227 h 957489"/>
                <a:gd name="connsiteX635" fmla="*/ 1588898 w 2376404"/>
                <a:gd name="connsiteY635" fmla="*/ 852999 h 957489"/>
                <a:gd name="connsiteX636" fmla="*/ 1603753 w 2376404"/>
                <a:gd name="connsiteY636" fmla="*/ 853200 h 957489"/>
                <a:gd name="connsiteX637" fmla="*/ 1617502 w 2376404"/>
                <a:gd name="connsiteY637" fmla="*/ 852999 h 957489"/>
                <a:gd name="connsiteX638" fmla="*/ 1616563 w 2376404"/>
                <a:gd name="connsiteY638" fmla="*/ 898739 h 957489"/>
                <a:gd name="connsiteX639" fmla="*/ 1616563 w 2376404"/>
                <a:gd name="connsiteY639" fmla="*/ 907726 h 957489"/>
                <a:gd name="connsiteX640" fmla="*/ 1616697 w 2376404"/>
                <a:gd name="connsiteY640" fmla="*/ 912991 h 957489"/>
                <a:gd name="connsiteX641" fmla="*/ 1619447 w 2376404"/>
                <a:gd name="connsiteY641" fmla="*/ 925063 h 957489"/>
                <a:gd name="connsiteX642" fmla="*/ 1627294 w 2376404"/>
                <a:gd name="connsiteY642" fmla="*/ 932373 h 957489"/>
                <a:gd name="connsiteX643" fmla="*/ 1638829 w 2376404"/>
                <a:gd name="connsiteY643" fmla="*/ 934922 h 957489"/>
                <a:gd name="connsiteX644" fmla="*/ 1649661 w 2376404"/>
                <a:gd name="connsiteY644" fmla="*/ 932709 h 957489"/>
                <a:gd name="connsiteX645" fmla="*/ 1657374 w 2376404"/>
                <a:gd name="connsiteY645" fmla="*/ 927075 h 957489"/>
                <a:gd name="connsiteX646" fmla="*/ 1662504 w 2376404"/>
                <a:gd name="connsiteY646" fmla="*/ 917316 h 957489"/>
                <a:gd name="connsiteX647" fmla="*/ 1664449 w 2376404"/>
                <a:gd name="connsiteY647" fmla="*/ 905043 h 957489"/>
                <a:gd name="connsiteX648" fmla="*/ 1664751 w 2376404"/>
                <a:gd name="connsiteY648" fmla="*/ 886029 h 957489"/>
                <a:gd name="connsiteX649" fmla="*/ 1664282 w 2376404"/>
                <a:gd name="connsiteY649" fmla="*/ 853032 h 957489"/>
                <a:gd name="connsiteX650" fmla="*/ 1679472 w 2376404"/>
                <a:gd name="connsiteY650" fmla="*/ 853233 h 957489"/>
                <a:gd name="connsiteX651" fmla="*/ 1692852 w 2376404"/>
                <a:gd name="connsiteY651" fmla="*/ 853032 h 957489"/>
                <a:gd name="connsiteX652" fmla="*/ 1692215 w 2376404"/>
                <a:gd name="connsiteY652" fmla="*/ 888913 h 957489"/>
                <a:gd name="connsiteX653" fmla="*/ 1692249 w 2376404"/>
                <a:gd name="connsiteY653" fmla="*/ 924426 h 957489"/>
                <a:gd name="connsiteX654" fmla="*/ 1693054 w 2376404"/>
                <a:gd name="connsiteY654" fmla="*/ 955076 h 957489"/>
                <a:gd name="connsiteX655" fmla="*/ 1715152 w 2376404"/>
                <a:gd name="connsiteY655" fmla="*/ 953164 h 957489"/>
                <a:gd name="connsiteX656" fmla="*/ 1711732 w 2376404"/>
                <a:gd name="connsiteY656" fmla="*/ 930998 h 957489"/>
                <a:gd name="connsiteX657" fmla="*/ 1728633 w 2376404"/>
                <a:gd name="connsiteY657" fmla="*/ 936632 h 957489"/>
                <a:gd name="connsiteX658" fmla="*/ 1741208 w 2376404"/>
                <a:gd name="connsiteY658" fmla="*/ 938208 h 957489"/>
                <a:gd name="connsiteX659" fmla="*/ 1750732 w 2376404"/>
                <a:gd name="connsiteY659" fmla="*/ 936867 h 957489"/>
                <a:gd name="connsiteX660" fmla="*/ 1756332 w 2376404"/>
                <a:gd name="connsiteY660" fmla="*/ 932876 h 957489"/>
                <a:gd name="connsiteX661" fmla="*/ 1757941 w 2376404"/>
                <a:gd name="connsiteY661" fmla="*/ 927310 h 957489"/>
                <a:gd name="connsiteX662" fmla="*/ 1757573 w 2376404"/>
                <a:gd name="connsiteY662" fmla="*/ 924895 h 957489"/>
                <a:gd name="connsiteX663" fmla="*/ 1756567 w 2376404"/>
                <a:gd name="connsiteY663" fmla="*/ 922581 h 957489"/>
                <a:gd name="connsiteX664" fmla="*/ 1754957 w 2376404"/>
                <a:gd name="connsiteY664" fmla="*/ 920335 h 957489"/>
                <a:gd name="connsiteX665" fmla="*/ 1752475 w 2376404"/>
                <a:gd name="connsiteY665" fmla="*/ 917954 h 957489"/>
                <a:gd name="connsiteX666" fmla="*/ 1747982 w 2376404"/>
                <a:gd name="connsiteY666" fmla="*/ 914500 h 957489"/>
                <a:gd name="connsiteX667" fmla="*/ 1742382 w 2376404"/>
                <a:gd name="connsiteY667" fmla="*/ 910207 h 957489"/>
                <a:gd name="connsiteX668" fmla="*/ 1729974 w 2376404"/>
                <a:gd name="connsiteY668" fmla="*/ 900583 h 957489"/>
                <a:gd name="connsiteX669" fmla="*/ 1722697 w 2376404"/>
                <a:gd name="connsiteY669" fmla="*/ 893407 h 957489"/>
                <a:gd name="connsiteX670" fmla="*/ 1718036 w 2376404"/>
                <a:gd name="connsiteY670" fmla="*/ 885694 h 957489"/>
                <a:gd name="connsiteX671" fmla="*/ 1716158 w 2376404"/>
                <a:gd name="connsiteY671" fmla="*/ 877411 h 957489"/>
                <a:gd name="connsiteX672" fmla="*/ 1719881 w 2376404"/>
                <a:gd name="connsiteY672" fmla="*/ 863461 h 957489"/>
                <a:gd name="connsiteX673" fmla="*/ 1732355 w 2376404"/>
                <a:gd name="connsiteY673" fmla="*/ 853804 h 957489"/>
                <a:gd name="connsiteX674" fmla="*/ 1752241 w 2376404"/>
                <a:gd name="connsiteY674" fmla="*/ 850752 h 957489"/>
                <a:gd name="connsiteX675" fmla="*/ 1782656 w 2376404"/>
                <a:gd name="connsiteY675" fmla="*/ 853837 h 957489"/>
                <a:gd name="connsiteX676" fmla="*/ 1785003 w 2376404"/>
                <a:gd name="connsiteY676" fmla="*/ 874762 h 957489"/>
                <a:gd name="connsiteX677" fmla="*/ 1762535 w 2376404"/>
                <a:gd name="connsiteY677" fmla="*/ 870034 h 957489"/>
                <a:gd name="connsiteX678" fmla="*/ 1752475 w 2376404"/>
                <a:gd name="connsiteY678" fmla="*/ 871174 h 957489"/>
                <a:gd name="connsiteX679" fmla="*/ 1746439 w 2376404"/>
                <a:gd name="connsiteY679" fmla="*/ 874695 h 957489"/>
                <a:gd name="connsiteX680" fmla="*/ 1744830 w 2376404"/>
                <a:gd name="connsiteY680" fmla="*/ 879960 h 957489"/>
                <a:gd name="connsiteX681" fmla="*/ 1745601 w 2376404"/>
                <a:gd name="connsiteY681" fmla="*/ 883313 h 957489"/>
                <a:gd name="connsiteX682" fmla="*/ 1747881 w 2376404"/>
                <a:gd name="connsiteY682" fmla="*/ 886767 h 957489"/>
                <a:gd name="connsiteX683" fmla="*/ 1751469 w 2376404"/>
                <a:gd name="connsiteY683" fmla="*/ 890188 h 957489"/>
                <a:gd name="connsiteX684" fmla="*/ 1759920 w 2376404"/>
                <a:gd name="connsiteY684" fmla="*/ 896526 h 957489"/>
                <a:gd name="connsiteX685" fmla="*/ 1771154 w 2376404"/>
                <a:gd name="connsiteY685" fmla="*/ 905043 h 957489"/>
                <a:gd name="connsiteX686" fmla="*/ 1779168 w 2376404"/>
                <a:gd name="connsiteY686" fmla="*/ 912689 h 957489"/>
                <a:gd name="connsiteX687" fmla="*/ 1784165 w 2376404"/>
                <a:gd name="connsiteY687" fmla="*/ 920972 h 957489"/>
                <a:gd name="connsiteX688" fmla="*/ 1786210 w 2376404"/>
                <a:gd name="connsiteY688" fmla="*/ 929892 h 957489"/>
                <a:gd name="connsiteX689" fmla="*/ 1786244 w 2376404"/>
                <a:gd name="connsiteY689" fmla="*/ 931065 h 957489"/>
                <a:gd name="connsiteX690" fmla="*/ 1786244 w 2376404"/>
                <a:gd name="connsiteY690" fmla="*/ 931300 h 957489"/>
                <a:gd name="connsiteX691" fmla="*/ 1782354 w 2376404"/>
                <a:gd name="connsiteY691" fmla="*/ 943842 h 957489"/>
                <a:gd name="connsiteX692" fmla="*/ 1768974 w 2376404"/>
                <a:gd name="connsiteY692" fmla="*/ 953868 h 957489"/>
                <a:gd name="connsiteX693" fmla="*/ 1748384 w 2376404"/>
                <a:gd name="connsiteY693" fmla="*/ 957456 h 957489"/>
                <a:gd name="connsiteX694" fmla="*/ 1748183 w 2376404"/>
                <a:gd name="connsiteY694" fmla="*/ 957456 h 957489"/>
                <a:gd name="connsiteX695" fmla="*/ 1733730 w 2376404"/>
                <a:gd name="connsiteY695" fmla="*/ 956517 h 957489"/>
                <a:gd name="connsiteX696" fmla="*/ 1715152 w 2376404"/>
                <a:gd name="connsiteY696" fmla="*/ 953164 h 9574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</a:cxnLst>
              <a:rect l="l" t="t" r="r" b="b"/>
              <a:pathLst>
                <a:path w="2376404" h="957489">
                  <a:moveTo>
                    <a:pt x="627249" y="177997"/>
                  </a:moveTo>
                  <a:lnTo>
                    <a:pt x="894614" y="177997"/>
                  </a:lnTo>
                  <a:cubicBezTo>
                    <a:pt x="895956" y="171626"/>
                    <a:pt x="915237" y="88999"/>
                    <a:pt x="1020031" y="88999"/>
                  </a:cubicBezTo>
                  <a:lnTo>
                    <a:pt x="627249" y="88999"/>
                  </a:lnTo>
                  <a:lnTo>
                    <a:pt x="627249" y="0"/>
                  </a:lnTo>
                  <a:lnTo>
                    <a:pt x="1038642" y="0"/>
                  </a:lnTo>
                  <a:cubicBezTo>
                    <a:pt x="1147660" y="0"/>
                    <a:pt x="1162650" y="88999"/>
                    <a:pt x="1162650" y="88999"/>
                  </a:cubicBezTo>
                  <a:lnTo>
                    <a:pt x="1216974" y="88999"/>
                  </a:lnTo>
                  <a:cubicBezTo>
                    <a:pt x="1216974" y="88999"/>
                    <a:pt x="1232333" y="0"/>
                    <a:pt x="1341351" y="0"/>
                  </a:cubicBezTo>
                  <a:cubicBezTo>
                    <a:pt x="1450370" y="0"/>
                    <a:pt x="1734870" y="369"/>
                    <a:pt x="1734870" y="369"/>
                  </a:cubicBezTo>
                  <a:lnTo>
                    <a:pt x="1734870" y="88999"/>
                  </a:lnTo>
                  <a:lnTo>
                    <a:pt x="1465762" y="88999"/>
                  </a:lnTo>
                  <a:lnTo>
                    <a:pt x="1465762" y="177595"/>
                  </a:lnTo>
                  <a:lnTo>
                    <a:pt x="1628032" y="177595"/>
                  </a:lnTo>
                  <a:cubicBezTo>
                    <a:pt x="1737050" y="177595"/>
                    <a:pt x="1752408" y="267298"/>
                    <a:pt x="1752408" y="267298"/>
                  </a:cubicBezTo>
                  <a:lnTo>
                    <a:pt x="1465762" y="267298"/>
                  </a:lnTo>
                  <a:lnTo>
                    <a:pt x="1465762" y="355626"/>
                  </a:lnTo>
                  <a:lnTo>
                    <a:pt x="1752039" y="355425"/>
                  </a:lnTo>
                  <a:lnTo>
                    <a:pt x="1752039" y="355425"/>
                  </a:lnTo>
                  <a:cubicBezTo>
                    <a:pt x="1752039" y="355425"/>
                    <a:pt x="1737016" y="444423"/>
                    <a:pt x="1627998" y="444423"/>
                  </a:cubicBezTo>
                  <a:lnTo>
                    <a:pt x="1234144" y="444423"/>
                  </a:lnTo>
                  <a:lnTo>
                    <a:pt x="1234144" y="355626"/>
                  </a:lnTo>
                  <a:lnTo>
                    <a:pt x="1162583" y="355626"/>
                  </a:lnTo>
                  <a:cubicBezTo>
                    <a:pt x="1161174" y="362802"/>
                    <a:pt x="1142865" y="444423"/>
                    <a:pt x="1038675" y="444423"/>
                  </a:cubicBezTo>
                  <a:lnTo>
                    <a:pt x="627283" y="444423"/>
                  </a:lnTo>
                  <a:lnTo>
                    <a:pt x="627283" y="355425"/>
                  </a:lnTo>
                  <a:lnTo>
                    <a:pt x="1006114" y="355425"/>
                  </a:lnTo>
                  <a:cubicBezTo>
                    <a:pt x="909637" y="348248"/>
                    <a:pt x="894614" y="267298"/>
                    <a:pt x="894614" y="267298"/>
                  </a:cubicBezTo>
                  <a:lnTo>
                    <a:pt x="627283" y="267298"/>
                  </a:lnTo>
                  <a:lnTo>
                    <a:pt x="627283" y="177997"/>
                  </a:lnTo>
                  <a:close/>
                  <a:moveTo>
                    <a:pt x="1341351" y="267298"/>
                  </a:moveTo>
                  <a:cubicBezTo>
                    <a:pt x="1237061" y="267298"/>
                    <a:pt x="1217980" y="182424"/>
                    <a:pt x="1217008" y="177796"/>
                  </a:cubicBezTo>
                  <a:lnTo>
                    <a:pt x="1162616" y="177796"/>
                  </a:lnTo>
                  <a:cubicBezTo>
                    <a:pt x="1162281" y="180378"/>
                    <a:pt x="1158760" y="202779"/>
                    <a:pt x="1136560" y="222966"/>
                  </a:cubicBezTo>
                  <a:cubicBezTo>
                    <a:pt x="1162650" y="245132"/>
                    <a:pt x="1162650" y="267298"/>
                    <a:pt x="1162650" y="267298"/>
                  </a:cubicBezTo>
                  <a:lnTo>
                    <a:pt x="1341351" y="267298"/>
                  </a:lnTo>
                  <a:close/>
                  <a:moveTo>
                    <a:pt x="2334588" y="596096"/>
                  </a:moveTo>
                  <a:cubicBezTo>
                    <a:pt x="2334588" y="589289"/>
                    <a:pt x="2343173" y="587881"/>
                    <a:pt x="2348170" y="587881"/>
                  </a:cubicBezTo>
                  <a:cubicBezTo>
                    <a:pt x="2355681" y="587881"/>
                    <a:pt x="2367485" y="590027"/>
                    <a:pt x="2374628" y="592877"/>
                  </a:cubicBezTo>
                  <a:lnTo>
                    <a:pt x="2372113" y="572153"/>
                  </a:lnTo>
                  <a:cubicBezTo>
                    <a:pt x="2362120" y="570343"/>
                    <a:pt x="2351758" y="568934"/>
                    <a:pt x="2341731" y="568934"/>
                  </a:cubicBezTo>
                  <a:cubicBezTo>
                    <a:pt x="2307057" y="568934"/>
                    <a:pt x="2303838" y="587881"/>
                    <a:pt x="2303838" y="594319"/>
                  </a:cubicBezTo>
                  <a:cubicBezTo>
                    <a:pt x="2303838" y="620408"/>
                    <a:pt x="2345286" y="631843"/>
                    <a:pt x="2345286" y="647202"/>
                  </a:cubicBezTo>
                  <a:cubicBezTo>
                    <a:pt x="2345286" y="653976"/>
                    <a:pt x="2336366" y="656860"/>
                    <a:pt x="2329927" y="656860"/>
                  </a:cubicBezTo>
                  <a:cubicBezTo>
                    <a:pt x="2319934" y="656860"/>
                    <a:pt x="2309908" y="653272"/>
                    <a:pt x="2300250" y="649348"/>
                  </a:cubicBezTo>
                  <a:lnTo>
                    <a:pt x="2303838" y="671514"/>
                  </a:lnTo>
                  <a:cubicBezTo>
                    <a:pt x="2314200" y="673660"/>
                    <a:pt x="2325635" y="675806"/>
                    <a:pt x="2336735" y="675806"/>
                  </a:cubicBezTo>
                  <a:cubicBezTo>
                    <a:pt x="2353870" y="675806"/>
                    <a:pt x="2376405" y="668999"/>
                    <a:pt x="2376405" y="649717"/>
                  </a:cubicBezTo>
                  <a:cubicBezTo>
                    <a:pt x="2376405" y="622555"/>
                    <a:pt x="2334588" y="609342"/>
                    <a:pt x="2334588" y="596096"/>
                  </a:cubicBezTo>
                  <a:lnTo>
                    <a:pt x="2334588" y="596096"/>
                  </a:lnTo>
                  <a:close/>
                  <a:moveTo>
                    <a:pt x="2247367" y="568934"/>
                  </a:moveTo>
                  <a:cubicBezTo>
                    <a:pt x="2232713" y="568934"/>
                    <a:pt x="2220574" y="574299"/>
                    <a:pt x="2213766" y="587512"/>
                  </a:cubicBezTo>
                  <a:cubicBezTo>
                    <a:pt x="2208401" y="573931"/>
                    <a:pt x="2195893" y="568934"/>
                    <a:pt x="2182312" y="568934"/>
                  </a:cubicBezTo>
                  <a:cubicBezTo>
                    <a:pt x="2168026" y="568934"/>
                    <a:pt x="2155853" y="575004"/>
                    <a:pt x="2149784" y="587512"/>
                  </a:cubicBezTo>
                  <a:lnTo>
                    <a:pt x="2149415" y="587143"/>
                  </a:lnTo>
                  <a:lnTo>
                    <a:pt x="2149415" y="571416"/>
                  </a:lnTo>
                  <a:lnTo>
                    <a:pt x="2122621" y="571416"/>
                  </a:lnTo>
                  <a:lnTo>
                    <a:pt x="2122621" y="673291"/>
                  </a:lnTo>
                  <a:lnTo>
                    <a:pt x="2151226" y="673291"/>
                  </a:lnTo>
                  <a:lnTo>
                    <a:pt x="2151226" y="615043"/>
                  </a:lnTo>
                  <a:cubicBezTo>
                    <a:pt x="2151226" y="610751"/>
                    <a:pt x="2154076" y="591804"/>
                    <a:pt x="2172318" y="591804"/>
                  </a:cubicBezTo>
                  <a:cubicBezTo>
                    <a:pt x="2183753" y="591804"/>
                    <a:pt x="2187677" y="599651"/>
                    <a:pt x="2187677" y="609678"/>
                  </a:cubicBezTo>
                  <a:lnTo>
                    <a:pt x="2187677" y="673291"/>
                  </a:lnTo>
                  <a:lnTo>
                    <a:pt x="2216617" y="673291"/>
                  </a:lnTo>
                  <a:lnTo>
                    <a:pt x="2216617" y="615043"/>
                  </a:lnTo>
                  <a:cubicBezTo>
                    <a:pt x="2216617" y="610751"/>
                    <a:pt x="2219098" y="591804"/>
                    <a:pt x="2237709" y="591804"/>
                  </a:cubicBezTo>
                  <a:cubicBezTo>
                    <a:pt x="2248809" y="591804"/>
                    <a:pt x="2253068" y="599651"/>
                    <a:pt x="2253068" y="609678"/>
                  </a:cubicBezTo>
                  <a:lnTo>
                    <a:pt x="2253068" y="673291"/>
                  </a:lnTo>
                  <a:lnTo>
                    <a:pt x="2281672" y="673291"/>
                  </a:lnTo>
                  <a:lnTo>
                    <a:pt x="2281672" y="595728"/>
                  </a:lnTo>
                  <a:cubicBezTo>
                    <a:pt x="2281672" y="577150"/>
                    <a:pt x="2265576" y="568934"/>
                    <a:pt x="2247367" y="568934"/>
                  </a:cubicBezTo>
                  <a:close/>
                  <a:moveTo>
                    <a:pt x="2056157" y="568934"/>
                  </a:moveTo>
                  <a:lnTo>
                    <a:pt x="2055084" y="568934"/>
                  </a:lnTo>
                  <a:cubicBezTo>
                    <a:pt x="2020410" y="569303"/>
                    <a:pt x="2003275" y="591435"/>
                    <a:pt x="2003275" y="622555"/>
                  </a:cubicBezTo>
                  <a:cubicBezTo>
                    <a:pt x="2003275" y="653674"/>
                    <a:pt x="2021852" y="673660"/>
                    <a:pt x="2055084" y="675437"/>
                  </a:cubicBezTo>
                  <a:cubicBezTo>
                    <a:pt x="2056526" y="675806"/>
                    <a:pt x="2057935" y="675806"/>
                    <a:pt x="2059377" y="675806"/>
                  </a:cubicBezTo>
                  <a:cubicBezTo>
                    <a:pt x="2073662" y="675806"/>
                    <a:pt x="2084393" y="674364"/>
                    <a:pt x="2095459" y="671883"/>
                  </a:cubicBezTo>
                  <a:lnTo>
                    <a:pt x="2097940" y="650455"/>
                  </a:lnTo>
                  <a:cubicBezTo>
                    <a:pt x="2087210" y="653674"/>
                    <a:pt x="2076143" y="656893"/>
                    <a:pt x="2064339" y="656893"/>
                  </a:cubicBezTo>
                  <a:cubicBezTo>
                    <a:pt x="2061120" y="656893"/>
                    <a:pt x="2057901" y="656524"/>
                    <a:pt x="2055051" y="655820"/>
                  </a:cubicBezTo>
                  <a:cubicBezTo>
                    <a:pt x="2041470" y="652970"/>
                    <a:pt x="2031812" y="642943"/>
                    <a:pt x="2031812" y="627216"/>
                  </a:cubicBezTo>
                  <a:lnTo>
                    <a:pt x="2031812" y="623997"/>
                  </a:lnTo>
                  <a:lnTo>
                    <a:pt x="2105418" y="623997"/>
                  </a:lnTo>
                  <a:lnTo>
                    <a:pt x="2105418" y="615781"/>
                  </a:lnTo>
                  <a:cubicBezTo>
                    <a:pt x="2105418" y="582884"/>
                    <a:pt x="2083621" y="568968"/>
                    <a:pt x="2056090" y="568968"/>
                  </a:cubicBezTo>
                  <a:close/>
                  <a:moveTo>
                    <a:pt x="2055084" y="586439"/>
                  </a:moveTo>
                  <a:lnTo>
                    <a:pt x="2056157" y="586439"/>
                  </a:lnTo>
                  <a:cubicBezTo>
                    <a:pt x="2071885" y="586439"/>
                    <a:pt x="2078323" y="595359"/>
                    <a:pt x="2078323" y="610013"/>
                  </a:cubicBezTo>
                  <a:lnTo>
                    <a:pt x="2031879" y="610013"/>
                  </a:lnTo>
                  <a:cubicBezTo>
                    <a:pt x="2032952" y="597136"/>
                    <a:pt x="2040799" y="586774"/>
                    <a:pt x="2055118" y="586439"/>
                  </a:cubicBezTo>
                  <a:close/>
                  <a:moveTo>
                    <a:pt x="1967159" y="636806"/>
                  </a:moveTo>
                  <a:lnTo>
                    <a:pt x="1967159" y="591435"/>
                  </a:lnTo>
                  <a:lnTo>
                    <a:pt x="1992879" y="591435"/>
                  </a:lnTo>
                  <a:lnTo>
                    <a:pt x="1992879" y="571416"/>
                  </a:lnTo>
                  <a:lnTo>
                    <a:pt x="1967159" y="571416"/>
                  </a:lnTo>
                  <a:lnTo>
                    <a:pt x="1967159" y="546768"/>
                  </a:lnTo>
                  <a:lnTo>
                    <a:pt x="1938219" y="553542"/>
                  </a:lnTo>
                  <a:lnTo>
                    <a:pt x="1938219" y="571416"/>
                  </a:lnTo>
                  <a:lnTo>
                    <a:pt x="1923934" y="571416"/>
                  </a:lnTo>
                  <a:lnTo>
                    <a:pt x="1923934" y="591435"/>
                  </a:lnTo>
                  <a:lnTo>
                    <a:pt x="1938219" y="591435"/>
                  </a:lnTo>
                  <a:lnTo>
                    <a:pt x="1938219" y="649348"/>
                  </a:lnTo>
                  <a:cubicBezTo>
                    <a:pt x="1938219" y="669368"/>
                    <a:pt x="1948950" y="675806"/>
                    <a:pt x="1968601" y="675806"/>
                  </a:cubicBezTo>
                  <a:cubicBezTo>
                    <a:pt x="1977152" y="675806"/>
                    <a:pt x="1984328" y="674733"/>
                    <a:pt x="1991471" y="672587"/>
                  </a:cubicBezTo>
                  <a:lnTo>
                    <a:pt x="1991471" y="672587"/>
                  </a:lnTo>
                  <a:lnTo>
                    <a:pt x="1995059" y="652232"/>
                  </a:lnTo>
                  <a:cubicBezTo>
                    <a:pt x="1990062" y="653305"/>
                    <a:pt x="1985032" y="654009"/>
                    <a:pt x="1979700" y="654009"/>
                  </a:cubicBezTo>
                  <a:cubicBezTo>
                    <a:pt x="1969707" y="654009"/>
                    <a:pt x="1967192" y="646867"/>
                    <a:pt x="1967192" y="636840"/>
                  </a:cubicBezTo>
                  <a:close/>
                  <a:moveTo>
                    <a:pt x="1871755" y="596063"/>
                  </a:moveTo>
                  <a:cubicBezTo>
                    <a:pt x="1871755" y="589256"/>
                    <a:pt x="1879971" y="587847"/>
                    <a:pt x="1884967" y="587847"/>
                  </a:cubicBezTo>
                  <a:cubicBezTo>
                    <a:pt x="1892814" y="587847"/>
                    <a:pt x="1904283" y="589993"/>
                    <a:pt x="1911426" y="592844"/>
                  </a:cubicBezTo>
                  <a:lnTo>
                    <a:pt x="1909279" y="572120"/>
                  </a:lnTo>
                  <a:cubicBezTo>
                    <a:pt x="1898917" y="570309"/>
                    <a:pt x="1888924" y="568901"/>
                    <a:pt x="1878898" y="568901"/>
                  </a:cubicBezTo>
                  <a:cubicBezTo>
                    <a:pt x="1843855" y="568901"/>
                    <a:pt x="1840636" y="587847"/>
                    <a:pt x="1840636" y="594286"/>
                  </a:cubicBezTo>
                  <a:cubicBezTo>
                    <a:pt x="1840636" y="620375"/>
                    <a:pt x="1882083" y="631810"/>
                    <a:pt x="1882083" y="647168"/>
                  </a:cubicBezTo>
                  <a:cubicBezTo>
                    <a:pt x="1882083" y="653942"/>
                    <a:pt x="1873130" y="656826"/>
                    <a:pt x="1866725" y="656826"/>
                  </a:cubicBezTo>
                  <a:cubicBezTo>
                    <a:pt x="1856732" y="656826"/>
                    <a:pt x="1847074" y="653238"/>
                    <a:pt x="1837416" y="649315"/>
                  </a:cubicBezTo>
                  <a:lnTo>
                    <a:pt x="1840636" y="671480"/>
                  </a:lnTo>
                  <a:cubicBezTo>
                    <a:pt x="1851367" y="673627"/>
                    <a:pt x="1862433" y="675773"/>
                    <a:pt x="1873499" y="675773"/>
                  </a:cubicBezTo>
                  <a:cubicBezTo>
                    <a:pt x="1891037" y="675773"/>
                    <a:pt x="1913169" y="668965"/>
                    <a:pt x="1913169" y="649683"/>
                  </a:cubicBezTo>
                  <a:cubicBezTo>
                    <a:pt x="1913169" y="622521"/>
                    <a:pt x="1871721" y="609309"/>
                    <a:pt x="1871721" y="596063"/>
                  </a:cubicBezTo>
                  <a:close/>
                  <a:moveTo>
                    <a:pt x="1774541" y="651461"/>
                  </a:moveTo>
                  <a:lnTo>
                    <a:pt x="1773836" y="651461"/>
                  </a:lnTo>
                  <a:cubicBezTo>
                    <a:pt x="1767767" y="624298"/>
                    <a:pt x="1756332" y="598209"/>
                    <a:pt x="1748451" y="571382"/>
                  </a:cubicBezTo>
                  <a:lnTo>
                    <a:pt x="1719512" y="571382"/>
                  </a:lnTo>
                  <a:lnTo>
                    <a:pt x="1759551" y="675404"/>
                  </a:lnTo>
                  <a:cubicBezTo>
                    <a:pt x="1755628" y="687208"/>
                    <a:pt x="1750262" y="701862"/>
                    <a:pt x="1735977" y="701862"/>
                  </a:cubicBezTo>
                  <a:cubicBezTo>
                    <a:pt x="1729538" y="701862"/>
                    <a:pt x="1723469" y="700085"/>
                    <a:pt x="1717399" y="697201"/>
                  </a:cubicBezTo>
                  <a:lnTo>
                    <a:pt x="1721323" y="719367"/>
                  </a:lnTo>
                  <a:cubicBezTo>
                    <a:pt x="1728130" y="720775"/>
                    <a:pt x="1735272" y="721882"/>
                    <a:pt x="1741678" y="721882"/>
                  </a:cubicBezTo>
                  <a:cubicBezTo>
                    <a:pt x="1764212" y="721882"/>
                    <a:pt x="1774205" y="711889"/>
                    <a:pt x="1780979" y="695088"/>
                  </a:cubicBezTo>
                  <a:lnTo>
                    <a:pt x="1830307" y="571416"/>
                  </a:lnTo>
                  <a:lnTo>
                    <a:pt x="1801703" y="571416"/>
                  </a:lnTo>
                  <a:lnTo>
                    <a:pt x="1774541" y="651494"/>
                  </a:lnTo>
                  <a:close/>
                  <a:moveTo>
                    <a:pt x="1655160" y="570343"/>
                  </a:moveTo>
                  <a:cubicBezTo>
                    <a:pt x="1655160" y="564273"/>
                    <a:pt x="1661230" y="555688"/>
                    <a:pt x="1676622" y="555688"/>
                  </a:cubicBezTo>
                  <a:cubicBezTo>
                    <a:pt x="1686615" y="555688"/>
                    <a:pt x="1696273" y="558539"/>
                    <a:pt x="1705562" y="561758"/>
                  </a:cubicBezTo>
                  <a:lnTo>
                    <a:pt x="1702342" y="537815"/>
                  </a:lnTo>
                  <a:cubicBezTo>
                    <a:pt x="1691612" y="535300"/>
                    <a:pt x="1680545" y="533891"/>
                    <a:pt x="1669815" y="533891"/>
                  </a:cubicBezTo>
                  <a:cubicBezTo>
                    <a:pt x="1636583" y="533891"/>
                    <a:pt x="1624075" y="550692"/>
                    <a:pt x="1624075" y="568196"/>
                  </a:cubicBezTo>
                  <a:cubicBezTo>
                    <a:pt x="1624075" y="600724"/>
                    <a:pt x="1680177" y="618933"/>
                    <a:pt x="1680177" y="638617"/>
                  </a:cubicBezTo>
                  <a:cubicBezTo>
                    <a:pt x="1680177" y="650421"/>
                    <a:pt x="1668004" y="653976"/>
                    <a:pt x="1658380" y="653976"/>
                  </a:cubicBezTo>
                  <a:cubicBezTo>
                    <a:pt x="1645872" y="653976"/>
                    <a:pt x="1633363" y="650388"/>
                    <a:pt x="1621928" y="645056"/>
                  </a:cubicBezTo>
                  <a:lnTo>
                    <a:pt x="1625148" y="670407"/>
                  </a:lnTo>
                  <a:cubicBezTo>
                    <a:pt x="1638025" y="673258"/>
                    <a:pt x="1650868" y="675773"/>
                    <a:pt x="1664114" y="675773"/>
                  </a:cubicBezTo>
                  <a:cubicBezTo>
                    <a:pt x="1699827" y="675773"/>
                    <a:pt x="1710927" y="656122"/>
                    <a:pt x="1710927" y="640026"/>
                  </a:cubicBezTo>
                  <a:cubicBezTo>
                    <a:pt x="1710927" y="606794"/>
                    <a:pt x="1655160" y="592139"/>
                    <a:pt x="1655160" y="570343"/>
                  </a:cubicBezTo>
                  <a:lnTo>
                    <a:pt x="1655160" y="570343"/>
                  </a:lnTo>
                  <a:close/>
                  <a:moveTo>
                    <a:pt x="1535445" y="568934"/>
                  </a:moveTo>
                  <a:cubicBezTo>
                    <a:pt x="1522937" y="568934"/>
                    <a:pt x="1514721" y="575373"/>
                    <a:pt x="1508987" y="585030"/>
                  </a:cubicBezTo>
                  <a:lnTo>
                    <a:pt x="1508987" y="585030"/>
                  </a:lnTo>
                  <a:lnTo>
                    <a:pt x="1508618" y="584326"/>
                  </a:lnTo>
                  <a:lnTo>
                    <a:pt x="1508618" y="571449"/>
                  </a:lnTo>
                  <a:lnTo>
                    <a:pt x="1481455" y="571449"/>
                  </a:lnTo>
                  <a:lnTo>
                    <a:pt x="1481455" y="673325"/>
                  </a:lnTo>
                  <a:lnTo>
                    <a:pt x="1510060" y="673325"/>
                  </a:lnTo>
                  <a:lnTo>
                    <a:pt x="1510060" y="621515"/>
                  </a:lnTo>
                  <a:cubicBezTo>
                    <a:pt x="1510060" y="600791"/>
                    <a:pt x="1520422" y="591838"/>
                    <a:pt x="1535076" y="591838"/>
                  </a:cubicBezTo>
                  <a:cubicBezTo>
                    <a:pt x="1538999" y="591838"/>
                    <a:pt x="1542588" y="592542"/>
                    <a:pt x="1546880" y="593615"/>
                  </a:cubicBezTo>
                  <a:lnTo>
                    <a:pt x="1544365" y="570041"/>
                  </a:lnTo>
                  <a:cubicBezTo>
                    <a:pt x="1541514" y="569336"/>
                    <a:pt x="1538664" y="568968"/>
                    <a:pt x="1535411" y="568968"/>
                  </a:cubicBezTo>
                  <a:lnTo>
                    <a:pt x="1535411" y="568968"/>
                  </a:lnTo>
                  <a:close/>
                  <a:moveTo>
                    <a:pt x="1414991" y="568934"/>
                  </a:moveTo>
                  <a:lnTo>
                    <a:pt x="1413918" y="568934"/>
                  </a:lnTo>
                  <a:cubicBezTo>
                    <a:pt x="1379244" y="569303"/>
                    <a:pt x="1362075" y="591435"/>
                    <a:pt x="1362075" y="622555"/>
                  </a:cubicBezTo>
                  <a:cubicBezTo>
                    <a:pt x="1362075" y="652198"/>
                    <a:pt x="1381022" y="673660"/>
                    <a:pt x="1413918" y="675437"/>
                  </a:cubicBezTo>
                  <a:cubicBezTo>
                    <a:pt x="1415327" y="675806"/>
                    <a:pt x="1416769" y="675806"/>
                    <a:pt x="1418580" y="675806"/>
                  </a:cubicBezTo>
                  <a:cubicBezTo>
                    <a:pt x="1432530" y="675806"/>
                    <a:pt x="1443596" y="674364"/>
                    <a:pt x="1454327" y="671883"/>
                  </a:cubicBezTo>
                  <a:lnTo>
                    <a:pt x="1456842" y="650455"/>
                  </a:lnTo>
                  <a:cubicBezTo>
                    <a:pt x="1446111" y="653674"/>
                    <a:pt x="1435045" y="656893"/>
                    <a:pt x="1423241" y="656893"/>
                  </a:cubicBezTo>
                  <a:cubicBezTo>
                    <a:pt x="1420021" y="656893"/>
                    <a:pt x="1416802" y="656524"/>
                    <a:pt x="1413952" y="655820"/>
                  </a:cubicBezTo>
                  <a:cubicBezTo>
                    <a:pt x="1400371" y="652970"/>
                    <a:pt x="1390713" y="642943"/>
                    <a:pt x="1390713" y="627216"/>
                  </a:cubicBezTo>
                  <a:lnTo>
                    <a:pt x="1390713" y="623997"/>
                  </a:lnTo>
                  <a:lnTo>
                    <a:pt x="1464689" y="623997"/>
                  </a:lnTo>
                  <a:lnTo>
                    <a:pt x="1464689" y="615781"/>
                  </a:lnTo>
                  <a:cubicBezTo>
                    <a:pt x="1464689" y="582884"/>
                    <a:pt x="1442523" y="568968"/>
                    <a:pt x="1414991" y="568968"/>
                  </a:cubicBezTo>
                  <a:close/>
                  <a:moveTo>
                    <a:pt x="1413918" y="586439"/>
                  </a:moveTo>
                  <a:lnTo>
                    <a:pt x="1414991" y="586439"/>
                  </a:lnTo>
                  <a:cubicBezTo>
                    <a:pt x="1430719" y="586439"/>
                    <a:pt x="1437157" y="595359"/>
                    <a:pt x="1437157" y="610013"/>
                  </a:cubicBezTo>
                  <a:lnTo>
                    <a:pt x="1390679" y="610013"/>
                  </a:lnTo>
                  <a:cubicBezTo>
                    <a:pt x="1391753" y="597136"/>
                    <a:pt x="1399968" y="586774"/>
                    <a:pt x="1413918" y="586439"/>
                  </a:cubicBezTo>
                  <a:close/>
                  <a:moveTo>
                    <a:pt x="1325993" y="636806"/>
                  </a:moveTo>
                  <a:lnTo>
                    <a:pt x="1325993" y="591435"/>
                  </a:lnTo>
                  <a:lnTo>
                    <a:pt x="1351713" y="591435"/>
                  </a:lnTo>
                  <a:lnTo>
                    <a:pt x="1351713" y="571416"/>
                  </a:lnTo>
                  <a:lnTo>
                    <a:pt x="1325993" y="571416"/>
                  </a:lnTo>
                  <a:lnTo>
                    <a:pt x="1325993" y="546768"/>
                  </a:lnTo>
                  <a:lnTo>
                    <a:pt x="1297389" y="553542"/>
                  </a:lnTo>
                  <a:lnTo>
                    <a:pt x="1297389" y="571416"/>
                  </a:lnTo>
                  <a:lnTo>
                    <a:pt x="1282734" y="571416"/>
                  </a:lnTo>
                  <a:lnTo>
                    <a:pt x="1282734" y="591435"/>
                  </a:lnTo>
                  <a:lnTo>
                    <a:pt x="1297389" y="591435"/>
                  </a:lnTo>
                  <a:lnTo>
                    <a:pt x="1297389" y="649348"/>
                  </a:lnTo>
                  <a:cubicBezTo>
                    <a:pt x="1297389" y="669368"/>
                    <a:pt x="1307750" y="675806"/>
                    <a:pt x="1327401" y="675806"/>
                  </a:cubicBezTo>
                  <a:cubicBezTo>
                    <a:pt x="1335986" y="675806"/>
                    <a:pt x="1343497" y="674733"/>
                    <a:pt x="1350640" y="672587"/>
                  </a:cubicBezTo>
                  <a:lnTo>
                    <a:pt x="1353859" y="652232"/>
                  </a:lnTo>
                  <a:cubicBezTo>
                    <a:pt x="1348863" y="653305"/>
                    <a:pt x="1343866" y="654009"/>
                    <a:pt x="1338501" y="654009"/>
                  </a:cubicBezTo>
                  <a:cubicBezTo>
                    <a:pt x="1328508" y="654009"/>
                    <a:pt x="1325993" y="646867"/>
                    <a:pt x="1325993" y="636840"/>
                  </a:cubicBezTo>
                  <a:close/>
                  <a:moveTo>
                    <a:pt x="1239140" y="621448"/>
                  </a:moveTo>
                  <a:cubicBezTo>
                    <a:pt x="1239140" y="642172"/>
                    <a:pt x="1229147" y="652534"/>
                    <a:pt x="1209832" y="652534"/>
                  </a:cubicBezTo>
                  <a:cubicBezTo>
                    <a:pt x="1199134" y="652534"/>
                    <a:pt x="1192327" y="643949"/>
                    <a:pt x="1192327" y="637175"/>
                  </a:cubicBezTo>
                  <a:lnTo>
                    <a:pt x="1192327" y="571416"/>
                  </a:lnTo>
                  <a:lnTo>
                    <a:pt x="1163387" y="571416"/>
                  </a:lnTo>
                  <a:lnTo>
                    <a:pt x="1163387" y="642541"/>
                  </a:lnTo>
                  <a:cubicBezTo>
                    <a:pt x="1163387" y="667557"/>
                    <a:pt x="1179115" y="675773"/>
                    <a:pt x="1200576" y="675773"/>
                  </a:cubicBezTo>
                  <a:cubicBezTo>
                    <a:pt x="1217746" y="675773"/>
                    <a:pt x="1231327" y="671112"/>
                    <a:pt x="1238805" y="656122"/>
                  </a:cubicBezTo>
                  <a:lnTo>
                    <a:pt x="1238805" y="656122"/>
                  </a:lnTo>
                  <a:lnTo>
                    <a:pt x="1239174" y="656491"/>
                  </a:lnTo>
                  <a:lnTo>
                    <a:pt x="1239174" y="673291"/>
                  </a:lnTo>
                  <a:lnTo>
                    <a:pt x="1267778" y="673291"/>
                  </a:lnTo>
                  <a:lnTo>
                    <a:pt x="1267778" y="571416"/>
                  </a:lnTo>
                  <a:lnTo>
                    <a:pt x="1239174" y="571416"/>
                  </a:lnTo>
                  <a:lnTo>
                    <a:pt x="1239174" y="621448"/>
                  </a:lnTo>
                  <a:close/>
                  <a:moveTo>
                    <a:pt x="1083208" y="568934"/>
                  </a:moveTo>
                  <a:cubicBezTo>
                    <a:pt x="1067380" y="569102"/>
                    <a:pt x="1051619" y="571550"/>
                    <a:pt x="1036127" y="574635"/>
                  </a:cubicBezTo>
                  <a:lnTo>
                    <a:pt x="1036127" y="719031"/>
                  </a:lnTo>
                  <a:lnTo>
                    <a:pt x="1064731" y="719031"/>
                  </a:lnTo>
                  <a:lnTo>
                    <a:pt x="1064731" y="659006"/>
                  </a:lnTo>
                  <a:lnTo>
                    <a:pt x="1065100" y="659341"/>
                  </a:lnTo>
                  <a:cubicBezTo>
                    <a:pt x="1070465" y="665947"/>
                    <a:pt x="1080324" y="671514"/>
                    <a:pt x="1086930" y="673459"/>
                  </a:cubicBezTo>
                  <a:cubicBezTo>
                    <a:pt x="1093537" y="675404"/>
                    <a:pt x="1096052" y="675806"/>
                    <a:pt x="1100948" y="675806"/>
                  </a:cubicBezTo>
                  <a:cubicBezTo>
                    <a:pt x="1131665" y="675806"/>
                    <a:pt x="1144541" y="649013"/>
                    <a:pt x="1144541" y="624701"/>
                  </a:cubicBezTo>
                  <a:cubicBezTo>
                    <a:pt x="1144541" y="577418"/>
                    <a:pt x="1111041" y="570343"/>
                    <a:pt x="1093168" y="569102"/>
                  </a:cubicBezTo>
                  <a:cubicBezTo>
                    <a:pt x="1089848" y="568867"/>
                    <a:pt x="1086562" y="568901"/>
                    <a:pt x="1083242" y="568934"/>
                  </a:cubicBezTo>
                  <a:close/>
                  <a:moveTo>
                    <a:pt x="1089680" y="655384"/>
                  </a:moveTo>
                  <a:cubicBezTo>
                    <a:pt x="1075093" y="654613"/>
                    <a:pt x="1064731" y="641568"/>
                    <a:pt x="1064731" y="627182"/>
                  </a:cubicBezTo>
                  <a:lnTo>
                    <a:pt x="1064731" y="592877"/>
                  </a:lnTo>
                  <a:cubicBezTo>
                    <a:pt x="1071673" y="590798"/>
                    <a:pt x="1078916" y="589054"/>
                    <a:pt x="1085891" y="588954"/>
                  </a:cubicBezTo>
                  <a:cubicBezTo>
                    <a:pt x="1087568" y="588954"/>
                    <a:pt x="1089311" y="588820"/>
                    <a:pt x="1090988" y="589054"/>
                  </a:cubicBezTo>
                  <a:cubicBezTo>
                    <a:pt x="1107286" y="591167"/>
                    <a:pt x="1115602" y="604279"/>
                    <a:pt x="1115602" y="623628"/>
                  </a:cubicBezTo>
                  <a:cubicBezTo>
                    <a:pt x="1115602" y="636303"/>
                    <a:pt x="1109700" y="654848"/>
                    <a:pt x="1092128" y="655418"/>
                  </a:cubicBezTo>
                  <a:cubicBezTo>
                    <a:pt x="1091323" y="655418"/>
                    <a:pt x="1090485" y="655418"/>
                    <a:pt x="1089680" y="655418"/>
                  </a:cubicBezTo>
                  <a:close/>
                  <a:moveTo>
                    <a:pt x="978616" y="568934"/>
                  </a:moveTo>
                  <a:cubicBezTo>
                    <a:pt x="963593" y="568934"/>
                    <a:pt x="951823" y="574299"/>
                    <a:pt x="944647" y="587512"/>
                  </a:cubicBezTo>
                  <a:cubicBezTo>
                    <a:pt x="939281" y="573931"/>
                    <a:pt x="927142" y="568934"/>
                    <a:pt x="913192" y="568934"/>
                  </a:cubicBezTo>
                  <a:cubicBezTo>
                    <a:pt x="899242" y="568934"/>
                    <a:pt x="887103" y="575004"/>
                    <a:pt x="881033" y="587512"/>
                  </a:cubicBezTo>
                  <a:lnTo>
                    <a:pt x="880664" y="587143"/>
                  </a:lnTo>
                  <a:lnTo>
                    <a:pt x="880664" y="571416"/>
                  </a:lnTo>
                  <a:lnTo>
                    <a:pt x="853502" y="571416"/>
                  </a:lnTo>
                  <a:lnTo>
                    <a:pt x="853502" y="673291"/>
                  </a:lnTo>
                  <a:lnTo>
                    <a:pt x="882441" y="673291"/>
                  </a:lnTo>
                  <a:lnTo>
                    <a:pt x="882441" y="615043"/>
                  </a:lnTo>
                  <a:cubicBezTo>
                    <a:pt x="882441" y="610751"/>
                    <a:pt x="884956" y="591804"/>
                    <a:pt x="903534" y="591804"/>
                  </a:cubicBezTo>
                  <a:cubicBezTo>
                    <a:pt x="914600" y="591804"/>
                    <a:pt x="918893" y="599651"/>
                    <a:pt x="918893" y="609678"/>
                  </a:cubicBezTo>
                  <a:lnTo>
                    <a:pt x="918893" y="673291"/>
                  </a:lnTo>
                  <a:lnTo>
                    <a:pt x="947497" y="673291"/>
                  </a:lnTo>
                  <a:lnTo>
                    <a:pt x="947497" y="615043"/>
                  </a:lnTo>
                  <a:cubicBezTo>
                    <a:pt x="947497" y="610751"/>
                    <a:pt x="950347" y="591804"/>
                    <a:pt x="968590" y="591804"/>
                  </a:cubicBezTo>
                  <a:cubicBezTo>
                    <a:pt x="980025" y="591804"/>
                    <a:pt x="983948" y="599651"/>
                    <a:pt x="983948" y="609678"/>
                  </a:cubicBezTo>
                  <a:lnTo>
                    <a:pt x="983948" y="673291"/>
                  </a:lnTo>
                  <a:lnTo>
                    <a:pt x="1012888" y="673291"/>
                  </a:lnTo>
                  <a:lnTo>
                    <a:pt x="1012888" y="595728"/>
                  </a:lnTo>
                  <a:cubicBezTo>
                    <a:pt x="1012888" y="577150"/>
                    <a:pt x="996456" y="568934"/>
                    <a:pt x="978583" y="568934"/>
                  </a:cubicBezTo>
                  <a:close/>
                  <a:moveTo>
                    <a:pt x="778822" y="675806"/>
                  </a:moveTo>
                  <a:cubicBezTo>
                    <a:pt x="814938" y="675806"/>
                    <a:pt x="835293" y="653640"/>
                    <a:pt x="835293" y="622555"/>
                  </a:cubicBezTo>
                  <a:cubicBezTo>
                    <a:pt x="835293" y="591100"/>
                    <a:pt x="814938" y="568934"/>
                    <a:pt x="778822" y="568934"/>
                  </a:cubicBezTo>
                  <a:cubicBezTo>
                    <a:pt x="742706" y="568934"/>
                    <a:pt x="722720" y="591100"/>
                    <a:pt x="722720" y="622555"/>
                  </a:cubicBezTo>
                  <a:cubicBezTo>
                    <a:pt x="722720" y="653640"/>
                    <a:pt x="743109" y="675806"/>
                    <a:pt x="778822" y="675806"/>
                  </a:cubicBezTo>
                  <a:close/>
                  <a:moveTo>
                    <a:pt x="778822" y="588954"/>
                  </a:moveTo>
                  <a:cubicBezTo>
                    <a:pt x="797064" y="588954"/>
                    <a:pt x="806689" y="602166"/>
                    <a:pt x="806689" y="622186"/>
                  </a:cubicBezTo>
                  <a:cubicBezTo>
                    <a:pt x="806689" y="642205"/>
                    <a:pt x="797031" y="655418"/>
                    <a:pt x="778822" y="655418"/>
                  </a:cubicBezTo>
                  <a:cubicBezTo>
                    <a:pt x="760613" y="655418"/>
                    <a:pt x="751291" y="642205"/>
                    <a:pt x="751291" y="622186"/>
                  </a:cubicBezTo>
                  <a:cubicBezTo>
                    <a:pt x="751291" y="602166"/>
                    <a:pt x="760580" y="588954"/>
                    <a:pt x="778822" y="588954"/>
                  </a:cubicBezTo>
                  <a:close/>
                  <a:moveTo>
                    <a:pt x="622286" y="604681"/>
                  </a:moveTo>
                  <a:cubicBezTo>
                    <a:pt x="622286" y="573964"/>
                    <a:pt x="641602" y="555722"/>
                    <a:pt x="669100" y="555722"/>
                  </a:cubicBezTo>
                  <a:cubicBezTo>
                    <a:pt x="685196" y="555722"/>
                    <a:pt x="696262" y="558572"/>
                    <a:pt x="706624" y="561456"/>
                  </a:cubicBezTo>
                  <a:lnTo>
                    <a:pt x="704478" y="537882"/>
                  </a:lnTo>
                  <a:cubicBezTo>
                    <a:pt x="692674" y="535736"/>
                    <a:pt x="680535" y="533958"/>
                    <a:pt x="669100" y="533958"/>
                  </a:cubicBezTo>
                  <a:cubicBezTo>
                    <a:pt x="626914" y="533958"/>
                    <a:pt x="591167" y="555755"/>
                    <a:pt x="591167" y="604715"/>
                  </a:cubicBezTo>
                  <a:cubicBezTo>
                    <a:pt x="591167" y="653674"/>
                    <a:pt x="626914" y="675840"/>
                    <a:pt x="669100" y="675840"/>
                  </a:cubicBezTo>
                  <a:cubicBezTo>
                    <a:pt x="681976" y="675840"/>
                    <a:pt x="693747" y="674062"/>
                    <a:pt x="705551" y="671916"/>
                  </a:cubicBezTo>
                  <a:lnTo>
                    <a:pt x="708401" y="647973"/>
                  </a:lnTo>
                  <a:cubicBezTo>
                    <a:pt x="696966" y="651192"/>
                    <a:pt x="684827" y="654043"/>
                    <a:pt x="669100" y="654043"/>
                  </a:cubicBezTo>
                  <a:cubicBezTo>
                    <a:pt x="641568" y="654043"/>
                    <a:pt x="622286" y="635800"/>
                    <a:pt x="622286" y="604715"/>
                  </a:cubicBezTo>
                  <a:close/>
                  <a:moveTo>
                    <a:pt x="485033" y="588954"/>
                  </a:moveTo>
                  <a:cubicBezTo>
                    <a:pt x="493986" y="588954"/>
                    <a:pt x="502906" y="591100"/>
                    <a:pt x="511491" y="595023"/>
                  </a:cubicBezTo>
                  <a:lnTo>
                    <a:pt x="508976" y="572858"/>
                  </a:lnTo>
                  <a:cubicBezTo>
                    <a:pt x="499318" y="570007"/>
                    <a:pt x="489325" y="568934"/>
                    <a:pt x="478963" y="568934"/>
                  </a:cubicBezTo>
                  <a:cubicBezTo>
                    <a:pt x="440366" y="568934"/>
                    <a:pt x="426784" y="593246"/>
                    <a:pt x="426784" y="620408"/>
                  </a:cubicBezTo>
                  <a:cubicBezTo>
                    <a:pt x="426784" y="657564"/>
                    <a:pt x="447508" y="675806"/>
                    <a:pt x="480036" y="675806"/>
                  </a:cubicBezTo>
                  <a:cubicBezTo>
                    <a:pt x="489694" y="675806"/>
                    <a:pt x="498983" y="674364"/>
                    <a:pt x="508272" y="672218"/>
                  </a:cubicBezTo>
                  <a:lnTo>
                    <a:pt x="510787" y="649717"/>
                  </a:lnTo>
                  <a:cubicBezTo>
                    <a:pt x="502940" y="653640"/>
                    <a:pt x="494355" y="655451"/>
                    <a:pt x="485770" y="655451"/>
                  </a:cubicBezTo>
                  <a:cubicBezTo>
                    <a:pt x="466455" y="655451"/>
                    <a:pt x="456093" y="642943"/>
                    <a:pt x="455389" y="623997"/>
                  </a:cubicBezTo>
                  <a:cubicBezTo>
                    <a:pt x="454316" y="603642"/>
                    <a:pt x="463973" y="588987"/>
                    <a:pt x="485066" y="588987"/>
                  </a:cubicBezTo>
                  <a:close/>
                  <a:moveTo>
                    <a:pt x="377456" y="553911"/>
                  </a:moveTo>
                  <a:lnTo>
                    <a:pt x="406765" y="553911"/>
                  </a:lnTo>
                  <a:lnTo>
                    <a:pt x="406765" y="535333"/>
                  </a:lnTo>
                  <a:lnTo>
                    <a:pt x="377456" y="535333"/>
                  </a:lnTo>
                  <a:lnTo>
                    <a:pt x="377456" y="553911"/>
                  </a:lnTo>
                  <a:close/>
                  <a:moveTo>
                    <a:pt x="377825" y="673291"/>
                  </a:moveTo>
                  <a:lnTo>
                    <a:pt x="406765" y="673291"/>
                  </a:lnTo>
                  <a:lnTo>
                    <a:pt x="406765" y="571416"/>
                  </a:lnTo>
                  <a:lnTo>
                    <a:pt x="377825" y="571416"/>
                  </a:lnTo>
                  <a:lnTo>
                    <a:pt x="377825" y="673291"/>
                  </a:lnTo>
                  <a:close/>
                  <a:moveTo>
                    <a:pt x="335304" y="636840"/>
                  </a:moveTo>
                  <a:lnTo>
                    <a:pt x="335304" y="591469"/>
                  </a:lnTo>
                  <a:lnTo>
                    <a:pt x="361025" y="591469"/>
                  </a:lnTo>
                  <a:lnTo>
                    <a:pt x="361025" y="571449"/>
                  </a:lnTo>
                  <a:lnTo>
                    <a:pt x="335304" y="571449"/>
                  </a:lnTo>
                  <a:lnTo>
                    <a:pt x="335304" y="546802"/>
                  </a:lnTo>
                  <a:lnTo>
                    <a:pt x="306700" y="553576"/>
                  </a:lnTo>
                  <a:lnTo>
                    <a:pt x="306700" y="571449"/>
                  </a:lnTo>
                  <a:lnTo>
                    <a:pt x="292415" y="571449"/>
                  </a:lnTo>
                  <a:lnTo>
                    <a:pt x="292415" y="591469"/>
                  </a:lnTo>
                  <a:lnTo>
                    <a:pt x="306700" y="591469"/>
                  </a:lnTo>
                  <a:lnTo>
                    <a:pt x="306700" y="649382"/>
                  </a:lnTo>
                  <a:cubicBezTo>
                    <a:pt x="306700" y="669401"/>
                    <a:pt x="317431" y="675840"/>
                    <a:pt x="337082" y="675840"/>
                  </a:cubicBezTo>
                  <a:cubicBezTo>
                    <a:pt x="345297" y="675840"/>
                    <a:pt x="352809" y="674767"/>
                    <a:pt x="359952" y="672621"/>
                  </a:cubicBezTo>
                  <a:lnTo>
                    <a:pt x="363171" y="652265"/>
                  </a:lnTo>
                  <a:cubicBezTo>
                    <a:pt x="358174" y="653339"/>
                    <a:pt x="353178" y="654043"/>
                    <a:pt x="348148" y="654043"/>
                  </a:cubicBezTo>
                  <a:cubicBezTo>
                    <a:pt x="337786" y="654043"/>
                    <a:pt x="335271" y="646900"/>
                    <a:pt x="335271" y="636874"/>
                  </a:cubicBezTo>
                  <a:close/>
                  <a:moveTo>
                    <a:pt x="246674" y="673291"/>
                  </a:moveTo>
                  <a:lnTo>
                    <a:pt x="275614" y="673291"/>
                  </a:lnTo>
                  <a:lnTo>
                    <a:pt x="275614" y="536406"/>
                  </a:lnTo>
                  <a:lnTo>
                    <a:pt x="246674" y="536406"/>
                  </a:lnTo>
                  <a:lnTo>
                    <a:pt x="246674" y="673291"/>
                  </a:lnTo>
                  <a:close/>
                  <a:moveTo>
                    <a:pt x="182357" y="568934"/>
                  </a:moveTo>
                  <a:cubicBezTo>
                    <a:pt x="167334" y="568934"/>
                    <a:pt x="152679" y="571416"/>
                    <a:pt x="138025" y="574635"/>
                  </a:cubicBezTo>
                  <a:lnTo>
                    <a:pt x="135879" y="593950"/>
                  </a:lnTo>
                  <a:cubicBezTo>
                    <a:pt x="148387" y="588954"/>
                    <a:pt x="161599" y="585366"/>
                    <a:pt x="175549" y="585366"/>
                  </a:cubicBezTo>
                  <a:cubicBezTo>
                    <a:pt x="183061" y="585366"/>
                    <a:pt x="194496" y="586774"/>
                    <a:pt x="194496" y="597874"/>
                  </a:cubicBezTo>
                  <a:cubicBezTo>
                    <a:pt x="194496" y="617893"/>
                    <a:pt x="124813" y="606090"/>
                    <a:pt x="124813" y="645425"/>
                  </a:cubicBezTo>
                  <a:cubicBezTo>
                    <a:pt x="124813" y="665780"/>
                    <a:pt x="139467" y="675806"/>
                    <a:pt x="162706" y="675806"/>
                  </a:cubicBezTo>
                  <a:cubicBezTo>
                    <a:pt x="166294" y="675806"/>
                    <a:pt x="175214" y="674364"/>
                    <a:pt x="181284" y="673660"/>
                  </a:cubicBezTo>
                  <a:lnTo>
                    <a:pt x="185945" y="656155"/>
                  </a:lnTo>
                  <a:cubicBezTo>
                    <a:pt x="180579" y="657933"/>
                    <a:pt x="175214" y="659375"/>
                    <a:pt x="169849" y="659375"/>
                  </a:cubicBezTo>
                  <a:cubicBezTo>
                    <a:pt x="161633" y="659375"/>
                    <a:pt x="151975" y="656860"/>
                    <a:pt x="151975" y="646867"/>
                  </a:cubicBezTo>
                  <a:cubicBezTo>
                    <a:pt x="151975" y="628993"/>
                    <a:pt x="185945" y="629362"/>
                    <a:pt x="195938" y="620408"/>
                  </a:cubicBezTo>
                  <a:lnTo>
                    <a:pt x="195938" y="673291"/>
                  </a:lnTo>
                  <a:lnTo>
                    <a:pt x="223100" y="673291"/>
                  </a:lnTo>
                  <a:lnTo>
                    <a:pt x="223100" y="596465"/>
                  </a:lnTo>
                  <a:cubicBezTo>
                    <a:pt x="223100" y="573226"/>
                    <a:pt x="200230" y="568934"/>
                    <a:pt x="182357" y="568934"/>
                  </a:cubicBezTo>
                  <a:close/>
                  <a:moveTo>
                    <a:pt x="82292" y="602535"/>
                  </a:moveTo>
                  <a:lnTo>
                    <a:pt x="82292" y="602166"/>
                  </a:lnTo>
                  <a:cubicBezTo>
                    <a:pt x="98723" y="597874"/>
                    <a:pt x="106939" y="585366"/>
                    <a:pt x="106939" y="568934"/>
                  </a:cubicBezTo>
                  <a:cubicBezTo>
                    <a:pt x="106939" y="546064"/>
                    <a:pt x="89066" y="536406"/>
                    <a:pt x="71561" y="536406"/>
                  </a:cubicBezTo>
                  <a:lnTo>
                    <a:pt x="0" y="536406"/>
                  </a:lnTo>
                  <a:lnTo>
                    <a:pt x="0" y="673291"/>
                  </a:lnTo>
                  <a:lnTo>
                    <a:pt x="67202" y="673291"/>
                  </a:lnTo>
                  <a:cubicBezTo>
                    <a:pt x="93660" y="673291"/>
                    <a:pt x="111533" y="659710"/>
                    <a:pt x="111533" y="639321"/>
                  </a:cubicBezTo>
                  <a:cubicBezTo>
                    <a:pt x="111533" y="617156"/>
                    <a:pt x="100098" y="605385"/>
                    <a:pt x="82225" y="602501"/>
                  </a:cubicBezTo>
                  <a:close/>
                  <a:moveTo>
                    <a:pt x="53688" y="556426"/>
                  </a:moveTo>
                  <a:lnTo>
                    <a:pt x="57242" y="556426"/>
                  </a:lnTo>
                  <a:cubicBezTo>
                    <a:pt x="66531" y="556426"/>
                    <a:pt x="77631" y="560349"/>
                    <a:pt x="77631" y="572522"/>
                  </a:cubicBezTo>
                  <a:cubicBezTo>
                    <a:pt x="77631" y="583588"/>
                    <a:pt x="69046" y="592542"/>
                    <a:pt x="56907" y="592542"/>
                  </a:cubicBezTo>
                  <a:lnTo>
                    <a:pt x="29309" y="592542"/>
                  </a:lnTo>
                  <a:lnTo>
                    <a:pt x="29309" y="556460"/>
                  </a:lnTo>
                  <a:lnTo>
                    <a:pt x="53621" y="556460"/>
                  </a:lnTo>
                  <a:close/>
                  <a:moveTo>
                    <a:pt x="53688" y="612897"/>
                  </a:moveTo>
                  <a:lnTo>
                    <a:pt x="62272" y="612897"/>
                  </a:lnTo>
                  <a:cubicBezTo>
                    <a:pt x="68711" y="612897"/>
                    <a:pt x="82292" y="617893"/>
                    <a:pt x="82292" y="631843"/>
                  </a:cubicBezTo>
                  <a:cubicBezTo>
                    <a:pt x="82292" y="643983"/>
                    <a:pt x="74780" y="653272"/>
                    <a:pt x="58718" y="653272"/>
                  </a:cubicBezTo>
                  <a:lnTo>
                    <a:pt x="29309" y="653272"/>
                  </a:lnTo>
                  <a:lnTo>
                    <a:pt x="29309" y="612897"/>
                  </a:lnTo>
                  <a:lnTo>
                    <a:pt x="53621" y="612897"/>
                  </a:lnTo>
                  <a:close/>
                  <a:moveTo>
                    <a:pt x="620107" y="935525"/>
                  </a:moveTo>
                  <a:lnTo>
                    <a:pt x="642809" y="935525"/>
                  </a:lnTo>
                  <a:cubicBezTo>
                    <a:pt x="647403" y="935525"/>
                    <a:pt x="650991" y="935324"/>
                    <a:pt x="653540" y="934955"/>
                  </a:cubicBezTo>
                  <a:cubicBezTo>
                    <a:pt x="656088" y="934586"/>
                    <a:pt x="658503" y="933916"/>
                    <a:pt x="660783" y="932977"/>
                  </a:cubicBezTo>
                  <a:cubicBezTo>
                    <a:pt x="663063" y="932038"/>
                    <a:pt x="664841" y="931032"/>
                    <a:pt x="666115" y="929959"/>
                  </a:cubicBezTo>
                  <a:cubicBezTo>
                    <a:pt x="667389" y="928886"/>
                    <a:pt x="668496" y="927511"/>
                    <a:pt x="669435" y="925834"/>
                  </a:cubicBezTo>
                  <a:cubicBezTo>
                    <a:pt x="670374" y="924157"/>
                    <a:pt x="671112" y="922246"/>
                    <a:pt x="671581" y="920133"/>
                  </a:cubicBezTo>
                  <a:cubicBezTo>
                    <a:pt x="672084" y="918021"/>
                    <a:pt x="672252" y="915807"/>
                    <a:pt x="672151" y="913494"/>
                  </a:cubicBezTo>
                  <a:cubicBezTo>
                    <a:pt x="671983" y="910375"/>
                    <a:pt x="671313" y="907659"/>
                    <a:pt x="670139" y="905278"/>
                  </a:cubicBezTo>
                  <a:cubicBezTo>
                    <a:pt x="668965" y="902931"/>
                    <a:pt x="667255" y="900885"/>
                    <a:pt x="665075" y="899175"/>
                  </a:cubicBezTo>
                  <a:cubicBezTo>
                    <a:pt x="662896" y="897465"/>
                    <a:pt x="660381" y="896224"/>
                    <a:pt x="657564" y="895419"/>
                  </a:cubicBezTo>
                  <a:cubicBezTo>
                    <a:pt x="654747" y="894648"/>
                    <a:pt x="650455" y="894245"/>
                    <a:pt x="644754" y="894245"/>
                  </a:cubicBezTo>
                  <a:lnTo>
                    <a:pt x="619637" y="894245"/>
                  </a:lnTo>
                  <a:lnTo>
                    <a:pt x="620140" y="935525"/>
                  </a:lnTo>
                  <a:close/>
                  <a:moveTo>
                    <a:pt x="619369" y="874762"/>
                  </a:moveTo>
                  <a:lnTo>
                    <a:pt x="635432" y="874762"/>
                  </a:lnTo>
                  <a:cubicBezTo>
                    <a:pt x="642306" y="874762"/>
                    <a:pt x="646900" y="874594"/>
                    <a:pt x="649248" y="874259"/>
                  </a:cubicBezTo>
                  <a:cubicBezTo>
                    <a:pt x="651595" y="873924"/>
                    <a:pt x="654043" y="873253"/>
                    <a:pt x="656591" y="872314"/>
                  </a:cubicBezTo>
                  <a:cubicBezTo>
                    <a:pt x="659140" y="871342"/>
                    <a:pt x="661253" y="869866"/>
                    <a:pt x="662963" y="867821"/>
                  </a:cubicBezTo>
                  <a:cubicBezTo>
                    <a:pt x="664640" y="865775"/>
                    <a:pt x="665847" y="863562"/>
                    <a:pt x="666551" y="861147"/>
                  </a:cubicBezTo>
                  <a:cubicBezTo>
                    <a:pt x="667255" y="858699"/>
                    <a:pt x="667557" y="856218"/>
                    <a:pt x="667423" y="853703"/>
                  </a:cubicBezTo>
                  <a:cubicBezTo>
                    <a:pt x="667289" y="851221"/>
                    <a:pt x="666719" y="848908"/>
                    <a:pt x="665713" y="846694"/>
                  </a:cubicBezTo>
                  <a:cubicBezTo>
                    <a:pt x="664707" y="844481"/>
                    <a:pt x="663231" y="842670"/>
                    <a:pt x="661286" y="841262"/>
                  </a:cubicBezTo>
                  <a:cubicBezTo>
                    <a:pt x="659341" y="839820"/>
                    <a:pt x="657061" y="838814"/>
                    <a:pt x="654412" y="838177"/>
                  </a:cubicBezTo>
                  <a:cubicBezTo>
                    <a:pt x="651763" y="837540"/>
                    <a:pt x="647906" y="837238"/>
                    <a:pt x="642843" y="837238"/>
                  </a:cubicBezTo>
                  <a:lnTo>
                    <a:pt x="618933" y="837238"/>
                  </a:lnTo>
                  <a:lnTo>
                    <a:pt x="619403" y="874796"/>
                  </a:lnTo>
                  <a:close/>
                  <a:moveTo>
                    <a:pt x="590262" y="818157"/>
                  </a:moveTo>
                  <a:cubicBezTo>
                    <a:pt x="597606" y="818258"/>
                    <a:pt x="605050" y="818291"/>
                    <a:pt x="610047" y="818291"/>
                  </a:cubicBezTo>
                  <a:cubicBezTo>
                    <a:pt x="615647" y="818291"/>
                    <a:pt x="622555" y="818191"/>
                    <a:pt x="630770" y="817989"/>
                  </a:cubicBezTo>
                  <a:cubicBezTo>
                    <a:pt x="638986" y="817788"/>
                    <a:pt x="645760" y="817688"/>
                    <a:pt x="651092" y="817688"/>
                  </a:cubicBezTo>
                  <a:cubicBezTo>
                    <a:pt x="658570" y="817688"/>
                    <a:pt x="664204" y="817989"/>
                    <a:pt x="668026" y="818627"/>
                  </a:cubicBezTo>
                  <a:cubicBezTo>
                    <a:pt x="671849" y="819264"/>
                    <a:pt x="675236" y="820203"/>
                    <a:pt x="678254" y="821477"/>
                  </a:cubicBezTo>
                  <a:cubicBezTo>
                    <a:pt x="681239" y="822751"/>
                    <a:pt x="683821" y="824294"/>
                    <a:pt x="685900" y="826138"/>
                  </a:cubicBezTo>
                  <a:cubicBezTo>
                    <a:pt x="688013" y="827983"/>
                    <a:pt x="689823" y="830129"/>
                    <a:pt x="691399" y="832644"/>
                  </a:cubicBezTo>
                  <a:cubicBezTo>
                    <a:pt x="692976" y="835159"/>
                    <a:pt x="694183" y="837841"/>
                    <a:pt x="695021" y="840759"/>
                  </a:cubicBezTo>
                  <a:cubicBezTo>
                    <a:pt x="695859" y="843676"/>
                    <a:pt x="696396" y="846594"/>
                    <a:pt x="696530" y="849612"/>
                  </a:cubicBezTo>
                  <a:cubicBezTo>
                    <a:pt x="696731" y="853368"/>
                    <a:pt x="696463" y="856922"/>
                    <a:pt x="695725" y="860276"/>
                  </a:cubicBezTo>
                  <a:cubicBezTo>
                    <a:pt x="694988" y="863629"/>
                    <a:pt x="693847" y="866681"/>
                    <a:pt x="692305" y="869397"/>
                  </a:cubicBezTo>
                  <a:cubicBezTo>
                    <a:pt x="690729" y="872113"/>
                    <a:pt x="688884" y="874393"/>
                    <a:pt x="686705" y="876305"/>
                  </a:cubicBezTo>
                  <a:cubicBezTo>
                    <a:pt x="684525" y="878216"/>
                    <a:pt x="682446" y="879692"/>
                    <a:pt x="680434" y="880765"/>
                  </a:cubicBezTo>
                  <a:cubicBezTo>
                    <a:pt x="678422" y="881838"/>
                    <a:pt x="675706" y="882978"/>
                    <a:pt x="672285" y="884185"/>
                  </a:cubicBezTo>
                  <a:cubicBezTo>
                    <a:pt x="675471" y="884856"/>
                    <a:pt x="677986" y="885493"/>
                    <a:pt x="679897" y="886130"/>
                  </a:cubicBezTo>
                  <a:cubicBezTo>
                    <a:pt x="681809" y="886767"/>
                    <a:pt x="683854" y="887740"/>
                    <a:pt x="686068" y="889047"/>
                  </a:cubicBezTo>
                  <a:cubicBezTo>
                    <a:pt x="688281" y="890355"/>
                    <a:pt x="690360" y="892032"/>
                    <a:pt x="692372" y="894078"/>
                  </a:cubicBezTo>
                  <a:cubicBezTo>
                    <a:pt x="694384" y="896123"/>
                    <a:pt x="696027" y="898303"/>
                    <a:pt x="697268" y="900583"/>
                  </a:cubicBezTo>
                  <a:cubicBezTo>
                    <a:pt x="698509" y="902863"/>
                    <a:pt x="699548" y="905378"/>
                    <a:pt x="700319" y="908162"/>
                  </a:cubicBezTo>
                  <a:cubicBezTo>
                    <a:pt x="701091" y="910945"/>
                    <a:pt x="701560" y="913829"/>
                    <a:pt x="701728" y="916847"/>
                  </a:cubicBezTo>
                  <a:cubicBezTo>
                    <a:pt x="702063" y="923285"/>
                    <a:pt x="700990" y="929187"/>
                    <a:pt x="698475" y="934553"/>
                  </a:cubicBezTo>
                  <a:cubicBezTo>
                    <a:pt x="695994" y="939918"/>
                    <a:pt x="692372" y="944143"/>
                    <a:pt x="687677" y="947262"/>
                  </a:cubicBezTo>
                  <a:cubicBezTo>
                    <a:pt x="682949" y="950381"/>
                    <a:pt x="677617" y="952460"/>
                    <a:pt x="671615" y="953499"/>
                  </a:cubicBezTo>
                  <a:cubicBezTo>
                    <a:pt x="665612" y="954539"/>
                    <a:pt x="652802" y="955042"/>
                    <a:pt x="633151" y="955042"/>
                  </a:cubicBezTo>
                  <a:lnTo>
                    <a:pt x="608906" y="954941"/>
                  </a:lnTo>
                  <a:lnTo>
                    <a:pt x="590262" y="955042"/>
                  </a:lnTo>
                  <a:lnTo>
                    <a:pt x="590262" y="818157"/>
                  </a:lnTo>
                  <a:close/>
                  <a:moveTo>
                    <a:pt x="835293" y="929992"/>
                  </a:moveTo>
                  <a:cubicBezTo>
                    <a:pt x="834186" y="937806"/>
                    <a:pt x="833314" y="945753"/>
                    <a:pt x="832644" y="953801"/>
                  </a:cubicBezTo>
                  <a:cubicBezTo>
                    <a:pt x="825099" y="955176"/>
                    <a:pt x="818191" y="956149"/>
                    <a:pt x="811886" y="956685"/>
                  </a:cubicBezTo>
                  <a:cubicBezTo>
                    <a:pt x="805582" y="957255"/>
                    <a:pt x="800150" y="957490"/>
                    <a:pt x="795622" y="957490"/>
                  </a:cubicBezTo>
                  <a:cubicBezTo>
                    <a:pt x="785629" y="957490"/>
                    <a:pt x="775972" y="956081"/>
                    <a:pt x="766716" y="953298"/>
                  </a:cubicBezTo>
                  <a:cubicBezTo>
                    <a:pt x="757461" y="950481"/>
                    <a:pt x="749044" y="946055"/>
                    <a:pt x="741398" y="940019"/>
                  </a:cubicBezTo>
                  <a:cubicBezTo>
                    <a:pt x="733786" y="933949"/>
                    <a:pt x="728119" y="926639"/>
                    <a:pt x="724397" y="917987"/>
                  </a:cubicBezTo>
                  <a:cubicBezTo>
                    <a:pt x="720675" y="909369"/>
                    <a:pt x="718562" y="899946"/>
                    <a:pt x="718025" y="889718"/>
                  </a:cubicBezTo>
                  <a:cubicBezTo>
                    <a:pt x="717455" y="878619"/>
                    <a:pt x="718897" y="868357"/>
                    <a:pt x="722351" y="858934"/>
                  </a:cubicBezTo>
                  <a:cubicBezTo>
                    <a:pt x="725805" y="849511"/>
                    <a:pt x="731070" y="841564"/>
                    <a:pt x="738112" y="835058"/>
                  </a:cubicBezTo>
                  <a:cubicBezTo>
                    <a:pt x="745154" y="828586"/>
                    <a:pt x="753638" y="823757"/>
                    <a:pt x="763598" y="820572"/>
                  </a:cubicBezTo>
                  <a:cubicBezTo>
                    <a:pt x="773524" y="817419"/>
                    <a:pt x="783953" y="815810"/>
                    <a:pt x="794918" y="815810"/>
                  </a:cubicBezTo>
                  <a:cubicBezTo>
                    <a:pt x="805884" y="815810"/>
                    <a:pt x="817654" y="817050"/>
                    <a:pt x="830598" y="819498"/>
                  </a:cubicBezTo>
                  <a:cubicBezTo>
                    <a:pt x="831101" y="825467"/>
                    <a:pt x="831504" y="829659"/>
                    <a:pt x="831805" y="832141"/>
                  </a:cubicBezTo>
                  <a:lnTo>
                    <a:pt x="833013" y="842872"/>
                  </a:lnTo>
                  <a:cubicBezTo>
                    <a:pt x="825367" y="840725"/>
                    <a:pt x="818996" y="839283"/>
                    <a:pt x="813965" y="838512"/>
                  </a:cubicBezTo>
                  <a:cubicBezTo>
                    <a:pt x="808935" y="837741"/>
                    <a:pt x="804107" y="837338"/>
                    <a:pt x="799579" y="837338"/>
                  </a:cubicBezTo>
                  <a:cubicBezTo>
                    <a:pt x="792437" y="837338"/>
                    <a:pt x="785629" y="838445"/>
                    <a:pt x="779157" y="840591"/>
                  </a:cubicBezTo>
                  <a:cubicBezTo>
                    <a:pt x="772685" y="842771"/>
                    <a:pt x="767052" y="846225"/>
                    <a:pt x="762256" y="850987"/>
                  </a:cubicBezTo>
                  <a:cubicBezTo>
                    <a:pt x="757461" y="855748"/>
                    <a:pt x="753873" y="861483"/>
                    <a:pt x="751526" y="868223"/>
                  </a:cubicBezTo>
                  <a:cubicBezTo>
                    <a:pt x="749178" y="874963"/>
                    <a:pt x="748172" y="881972"/>
                    <a:pt x="748575" y="889282"/>
                  </a:cubicBezTo>
                  <a:cubicBezTo>
                    <a:pt x="749044" y="898001"/>
                    <a:pt x="751090" y="905781"/>
                    <a:pt x="754812" y="912689"/>
                  </a:cubicBezTo>
                  <a:cubicBezTo>
                    <a:pt x="758501" y="919597"/>
                    <a:pt x="764168" y="925197"/>
                    <a:pt x="771746" y="929456"/>
                  </a:cubicBezTo>
                  <a:cubicBezTo>
                    <a:pt x="779359" y="933748"/>
                    <a:pt x="788580" y="935894"/>
                    <a:pt x="799479" y="935894"/>
                  </a:cubicBezTo>
                  <a:cubicBezTo>
                    <a:pt x="809539" y="935894"/>
                    <a:pt x="821511" y="933916"/>
                    <a:pt x="835293" y="929925"/>
                  </a:cubicBezTo>
                  <a:close/>
                  <a:moveTo>
                    <a:pt x="854139" y="952158"/>
                  </a:moveTo>
                  <a:cubicBezTo>
                    <a:pt x="853066" y="941997"/>
                    <a:pt x="851959" y="933715"/>
                    <a:pt x="850752" y="927310"/>
                  </a:cubicBezTo>
                  <a:cubicBezTo>
                    <a:pt x="864166" y="933212"/>
                    <a:pt x="876204" y="936163"/>
                    <a:pt x="886868" y="936163"/>
                  </a:cubicBezTo>
                  <a:cubicBezTo>
                    <a:pt x="891127" y="936163"/>
                    <a:pt x="895084" y="935492"/>
                    <a:pt x="898739" y="934217"/>
                  </a:cubicBezTo>
                  <a:cubicBezTo>
                    <a:pt x="902394" y="932910"/>
                    <a:pt x="905010" y="931099"/>
                    <a:pt x="906653" y="928718"/>
                  </a:cubicBezTo>
                  <a:cubicBezTo>
                    <a:pt x="908296" y="926371"/>
                    <a:pt x="909034" y="923688"/>
                    <a:pt x="908900" y="920770"/>
                  </a:cubicBezTo>
                  <a:cubicBezTo>
                    <a:pt x="908765" y="918524"/>
                    <a:pt x="908262" y="916478"/>
                    <a:pt x="907324" y="914667"/>
                  </a:cubicBezTo>
                  <a:cubicBezTo>
                    <a:pt x="905915" y="912219"/>
                    <a:pt x="903668" y="909637"/>
                    <a:pt x="900583" y="906988"/>
                  </a:cubicBezTo>
                  <a:cubicBezTo>
                    <a:pt x="896559" y="903333"/>
                    <a:pt x="889450" y="897263"/>
                    <a:pt x="879189" y="888846"/>
                  </a:cubicBezTo>
                  <a:cubicBezTo>
                    <a:pt x="874293" y="884789"/>
                    <a:pt x="870906" y="881871"/>
                    <a:pt x="869061" y="880127"/>
                  </a:cubicBezTo>
                  <a:cubicBezTo>
                    <a:pt x="864870" y="876338"/>
                    <a:pt x="861617" y="872884"/>
                    <a:pt x="859303" y="869866"/>
                  </a:cubicBezTo>
                  <a:cubicBezTo>
                    <a:pt x="857023" y="866815"/>
                    <a:pt x="855313" y="863797"/>
                    <a:pt x="854240" y="860779"/>
                  </a:cubicBezTo>
                  <a:cubicBezTo>
                    <a:pt x="853166" y="857760"/>
                    <a:pt x="852529" y="854575"/>
                    <a:pt x="852328" y="851154"/>
                  </a:cubicBezTo>
                  <a:cubicBezTo>
                    <a:pt x="851993" y="844884"/>
                    <a:pt x="853435" y="838948"/>
                    <a:pt x="856654" y="833448"/>
                  </a:cubicBezTo>
                  <a:cubicBezTo>
                    <a:pt x="859873" y="827949"/>
                    <a:pt x="864903" y="823623"/>
                    <a:pt x="871711" y="820504"/>
                  </a:cubicBezTo>
                  <a:cubicBezTo>
                    <a:pt x="878551" y="817386"/>
                    <a:pt x="887270" y="815843"/>
                    <a:pt x="897901" y="815843"/>
                  </a:cubicBezTo>
                  <a:cubicBezTo>
                    <a:pt x="907458" y="815843"/>
                    <a:pt x="918289" y="817017"/>
                    <a:pt x="930361" y="819331"/>
                  </a:cubicBezTo>
                  <a:cubicBezTo>
                    <a:pt x="931065" y="826272"/>
                    <a:pt x="932139" y="834220"/>
                    <a:pt x="933614" y="843140"/>
                  </a:cubicBezTo>
                  <a:cubicBezTo>
                    <a:pt x="923017" y="839183"/>
                    <a:pt x="913293" y="837171"/>
                    <a:pt x="904473" y="837171"/>
                  </a:cubicBezTo>
                  <a:cubicBezTo>
                    <a:pt x="897934" y="837171"/>
                    <a:pt x="892669" y="838646"/>
                    <a:pt x="888645" y="841631"/>
                  </a:cubicBezTo>
                  <a:cubicBezTo>
                    <a:pt x="884621" y="844615"/>
                    <a:pt x="882743" y="848069"/>
                    <a:pt x="882944" y="851993"/>
                  </a:cubicBezTo>
                  <a:cubicBezTo>
                    <a:pt x="883012" y="853066"/>
                    <a:pt x="883213" y="854172"/>
                    <a:pt x="883548" y="855346"/>
                  </a:cubicBezTo>
                  <a:cubicBezTo>
                    <a:pt x="883883" y="856520"/>
                    <a:pt x="884386" y="857660"/>
                    <a:pt x="885024" y="858766"/>
                  </a:cubicBezTo>
                  <a:cubicBezTo>
                    <a:pt x="885661" y="859873"/>
                    <a:pt x="886767" y="861315"/>
                    <a:pt x="888343" y="863059"/>
                  </a:cubicBezTo>
                  <a:cubicBezTo>
                    <a:pt x="889920" y="864836"/>
                    <a:pt x="892200" y="866915"/>
                    <a:pt x="895184" y="869296"/>
                  </a:cubicBezTo>
                  <a:cubicBezTo>
                    <a:pt x="898169" y="871643"/>
                    <a:pt x="900717" y="873588"/>
                    <a:pt x="902830" y="875064"/>
                  </a:cubicBezTo>
                  <a:lnTo>
                    <a:pt x="915808" y="886298"/>
                  </a:lnTo>
                  <a:cubicBezTo>
                    <a:pt x="919060" y="888913"/>
                    <a:pt x="922011" y="891428"/>
                    <a:pt x="924593" y="893910"/>
                  </a:cubicBezTo>
                  <a:cubicBezTo>
                    <a:pt x="927175" y="896391"/>
                    <a:pt x="929422" y="898739"/>
                    <a:pt x="931300" y="901019"/>
                  </a:cubicBezTo>
                  <a:cubicBezTo>
                    <a:pt x="933178" y="903299"/>
                    <a:pt x="934687" y="905479"/>
                    <a:pt x="935794" y="907558"/>
                  </a:cubicBezTo>
                  <a:cubicBezTo>
                    <a:pt x="936900" y="909637"/>
                    <a:pt x="937772" y="911750"/>
                    <a:pt x="938376" y="913930"/>
                  </a:cubicBezTo>
                  <a:cubicBezTo>
                    <a:pt x="938979" y="916109"/>
                    <a:pt x="939348" y="918390"/>
                    <a:pt x="939482" y="920804"/>
                  </a:cubicBezTo>
                  <a:cubicBezTo>
                    <a:pt x="939784" y="926404"/>
                    <a:pt x="938745" y="931702"/>
                    <a:pt x="936397" y="936699"/>
                  </a:cubicBezTo>
                  <a:cubicBezTo>
                    <a:pt x="934050" y="941696"/>
                    <a:pt x="930529" y="945787"/>
                    <a:pt x="925801" y="948972"/>
                  </a:cubicBezTo>
                  <a:cubicBezTo>
                    <a:pt x="921106" y="952192"/>
                    <a:pt x="915875" y="954405"/>
                    <a:pt x="910107" y="955646"/>
                  </a:cubicBezTo>
                  <a:cubicBezTo>
                    <a:pt x="904373" y="956886"/>
                    <a:pt x="898236" y="957490"/>
                    <a:pt x="891764" y="957490"/>
                  </a:cubicBezTo>
                  <a:cubicBezTo>
                    <a:pt x="887471" y="957490"/>
                    <a:pt x="882509" y="957121"/>
                    <a:pt x="876774" y="956383"/>
                  </a:cubicBezTo>
                  <a:cubicBezTo>
                    <a:pt x="871040" y="955646"/>
                    <a:pt x="863495" y="954237"/>
                    <a:pt x="854105" y="952158"/>
                  </a:cubicBezTo>
                  <a:close/>
                  <a:moveTo>
                    <a:pt x="1047461" y="882676"/>
                  </a:moveTo>
                  <a:lnTo>
                    <a:pt x="1068755" y="854642"/>
                  </a:lnTo>
                  <a:lnTo>
                    <a:pt x="1088138" y="828217"/>
                  </a:lnTo>
                  <a:cubicBezTo>
                    <a:pt x="1089513" y="826272"/>
                    <a:pt x="1091793" y="822885"/>
                    <a:pt x="1095046" y="818090"/>
                  </a:cubicBezTo>
                  <a:lnTo>
                    <a:pt x="1112986" y="818258"/>
                  </a:lnTo>
                  <a:cubicBezTo>
                    <a:pt x="1113724" y="818258"/>
                    <a:pt x="1119425" y="818224"/>
                    <a:pt x="1130088" y="818090"/>
                  </a:cubicBezTo>
                  <a:lnTo>
                    <a:pt x="1087165" y="872482"/>
                  </a:lnTo>
                  <a:lnTo>
                    <a:pt x="1079922" y="882240"/>
                  </a:lnTo>
                  <a:lnTo>
                    <a:pt x="1086696" y="891261"/>
                  </a:lnTo>
                  <a:cubicBezTo>
                    <a:pt x="1087702" y="892535"/>
                    <a:pt x="1094744" y="901187"/>
                    <a:pt x="1107856" y="917283"/>
                  </a:cubicBezTo>
                  <a:lnTo>
                    <a:pt x="1138908" y="955008"/>
                  </a:lnTo>
                  <a:lnTo>
                    <a:pt x="1121034" y="954807"/>
                  </a:lnTo>
                  <a:cubicBezTo>
                    <a:pt x="1117882" y="954807"/>
                    <a:pt x="1111377" y="954874"/>
                    <a:pt x="1101484" y="955008"/>
                  </a:cubicBezTo>
                  <a:lnTo>
                    <a:pt x="1094543" y="944982"/>
                  </a:lnTo>
                  <a:cubicBezTo>
                    <a:pt x="1093235" y="943037"/>
                    <a:pt x="1090921" y="939885"/>
                    <a:pt x="1087635" y="935458"/>
                  </a:cubicBezTo>
                  <a:lnTo>
                    <a:pt x="1058326" y="896559"/>
                  </a:lnTo>
                  <a:lnTo>
                    <a:pt x="1047461" y="882643"/>
                  </a:lnTo>
                  <a:close/>
                  <a:moveTo>
                    <a:pt x="1014866" y="955042"/>
                  </a:moveTo>
                  <a:cubicBezTo>
                    <a:pt x="1015302" y="941930"/>
                    <a:pt x="1015537" y="930629"/>
                    <a:pt x="1015571" y="921139"/>
                  </a:cubicBezTo>
                  <a:cubicBezTo>
                    <a:pt x="1015638" y="907558"/>
                    <a:pt x="1015571" y="888377"/>
                    <a:pt x="1015235" y="863562"/>
                  </a:cubicBezTo>
                  <a:cubicBezTo>
                    <a:pt x="1015000" y="846560"/>
                    <a:pt x="1014732" y="834522"/>
                    <a:pt x="1014363" y="827446"/>
                  </a:cubicBezTo>
                  <a:lnTo>
                    <a:pt x="1013894" y="818124"/>
                  </a:lnTo>
                  <a:cubicBezTo>
                    <a:pt x="1022210" y="818258"/>
                    <a:pt x="1027676" y="818291"/>
                    <a:pt x="1030292" y="818291"/>
                  </a:cubicBezTo>
                  <a:cubicBezTo>
                    <a:pt x="1032036" y="818291"/>
                    <a:pt x="1037200" y="818258"/>
                    <a:pt x="1045751" y="818124"/>
                  </a:cubicBezTo>
                  <a:lnTo>
                    <a:pt x="1045449" y="872281"/>
                  </a:lnTo>
                  <a:lnTo>
                    <a:pt x="1046120" y="937168"/>
                  </a:lnTo>
                  <a:lnTo>
                    <a:pt x="1046757" y="955042"/>
                  </a:lnTo>
                  <a:lnTo>
                    <a:pt x="1031231" y="954841"/>
                  </a:lnTo>
                  <a:cubicBezTo>
                    <a:pt x="1029353" y="954841"/>
                    <a:pt x="1023920" y="954908"/>
                    <a:pt x="1014900" y="955042"/>
                  </a:cubicBezTo>
                  <a:close/>
                  <a:moveTo>
                    <a:pt x="1201247" y="871476"/>
                  </a:moveTo>
                  <a:cubicBezTo>
                    <a:pt x="1195446" y="871476"/>
                    <a:pt x="1190315" y="872884"/>
                    <a:pt x="1185922" y="875735"/>
                  </a:cubicBezTo>
                  <a:cubicBezTo>
                    <a:pt x="1181496" y="878585"/>
                    <a:pt x="1178310" y="882777"/>
                    <a:pt x="1176365" y="888377"/>
                  </a:cubicBezTo>
                  <a:cubicBezTo>
                    <a:pt x="1174420" y="893977"/>
                    <a:pt x="1173615" y="900080"/>
                    <a:pt x="1173951" y="906686"/>
                  </a:cubicBezTo>
                  <a:cubicBezTo>
                    <a:pt x="1174252" y="912488"/>
                    <a:pt x="1175426" y="917652"/>
                    <a:pt x="1177505" y="922179"/>
                  </a:cubicBezTo>
                  <a:cubicBezTo>
                    <a:pt x="1179584" y="926706"/>
                    <a:pt x="1182770" y="930361"/>
                    <a:pt x="1187096" y="933178"/>
                  </a:cubicBezTo>
                  <a:cubicBezTo>
                    <a:pt x="1191422" y="935995"/>
                    <a:pt x="1196418" y="937370"/>
                    <a:pt x="1202186" y="937370"/>
                  </a:cubicBezTo>
                  <a:cubicBezTo>
                    <a:pt x="1207954" y="937370"/>
                    <a:pt x="1213118" y="935928"/>
                    <a:pt x="1217410" y="933010"/>
                  </a:cubicBezTo>
                  <a:cubicBezTo>
                    <a:pt x="1221703" y="930093"/>
                    <a:pt x="1224821" y="925834"/>
                    <a:pt x="1226766" y="920200"/>
                  </a:cubicBezTo>
                  <a:cubicBezTo>
                    <a:pt x="1228711" y="914567"/>
                    <a:pt x="1229483" y="908363"/>
                    <a:pt x="1229147" y="901556"/>
                  </a:cubicBezTo>
                  <a:cubicBezTo>
                    <a:pt x="1228879" y="896023"/>
                    <a:pt x="1227739" y="890993"/>
                    <a:pt x="1225760" y="886465"/>
                  </a:cubicBezTo>
                  <a:cubicBezTo>
                    <a:pt x="1223782" y="881938"/>
                    <a:pt x="1220663" y="878317"/>
                    <a:pt x="1216438" y="875567"/>
                  </a:cubicBezTo>
                  <a:cubicBezTo>
                    <a:pt x="1212179" y="872851"/>
                    <a:pt x="1207149" y="871476"/>
                    <a:pt x="1201247" y="871476"/>
                  </a:cubicBezTo>
                  <a:close/>
                  <a:moveTo>
                    <a:pt x="1200174" y="850718"/>
                  </a:moveTo>
                  <a:cubicBezTo>
                    <a:pt x="1207853" y="850718"/>
                    <a:pt x="1215298" y="851892"/>
                    <a:pt x="1222474" y="854172"/>
                  </a:cubicBezTo>
                  <a:cubicBezTo>
                    <a:pt x="1229650" y="856453"/>
                    <a:pt x="1235787" y="859873"/>
                    <a:pt x="1240951" y="864400"/>
                  </a:cubicBezTo>
                  <a:cubicBezTo>
                    <a:pt x="1246115" y="868927"/>
                    <a:pt x="1250072" y="874427"/>
                    <a:pt x="1252889" y="880932"/>
                  </a:cubicBezTo>
                  <a:cubicBezTo>
                    <a:pt x="1255706" y="887438"/>
                    <a:pt x="1257282" y="894312"/>
                    <a:pt x="1257651" y="901522"/>
                  </a:cubicBezTo>
                  <a:cubicBezTo>
                    <a:pt x="1258053" y="909134"/>
                    <a:pt x="1257114" y="916512"/>
                    <a:pt x="1254901" y="923587"/>
                  </a:cubicBezTo>
                  <a:cubicBezTo>
                    <a:pt x="1252654" y="930663"/>
                    <a:pt x="1249200" y="936800"/>
                    <a:pt x="1244539" y="941997"/>
                  </a:cubicBezTo>
                  <a:cubicBezTo>
                    <a:pt x="1239845" y="947162"/>
                    <a:pt x="1233876" y="951051"/>
                    <a:pt x="1226632" y="953600"/>
                  </a:cubicBezTo>
                  <a:cubicBezTo>
                    <a:pt x="1219389" y="956182"/>
                    <a:pt x="1211575" y="957456"/>
                    <a:pt x="1203226" y="957456"/>
                  </a:cubicBezTo>
                  <a:cubicBezTo>
                    <a:pt x="1195479" y="957456"/>
                    <a:pt x="1188035" y="956316"/>
                    <a:pt x="1180926" y="954002"/>
                  </a:cubicBezTo>
                  <a:cubicBezTo>
                    <a:pt x="1173817" y="951689"/>
                    <a:pt x="1167680" y="948235"/>
                    <a:pt x="1162482" y="943607"/>
                  </a:cubicBezTo>
                  <a:cubicBezTo>
                    <a:pt x="1157284" y="939013"/>
                    <a:pt x="1153227" y="933379"/>
                    <a:pt x="1150309" y="926773"/>
                  </a:cubicBezTo>
                  <a:cubicBezTo>
                    <a:pt x="1147392" y="920167"/>
                    <a:pt x="1145749" y="913225"/>
                    <a:pt x="1145380" y="906016"/>
                  </a:cubicBezTo>
                  <a:cubicBezTo>
                    <a:pt x="1145011" y="898672"/>
                    <a:pt x="1145816" y="891663"/>
                    <a:pt x="1147794" y="884956"/>
                  </a:cubicBezTo>
                  <a:cubicBezTo>
                    <a:pt x="1149806" y="878283"/>
                    <a:pt x="1153126" y="872314"/>
                    <a:pt x="1157854" y="867116"/>
                  </a:cubicBezTo>
                  <a:cubicBezTo>
                    <a:pt x="1162549" y="861885"/>
                    <a:pt x="1168719" y="857861"/>
                    <a:pt x="1176332" y="854977"/>
                  </a:cubicBezTo>
                  <a:cubicBezTo>
                    <a:pt x="1183944" y="852127"/>
                    <a:pt x="1191891" y="850685"/>
                    <a:pt x="1200174" y="850685"/>
                  </a:cubicBezTo>
                  <a:close/>
                  <a:moveTo>
                    <a:pt x="1328072" y="871476"/>
                  </a:moveTo>
                  <a:cubicBezTo>
                    <a:pt x="1322271" y="871476"/>
                    <a:pt x="1317173" y="872884"/>
                    <a:pt x="1312747" y="875735"/>
                  </a:cubicBezTo>
                  <a:cubicBezTo>
                    <a:pt x="1308320" y="878585"/>
                    <a:pt x="1305135" y="882777"/>
                    <a:pt x="1303190" y="888377"/>
                  </a:cubicBezTo>
                  <a:cubicBezTo>
                    <a:pt x="1301245" y="893977"/>
                    <a:pt x="1300440" y="900080"/>
                    <a:pt x="1300775" y="906686"/>
                  </a:cubicBezTo>
                  <a:cubicBezTo>
                    <a:pt x="1301077" y="912488"/>
                    <a:pt x="1302251" y="917652"/>
                    <a:pt x="1304330" y="922179"/>
                  </a:cubicBezTo>
                  <a:cubicBezTo>
                    <a:pt x="1306409" y="926706"/>
                    <a:pt x="1309595" y="930361"/>
                    <a:pt x="1313921" y="933178"/>
                  </a:cubicBezTo>
                  <a:cubicBezTo>
                    <a:pt x="1318213" y="935995"/>
                    <a:pt x="1323243" y="937370"/>
                    <a:pt x="1329011" y="937370"/>
                  </a:cubicBezTo>
                  <a:cubicBezTo>
                    <a:pt x="1334779" y="937370"/>
                    <a:pt x="1339943" y="935928"/>
                    <a:pt x="1344235" y="933010"/>
                  </a:cubicBezTo>
                  <a:cubicBezTo>
                    <a:pt x="1348528" y="930093"/>
                    <a:pt x="1351646" y="925834"/>
                    <a:pt x="1353558" y="920200"/>
                  </a:cubicBezTo>
                  <a:cubicBezTo>
                    <a:pt x="1355503" y="914567"/>
                    <a:pt x="1356307" y="908363"/>
                    <a:pt x="1355938" y="901556"/>
                  </a:cubicBezTo>
                  <a:cubicBezTo>
                    <a:pt x="1355670" y="896023"/>
                    <a:pt x="1354530" y="890993"/>
                    <a:pt x="1352552" y="886465"/>
                  </a:cubicBezTo>
                  <a:cubicBezTo>
                    <a:pt x="1350573" y="881938"/>
                    <a:pt x="1347488" y="878317"/>
                    <a:pt x="1343229" y="875567"/>
                  </a:cubicBezTo>
                  <a:cubicBezTo>
                    <a:pt x="1338970" y="872851"/>
                    <a:pt x="1333940" y="871476"/>
                    <a:pt x="1328038" y="871476"/>
                  </a:cubicBezTo>
                  <a:close/>
                  <a:moveTo>
                    <a:pt x="1326999" y="850718"/>
                  </a:moveTo>
                  <a:cubicBezTo>
                    <a:pt x="1334678" y="850718"/>
                    <a:pt x="1342123" y="851892"/>
                    <a:pt x="1349299" y="854172"/>
                  </a:cubicBezTo>
                  <a:cubicBezTo>
                    <a:pt x="1356475" y="856453"/>
                    <a:pt x="1362645" y="859873"/>
                    <a:pt x="1367776" y="864400"/>
                  </a:cubicBezTo>
                  <a:cubicBezTo>
                    <a:pt x="1372907" y="868927"/>
                    <a:pt x="1376897" y="874427"/>
                    <a:pt x="1379714" y="880932"/>
                  </a:cubicBezTo>
                  <a:cubicBezTo>
                    <a:pt x="1382531" y="887438"/>
                    <a:pt x="1384107" y="894312"/>
                    <a:pt x="1384476" y="901522"/>
                  </a:cubicBezTo>
                  <a:cubicBezTo>
                    <a:pt x="1384878" y="909134"/>
                    <a:pt x="1383973" y="916512"/>
                    <a:pt x="1381726" y="923587"/>
                  </a:cubicBezTo>
                  <a:cubicBezTo>
                    <a:pt x="1379479" y="930663"/>
                    <a:pt x="1376025" y="936800"/>
                    <a:pt x="1371330" y="941997"/>
                  </a:cubicBezTo>
                  <a:cubicBezTo>
                    <a:pt x="1366669" y="947162"/>
                    <a:pt x="1360700" y="951051"/>
                    <a:pt x="1353423" y="953600"/>
                  </a:cubicBezTo>
                  <a:cubicBezTo>
                    <a:pt x="1346180" y="956182"/>
                    <a:pt x="1338367" y="957456"/>
                    <a:pt x="1330017" y="957456"/>
                  </a:cubicBezTo>
                  <a:cubicBezTo>
                    <a:pt x="1322271" y="957456"/>
                    <a:pt x="1314826" y="956316"/>
                    <a:pt x="1307717" y="954002"/>
                  </a:cubicBezTo>
                  <a:cubicBezTo>
                    <a:pt x="1300608" y="951689"/>
                    <a:pt x="1294471" y="948235"/>
                    <a:pt x="1289273" y="943607"/>
                  </a:cubicBezTo>
                  <a:cubicBezTo>
                    <a:pt x="1284076" y="939013"/>
                    <a:pt x="1280052" y="933379"/>
                    <a:pt x="1277134" y="926773"/>
                  </a:cubicBezTo>
                  <a:cubicBezTo>
                    <a:pt x="1274217" y="920167"/>
                    <a:pt x="1272573" y="913225"/>
                    <a:pt x="1272205" y="906016"/>
                  </a:cubicBezTo>
                  <a:cubicBezTo>
                    <a:pt x="1271836" y="898672"/>
                    <a:pt x="1272641" y="891663"/>
                    <a:pt x="1274619" y="884956"/>
                  </a:cubicBezTo>
                  <a:cubicBezTo>
                    <a:pt x="1276631" y="878283"/>
                    <a:pt x="1279984" y="872314"/>
                    <a:pt x="1284679" y="867116"/>
                  </a:cubicBezTo>
                  <a:cubicBezTo>
                    <a:pt x="1289374" y="861885"/>
                    <a:pt x="1295544" y="857861"/>
                    <a:pt x="1303156" y="854977"/>
                  </a:cubicBezTo>
                  <a:cubicBezTo>
                    <a:pt x="1310768" y="852127"/>
                    <a:pt x="1318716" y="850685"/>
                    <a:pt x="1326999" y="850685"/>
                  </a:cubicBezTo>
                  <a:close/>
                  <a:moveTo>
                    <a:pt x="1404462" y="955008"/>
                  </a:moveTo>
                  <a:cubicBezTo>
                    <a:pt x="1404898" y="943708"/>
                    <a:pt x="1405032" y="923386"/>
                    <a:pt x="1404965" y="894078"/>
                  </a:cubicBezTo>
                  <a:cubicBezTo>
                    <a:pt x="1404898" y="864736"/>
                    <a:pt x="1404462" y="839418"/>
                    <a:pt x="1403691" y="818090"/>
                  </a:cubicBezTo>
                  <a:cubicBezTo>
                    <a:pt x="1410632" y="818224"/>
                    <a:pt x="1415562" y="818258"/>
                    <a:pt x="1418479" y="818258"/>
                  </a:cubicBezTo>
                  <a:cubicBezTo>
                    <a:pt x="1422402" y="818258"/>
                    <a:pt x="1427198" y="818224"/>
                    <a:pt x="1432865" y="818090"/>
                  </a:cubicBezTo>
                  <a:lnTo>
                    <a:pt x="1432362" y="854709"/>
                  </a:lnTo>
                  <a:lnTo>
                    <a:pt x="1433066" y="936364"/>
                  </a:lnTo>
                  <a:lnTo>
                    <a:pt x="1433636" y="955008"/>
                  </a:lnTo>
                  <a:cubicBezTo>
                    <a:pt x="1428137" y="954874"/>
                    <a:pt x="1423509" y="954807"/>
                    <a:pt x="1419720" y="954807"/>
                  </a:cubicBezTo>
                  <a:cubicBezTo>
                    <a:pt x="1418445" y="954807"/>
                    <a:pt x="1413382" y="954874"/>
                    <a:pt x="1404428" y="955008"/>
                  </a:cubicBezTo>
                  <a:close/>
                  <a:moveTo>
                    <a:pt x="1458753" y="955008"/>
                  </a:moveTo>
                  <a:cubicBezTo>
                    <a:pt x="1459222" y="944982"/>
                    <a:pt x="1459491" y="936598"/>
                    <a:pt x="1459558" y="929825"/>
                  </a:cubicBezTo>
                  <a:cubicBezTo>
                    <a:pt x="1459658" y="919127"/>
                    <a:pt x="1459591" y="906787"/>
                    <a:pt x="1459390" y="892803"/>
                  </a:cubicBezTo>
                  <a:cubicBezTo>
                    <a:pt x="1459155" y="878820"/>
                    <a:pt x="1458820" y="865540"/>
                    <a:pt x="1458384" y="852965"/>
                  </a:cubicBezTo>
                  <a:cubicBezTo>
                    <a:pt x="1464923" y="853099"/>
                    <a:pt x="1469853" y="853166"/>
                    <a:pt x="1473139" y="853166"/>
                  </a:cubicBezTo>
                  <a:cubicBezTo>
                    <a:pt x="1476157" y="853166"/>
                    <a:pt x="1481019" y="853099"/>
                    <a:pt x="1487760" y="852965"/>
                  </a:cubicBezTo>
                  <a:cubicBezTo>
                    <a:pt x="1487424" y="864601"/>
                    <a:pt x="1487290" y="875701"/>
                    <a:pt x="1487257" y="886264"/>
                  </a:cubicBezTo>
                  <a:cubicBezTo>
                    <a:pt x="1487257" y="896827"/>
                    <a:pt x="1487458" y="908933"/>
                    <a:pt x="1487894" y="922581"/>
                  </a:cubicBezTo>
                  <a:cubicBezTo>
                    <a:pt x="1488330" y="936230"/>
                    <a:pt x="1488766" y="947027"/>
                    <a:pt x="1489168" y="954975"/>
                  </a:cubicBezTo>
                  <a:cubicBezTo>
                    <a:pt x="1483065" y="954841"/>
                    <a:pt x="1478169" y="954774"/>
                    <a:pt x="1474480" y="954774"/>
                  </a:cubicBezTo>
                  <a:cubicBezTo>
                    <a:pt x="1470993" y="954774"/>
                    <a:pt x="1465728" y="954841"/>
                    <a:pt x="1458719" y="954975"/>
                  </a:cubicBezTo>
                  <a:close/>
                  <a:moveTo>
                    <a:pt x="1457881" y="835729"/>
                  </a:moveTo>
                  <a:cubicBezTo>
                    <a:pt x="1457781" y="828821"/>
                    <a:pt x="1457646" y="823556"/>
                    <a:pt x="1457445" y="819867"/>
                  </a:cubicBezTo>
                  <a:lnTo>
                    <a:pt x="1457278" y="816648"/>
                  </a:lnTo>
                  <a:cubicBezTo>
                    <a:pt x="1463381" y="816782"/>
                    <a:pt x="1468344" y="816849"/>
                    <a:pt x="1472167" y="816849"/>
                  </a:cubicBezTo>
                  <a:cubicBezTo>
                    <a:pt x="1477398" y="816849"/>
                    <a:pt x="1482227" y="816782"/>
                    <a:pt x="1486720" y="816648"/>
                  </a:cubicBezTo>
                  <a:cubicBezTo>
                    <a:pt x="1486620" y="818325"/>
                    <a:pt x="1486586" y="820236"/>
                    <a:pt x="1486620" y="822382"/>
                  </a:cubicBezTo>
                  <a:lnTo>
                    <a:pt x="1486821" y="835729"/>
                  </a:lnTo>
                  <a:cubicBezTo>
                    <a:pt x="1481724" y="835595"/>
                    <a:pt x="1477029" y="835528"/>
                    <a:pt x="1472737" y="835528"/>
                  </a:cubicBezTo>
                  <a:cubicBezTo>
                    <a:pt x="1468444" y="835528"/>
                    <a:pt x="1463481" y="835595"/>
                    <a:pt x="1457881" y="835729"/>
                  </a:cubicBezTo>
                  <a:close/>
                  <a:moveTo>
                    <a:pt x="1575048" y="934083"/>
                  </a:moveTo>
                  <a:cubicBezTo>
                    <a:pt x="1574411" y="937772"/>
                    <a:pt x="1573472" y="944613"/>
                    <a:pt x="1572198" y="954606"/>
                  </a:cubicBezTo>
                  <a:cubicBezTo>
                    <a:pt x="1566665" y="955880"/>
                    <a:pt x="1562272" y="956652"/>
                    <a:pt x="1559086" y="956987"/>
                  </a:cubicBezTo>
                  <a:cubicBezTo>
                    <a:pt x="1555900" y="957322"/>
                    <a:pt x="1552882" y="957456"/>
                    <a:pt x="1550065" y="957456"/>
                  </a:cubicBezTo>
                  <a:cubicBezTo>
                    <a:pt x="1545136" y="957456"/>
                    <a:pt x="1540676" y="956987"/>
                    <a:pt x="1536719" y="956048"/>
                  </a:cubicBezTo>
                  <a:cubicBezTo>
                    <a:pt x="1532762" y="955109"/>
                    <a:pt x="1529442" y="953466"/>
                    <a:pt x="1526793" y="951051"/>
                  </a:cubicBezTo>
                  <a:cubicBezTo>
                    <a:pt x="1524110" y="948671"/>
                    <a:pt x="1522266" y="945887"/>
                    <a:pt x="1521193" y="942735"/>
                  </a:cubicBezTo>
                  <a:cubicBezTo>
                    <a:pt x="1520153" y="939549"/>
                    <a:pt x="1519516" y="936263"/>
                    <a:pt x="1519349" y="932843"/>
                  </a:cubicBezTo>
                  <a:cubicBezTo>
                    <a:pt x="1519315" y="931971"/>
                    <a:pt x="1519281" y="930797"/>
                    <a:pt x="1519281" y="929322"/>
                  </a:cubicBezTo>
                  <a:cubicBezTo>
                    <a:pt x="1519281" y="927846"/>
                    <a:pt x="1519281" y="923084"/>
                    <a:pt x="1519349" y="915036"/>
                  </a:cubicBezTo>
                  <a:lnTo>
                    <a:pt x="1519516" y="873253"/>
                  </a:lnTo>
                  <a:lnTo>
                    <a:pt x="1504929" y="873253"/>
                  </a:lnTo>
                  <a:cubicBezTo>
                    <a:pt x="1505063" y="869263"/>
                    <a:pt x="1505030" y="862824"/>
                    <a:pt x="1504828" y="853938"/>
                  </a:cubicBezTo>
                  <a:lnTo>
                    <a:pt x="1520120" y="853938"/>
                  </a:lnTo>
                  <a:cubicBezTo>
                    <a:pt x="1520321" y="850081"/>
                    <a:pt x="1520388" y="843509"/>
                    <a:pt x="1520321" y="834220"/>
                  </a:cubicBezTo>
                  <a:lnTo>
                    <a:pt x="1531991" y="831939"/>
                  </a:lnTo>
                  <a:cubicBezTo>
                    <a:pt x="1534439" y="831504"/>
                    <a:pt x="1539167" y="830397"/>
                    <a:pt x="1546142" y="828687"/>
                  </a:cubicBezTo>
                  <a:cubicBezTo>
                    <a:pt x="1546142" y="837674"/>
                    <a:pt x="1546310" y="846091"/>
                    <a:pt x="1546645" y="853938"/>
                  </a:cubicBezTo>
                  <a:lnTo>
                    <a:pt x="1572097" y="853938"/>
                  </a:lnTo>
                  <a:cubicBezTo>
                    <a:pt x="1572097" y="862925"/>
                    <a:pt x="1572198" y="869363"/>
                    <a:pt x="1572399" y="873253"/>
                  </a:cubicBezTo>
                  <a:lnTo>
                    <a:pt x="1546880" y="873253"/>
                  </a:lnTo>
                  <a:cubicBezTo>
                    <a:pt x="1546880" y="900550"/>
                    <a:pt x="1546980" y="916310"/>
                    <a:pt x="1547215" y="920603"/>
                  </a:cubicBezTo>
                  <a:cubicBezTo>
                    <a:pt x="1547416" y="924761"/>
                    <a:pt x="1548054" y="927980"/>
                    <a:pt x="1549093" y="930261"/>
                  </a:cubicBezTo>
                  <a:cubicBezTo>
                    <a:pt x="1550099" y="932541"/>
                    <a:pt x="1551642" y="934184"/>
                    <a:pt x="1553721" y="935190"/>
                  </a:cubicBezTo>
                  <a:cubicBezTo>
                    <a:pt x="1555766" y="936196"/>
                    <a:pt x="1557946" y="936699"/>
                    <a:pt x="1560226" y="936699"/>
                  </a:cubicBezTo>
                  <a:cubicBezTo>
                    <a:pt x="1561903" y="936699"/>
                    <a:pt x="1563647" y="936565"/>
                    <a:pt x="1565491" y="936297"/>
                  </a:cubicBezTo>
                  <a:cubicBezTo>
                    <a:pt x="1567302" y="936028"/>
                    <a:pt x="1570488" y="935257"/>
                    <a:pt x="1575048" y="934050"/>
                  </a:cubicBezTo>
                  <a:close/>
                  <a:moveTo>
                    <a:pt x="1693020" y="955008"/>
                  </a:moveTo>
                  <a:cubicBezTo>
                    <a:pt x="1687118" y="954874"/>
                    <a:pt x="1682625" y="954807"/>
                    <a:pt x="1679506" y="954807"/>
                  </a:cubicBezTo>
                  <a:cubicBezTo>
                    <a:pt x="1675582" y="954807"/>
                    <a:pt x="1671122" y="954874"/>
                    <a:pt x="1666126" y="955008"/>
                  </a:cubicBezTo>
                  <a:lnTo>
                    <a:pt x="1665422" y="938376"/>
                  </a:lnTo>
                  <a:cubicBezTo>
                    <a:pt x="1663712" y="941193"/>
                    <a:pt x="1662202" y="943439"/>
                    <a:pt x="1660861" y="945150"/>
                  </a:cubicBezTo>
                  <a:cubicBezTo>
                    <a:pt x="1659553" y="946860"/>
                    <a:pt x="1657810" y="948536"/>
                    <a:pt x="1655630" y="950180"/>
                  </a:cubicBezTo>
                  <a:cubicBezTo>
                    <a:pt x="1653450" y="951823"/>
                    <a:pt x="1651036" y="953131"/>
                    <a:pt x="1648420" y="954103"/>
                  </a:cubicBezTo>
                  <a:cubicBezTo>
                    <a:pt x="1645804" y="955076"/>
                    <a:pt x="1642786" y="955880"/>
                    <a:pt x="1639366" y="956517"/>
                  </a:cubicBezTo>
                  <a:cubicBezTo>
                    <a:pt x="1635979" y="957155"/>
                    <a:pt x="1632324" y="957456"/>
                    <a:pt x="1628467" y="957456"/>
                  </a:cubicBezTo>
                  <a:cubicBezTo>
                    <a:pt x="1620990" y="957456"/>
                    <a:pt x="1614417" y="956383"/>
                    <a:pt x="1608783" y="954204"/>
                  </a:cubicBezTo>
                  <a:cubicBezTo>
                    <a:pt x="1603116" y="952024"/>
                    <a:pt x="1598555" y="948738"/>
                    <a:pt x="1595101" y="944311"/>
                  </a:cubicBezTo>
                  <a:cubicBezTo>
                    <a:pt x="1591647" y="939885"/>
                    <a:pt x="1589669" y="933547"/>
                    <a:pt x="1589233" y="925331"/>
                  </a:cubicBezTo>
                  <a:lnTo>
                    <a:pt x="1589132" y="923218"/>
                  </a:lnTo>
                  <a:lnTo>
                    <a:pt x="1589501" y="897330"/>
                  </a:lnTo>
                  <a:lnTo>
                    <a:pt x="1589334" y="863227"/>
                  </a:lnTo>
                  <a:cubicBezTo>
                    <a:pt x="1589266" y="860477"/>
                    <a:pt x="1589099" y="857090"/>
                    <a:pt x="1588898" y="852999"/>
                  </a:cubicBezTo>
                  <a:cubicBezTo>
                    <a:pt x="1595202" y="853133"/>
                    <a:pt x="1600165" y="853200"/>
                    <a:pt x="1603753" y="853200"/>
                  </a:cubicBezTo>
                  <a:cubicBezTo>
                    <a:pt x="1607542" y="853200"/>
                    <a:pt x="1612137" y="853133"/>
                    <a:pt x="1617502" y="852999"/>
                  </a:cubicBezTo>
                  <a:lnTo>
                    <a:pt x="1616563" y="898739"/>
                  </a:lnTo>
                  <a:cubicBezTo>
                    <a:pt x="1616563" y="902293"/>
                    <a:pt x="1616563" y="905278"/>
                    <a:pt x="1616563" y="907726"/>
                  </a:cubicBezTo>
                  <a:cubicBezTo>
                    <a:pt x="1616596" y="910174"/>
                    <a:pt x="1616630" y="911918"/>
                    <a:pt x="1616697" y="912991"/>
                  </a:cubicBezTo>
                  <a:cubicBezTo>
                    <a:pt x="1616932" y="917853"/>
                    <a:pt x="1617871" y="921877"/>
                    <a:pt x="1619447" y="925063"/>
                  </a:cubicBezTo>
                  <a:cubicBezTo>
                    <a:pt x="1621057" y="928248"/>
                    <a:pt x="1623639" y="930696"/>
                    <a:pt x="1627294" y="932373"/>
                  </a:cubicBezTo>
                  <a:cubicBezTo>
                    <a:pt x="1630949" y="934083"/>
                    <a:pt x="1634772" y="934922"/>
                    <a:pt x="1638829" y="934922"/>
                  </a:cubicBezTo>
                  <a:cubicBezTo>
                    <a:pt x="1642887" y="934922"/>
                    <a:pt x="1646274" y="934184"/>
                    <a:pt x="1649661" y="932709"/>
                  </a:cubicBezTo>
                  <a:cubicBezTo>
                    <a:pt x="1652712" y="931367"/>
                    <a:pt x="1655294" y="929489"/>
                    <a:pt x="1657374" y="927075"/>
                  </a:cubicBezTo>
                  <a:cubicBezTo>
                    <a:pt x="1659486" y="924660"/>
                    <a:pt x="1661163" y="921408"/>
                    <a:pt x="1662504" y="917316"/>
                  </a:cubicBezTo>
                  <a:cubicBezTo>
                    <a:pt x="1663477" y="914366"/>
                    <a:pt x="1664114" y="910274"/>
                    <a:pt x="1664449" y="905043"/>
                  </a:cubicBezTo>
                  <a:cubicBezTo>
                    <a:pt x="1664717" y="901354"/>
                    <a:pt x="1664818" y="895016"/>
                    <a:pt x="1664751" y="886029"/>
                  </a:cubicBezTo>
                  <a:cubicBezTo>
                    <a:pt x="1664751" y="875198"/>
                    <a:pt x="1664617" y="864199"/>
                    <a:pt x="1664282" y="853032"/>
                  </a:cubicBezTo>
                  <a:cubicBezTo>
                    <a:pt x="1670921" y="853166"/>
                    <a:pt x="1675985" y="853233"/>
                    <a:pt x="1679472" y="853233"/>
                  </a:cubicBezTo>
                  <a:cubicBezTo>
                    <a:pt x="1683429" y="853233"/>
                    <a:pt x="1687889" y="853166"/>
                    <a:pt x="1692852" y="853032"/>
                  </a:cubicBezTo>
                  <a:cubicBezTo>
                    <a:pt x="1692551" y="862589"/>
                    <a:pt x="1692349" y="874561"/>
                    <a:pt x="1692215" y="888913"/>
                  </a:cubicBezTo>
                  <a:cubicBezTo>
                    <a:pt x="1692081" y="903266"/>
                    <a:pt x="1692115" y="915103"/>
                    <a:pt x="1692249" y="924426"/>
                  </a:cubicBezTo>
                  <a:cubicBezTo>
                    <a:pt x="1692383" y="933748"/>
                    <a:pt x="1692651" y="943976"/>
                    <a:pt x="1693054" y="955076"/>
                  </a:cubicBezTo>
                  <a:close/>
                  <a:moveTo>
                    <a:pt x="1715152" y="953164"/>
                  </a:moveTo>
                  <a:lnTo>
                    <a:pt x="1711732" y="930998"/>
                  </a:lnTo>
                  <a:cubicBezTo>
                    <a:pt x="1718405" y="933681"/>
                    <a:pt x="1724039" y="935592"/>
                    <a:pt x="1728633" y="936632"/>
                  </a:cubicBezTo>
                  <a:cubicBezTo>
                    <a:pt x="1733227" y="937671"/>
                    <a:pt x="1737419" y="938208"/>
                    <a:pt x="1741208" y="938208"/>
                  </a:cubicBezTo>
                  <a:cubicBezTo>
                    <a:pt x="1744997" y="938208"/>
                    <a:pt x="1748183" y="937772"/>
                    <a:pt x="1750732" y="936867"/>
                  </a:cubicBezTo>
                  <a:cubicBezTo>
                    <a:pt x="1753280" y="935961"/>
                    <a:pt x="1755158" y="934620"/>
                    <a:pt x="1756332" y="932876"/>
                  </a:cubicBezTo>
                  <a:cubicBezTo>
                    <a:pt x="1757505" y="931099"/>
                    <a:pt x="1758042" y="929254"/>
                    <a:pt x="1757941" y="927310"/>
                  </a:cubicBezTo>
                  <a:cubicBezTo>
                    <a:pt x="1757941" y="926438"/>
                    <a:pt x="1757774" y="925633"/>
                    <a:pt x="1757573" y="924895"/>
                  </a:cubicBezTo>
                  <a:cubicBezTo>
                    <a:pt x="1757371" y="924157"/>
                    <a:pt x="1757036" y="923386"/>
                    <a:pt x="1756567" y="922581"/>
                  </a:cubicBezTo>
                  <a:cubicBezTo>
                    <a:pt x="1756097" y="921776"/>
                    <a:pt x="1755561" y="921039"/>
                    <a:pt x="1754957" y="920335"/>
                  </a:cubicBezTo>
                  <a:cubicBezTo>
                    <a:pt x="1754353" y="919630"/>
                    <a:pt x="1753548" y="918859"/>
                    <a:pt x="1752475" y="917954"/>
                  </a:cubicBezTo>
                  <a:cubicBezTo>
                    <a:pt x="1751436" y="917048"/>
                    <a:pt x="1749927" y="915908"/>
                    <a:pt x="1747982" y="914500"/>
                  </a:cubicBezTo>
                  <a:lnTo>
                    <a:pt x="1742382" y="910207"/>
                  </a:lnTo>
                  <a:cubicBezTo>
                    <a:pt x="1736983" y="906116"/>
                    <a:pt x="1732825" y="902931"/>
                    <a:pt x="1729974" y="900583"/>
                  </a:cubicBezTo>
                  <a:cubicBezTo>
                    <a:pt x="1727124" y="898236"/>
                    <a:pt x="1724709" y="895855"/>
                    <a:pt x="1722697" y="893407"/>
                  </a:cubicBezTo>
                  <a:cubicBezTo>
                    <a:pt x="1720685" y="890993"/>
                    <a:pt x="1719143" y="888410"/>
                    <a:pt x="1718036" y="885694"/>
                  </a:cubicBezTo>
                  <a:cubicBezTo>
                    <a:pt x="1716930" y="882978"/>
                    <a:pt x="1716292" y="880228"/>
                    <a:pt x="1716158" y="877411"/>
                  </a:cubicBezTo>
                  <a:cubicBezTo>
                    <a:pt x="1715890" y="872549"/>
                    <a:pt x="1717131" y="867888"/>
                    <a:pt x="1719881" y="863461"/>
                  </a:cubicBezTo>
                  <a:cubicBezTo>
                    <a:pt x="1722630" y="859035"/>
                    <a:pt x="1726789" y="855816"/>
                    <a:pt x="1732355" y="853804"/>
                  </a:cubicBezTo>
                  <a:cubicBezTo>
                    <a:pt x="1737922" y="851758"/>
                    <a:pt x="1744561" y="850752"/>
                    <a:pt x="1752241" y="850752"/>
                  </a:cubicBezTo>
                  <a:cubicBezTo>
                    <a:pt x="1760993" y="850752"/>
                    <a:pt x="1771154" y="851791"/>
                    <a:pt x="1782656" y="853837"/>
                  </a:cubicBezTo>
                  <a:lnTo>
                    <a:pt x="1785003" y="874762"/>
                  </a:lnTo>
                  <a:cubicBezTo>
                    <a:pt x="1777123" y="871610"/>
                    <a:pt x="1769645" y="870034"/>
                    <a:pt x="1762535" y="870034"/>
                  </a:cubicBezTo>
                  <a:cubicBezTo>
                    <a:pt x="1758679" y="870034"/>
                    <a:pt x="1755326" y="870436"/>
                    <a:pt x="1752475" y="871174"/>
                  </a:cubicBezTo>
                  <a:cubicBezTo>
                    <a:pt x="1749625" y="871945"/>
                    <a:pt x="1747613" y="873119"/>
                    <a:pt x="1746439" y="874695"/>
                  </a:cubicBezTo>
                  <a:cubicBezTo>
                    <a:pt x="1745266" y="876238"/>
                    <a:pt x="1744729" y="878015"/>
                    <a:pt x="1744830" y="879960"/>
                  </a:cubicBezTo>
                  <a:cubicBezTo>
                    <a:pt x="1744897" y="881100"/>
                    <a:pt x="1745165" y="882207"/>
                    <a:pt x="1745601" y="883313"/>
                  </a:cubicBezTo>
                  <a:cubicBezTo>
                    <a:pt x="1746037" y="884420"/>
                    <a:pt x="1746808" y="885560"/>
                    <a:pt x="1747881" y="886767"/>
                  </a:cubicBezTo>
                  <a:cubicBezTo>
                    <a:pt x="1748921" y="887974"/>
                    <a:pt x="1750128" y="889115"/>
                    <a:pt x="1751469" y="890188"/>
                  </a:cubicBezTo>
                  <a:cubicBezTo>
                    <a:pt x="1752844" y="891261"/>
                    <a:pt x="1755628" y="893373"/>
                    <a:pt x="1759920" y="896526"/>
                  </a:cubicBezTo>
                  <a:cubicBezTo>
                    <a:pt x="1764179" y="899678"/>
                    <a:pt x="1767935" y="902495"/>
                    <a:pt x="1771154" y="905043"/>
                  </a:cubicBezTo>
                  <a:cubicBezTo>
                    <a:pt x="1774373" y="907592"/>
                    <a:pt x="1777056" y="910140"/>
                    <a:pt x="1779168" y="912689"/>
                  </a:cubicBezTo>
                  <a:cubicBezTo>
                    <a:pt x="1781281" y="915271"/>
                    <a:pt x="1782958" y="918021"/>
                    <a:pt x="1784165" y="920972"/>
                  </a:cubicBezTo>
                  <a:cubicBezTo>
                    <a:pt x="1785372" y="923923"/>
                    <a:pt x="1786076" y="926874"/>
                    <a:pt x="1786210" y="929892"/>
                  </a:cubicBezTo>
                  <a:cubicBezTo>
                    <a:pt x="1786210" y="930294"/>
                    <a:pt x="1786210" y="930663"/>
                    <a:pt x="1786244" y="931065"/>
                  </a:cubicBezTo>
                  <a:lnTo>
                    <a:pt x="1786244" y="931300"/>
                  </a:lnTo>
                  <a:cubicBezTo>
                    <a:pt x="1786244" y="935794"/>
                    <a:pt x="1784903" y="939952"/>
                    <a:pt x="1782354" y="943842"/>
                  </a:cubicBezTo>
                  <a:cubicBezTo>
                    <a:pt x="1779504" y="948134"/>
                    <a:pt x="1775044" y="951454"/>
                    <a:pt x="1768974" y="953868"/>
                  </a:cubicBezTo>
                  <a:cubicBezTo>
                    <a:pt x="1762904" y="956283"/>
                    <a:pt x="1756030" y="957456"/>
                    <a:pt x="1748384" y="957456"/>
                  </a:cubicBezTo>
                  <a:lnTo>
                    <a:pt x="1748183" y="957456"/>
                  </a:lnTo>
                  <a:cubicBezTo>
                    <a:pt x="1744226" y="957456"/>
                    <a:pt x="1739397" y="957121"/>
                    <a:pt x="1733730" y="956517"/>
                  </a:cubicBezTo>
                  <a:cubicBezTo>
                    <a:pt x="1727962" y="955880"/>
                    <a:pt x="1721792" y="954774"/>
                    <a:pt x="1715152" y="953164"/>
                  </a:cubicBezTo>
                  <a:close/>
                </a:path>
              </a:pathLst>
            </a:custGeom>
            <a:solidFill>
              <a:schemeClr val="tx2"/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2E8340A1-A4C3-B4A8-903B-E6AD1C96E552}"/>
                </a:ext>
              </a:extLst>
            </p:cNvPr>
            <p:cNvSpPr/>
            <p:nvPr/>
          </p:nvSpPr>
          <p:spPr>
            <a:xfrm>
              <a:off x="10131732" y="928208"/>
              <a:ext cx="553280" cy="258286"/>
            </a:xfrm>
            <a:custGeom>
              <a:avLst/>
              <a:gdLst>
                <a:gd name="connsiteX0" fmla="*/ 571147 w 571147"/>
                <a:gd name="connsiteY0" fmla="*/ 0 h 266627"/>
                <a:gd name="connsiteX1" fmla="*/ 125450 w 571147"/>
                <a:gd name="connsiteY1" fmla="*/ 0 h 266627"/>
                <a:gd name="connsiteX2" fmla="*/ 0 w 571147"/>
                <a:gd name="connsiteY2" fmla="*/ 88999 h 266627"/>
                <a:gd name="connsiteX3" fmla="*/ 571147 w 571147"/>
                <a:gd name="connsiteY3" fmla="*/ 88663 h 266627"/>
                <a:gd name="connsiteX4" fmla="*/ 571147 w 571147"/>
                <a:gd name="connsiteY4" fmla="*/ 0 h 266627"/>
                <a:gd name="connsiteX5" fmla="*/ 571147 w 571147"/>
                <a:gd name="connsiteY5" fmla="*/ 266627 h 266627"/>
                <a:gd name="connsiteX6" fmla="*/ 121895 w 571147"/>
                <a:gd name="connsiteY6" fmla="*/ 266627 h 266627"/>
                <a:gd name="connsiteX7" fmla="*/ 0 w 571147"/>
                <a:gd name="connsiteY7" fmla="*/ 178299 h 266627"/>
                <a:gd name="connsiteX8" fmla="*/ 571147 w 571147"/>
                <a:gd name="connsiteY8" fmla="*/ 178299 h 266627"/>
                <a:gd name="connsiteX9" fmla="*/ 571147 w 571147"/>
                <a:gd name="connsiteY9" fmla="*/ 266627 h 266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71147" h="266627">
                  <a:moveTo>
                    <a:pt x="571147" y="0"/>
                  </a:moveTo>
                  <a:lnTo>
                    <a:pt x="125450" y="0"/>
                  </a:lnTo>
                  <a:cubicBezTo>
                    <a:pt x="16432" y="0"/>
                    <a:pt x="0" y="88999"/>
                    <a:pt x="0" y="88999"/>
                  </a:cubicBezTo>
                  <a:lnTo>
                    <a:pt x="571147" y="88663"/>
                  </a:lnTo>
                  <a:lnTo>
                    <a:pt x="571147" y="0"/>
                  </a:lnTo>
                  <a:close/>
                  <a:moveTo>
                    <a:pt x="571147" y="266627"/>
                  </a:moveTo>
                  <a:lnTo>
                    <a:pt x="121895" y="266627"/>
                  </a:lnTo>
                  <a:cubicBezTo>
                    <a:pt x="13615" y="266627"/>
                    <a:pt x="168" y="175147"/>
                    <a:pt x="0" y="178299"/>
                  </a:cubicBezTo>
                  <a:lnTo>
                    <a:pt x="571147" y="178299"/>
                  </a:lnTo>
                  <a:lnTo>
                    <a:pt x="571147" y="266627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D8941EE-6A6A-D561-D180-6E1D7D005C54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5709"/>
            <a:ext cx="7540398" cy="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961742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Large_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251259C3-5465-7C2C-BA4A-EF08245C1BE9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7594600" y="0"/>
            <a:ext cx="4597400" cy="6858000"/>
          </a:xfrm>
          <a:custGeom>
            <a:avLst/>
            <a:gdLst>
              <a:gd name="connsiteX0" fmla="*/ 1535049 w 4597400"/>
              <a:gd name="connsiteY0" fmla="*/ 0 h 6858000"/>
              <a:gd name="connsiteX1" fmla="*/ 4597400 w 4597400"/>
              <a:gd name="connsiteY1" fmla="*/ 0 h 6858000"/>
              <a:gd name="connsiteX2" fmla="*/ 4597400 w 4597400"/>
              <a:gd name="connsiteY2" fmla="*/ 6858000 h 6858000"/>
              <a:gd name="connsiteX3" fmla="*/ 1535049 w 4597400"/>
              <a:gd name="connsiteY3" fmla="*/ 6858000 h 6858000"/>
              <a:gd name="connsiteX4" fmla="*/ 0 w 4597400"/>
              <a:gd name="connsiteY4" fmla="*/ 3429000 h 6858000"/>
              <a:gd name="connsiteX5" fmla="*/ 1535049 w 4597400"/>
              <a:gd name="connsiteY5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597400" h="6858000">
                <a:moveTo>
                  <a:pt x="1535049" y="0"/>
                </a:moveTo>
                <a:lnTo>
                  <a:pt x="4597400" y="0"/>
                </a:lnTo>
                <a:lnTo>
                  <a:pt x="4597400" y="6858000"/>
                </a:lnTo>
                <a:lnTo>
                  <a:pt x="1535049" y="6858000"/>
                </a:lnTo>
                <a:cubicBezTo>
                  <a:pt x="593027" y="6016117"/>
                  <a:pt x="0" y="4791837"/>
                  <a:pt x="0" y="3429000"/>
                </a:cubicBezTo>
                <a:cubicBezTo>
                  <a:pt x="0" y="2066163"/>
                  <a:pt x="593027" y="841883"/>
                  <a:pt x="1535049" y="0"/>
                </a:cubicBezTo>
                <a:close/>
              </a:path>
            </a:pathLst>
          </a:custGeom>
          <a:solidFill>
            <a:schemeClr val="accent2"/>
          </a:solidFill>
        </p:spPr>
        <p:txBody>
          <a:bodyPr wrap="square" anchor="ctr" anchorCtr="0"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16" name="Text Placeholder 11">
            <a:extLst>
              <a:ext uri="{FF2B5EF4-FFF2-40B4-BE49-F238E27FC236}">
                <a16:creationId xmlns:a16="http://schemas.microsoft.com/office/drawing/2014/main" id="{D6616AE3-7059-CA28-4049-1FD2D926CC2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9266048" y="841994"/>
            <a:ext cx="2302064" cy="927536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7" y="836613"/>
            <a:ext cx="6553427" cy="4897438"/>
          </a:xfrm>
        </p:spPr>
        <p:txBody>
          <a:bodyPr anchor="t" anchorCtr="0">
            <a:noAutofit/>
          </a:bodyPr>
          <a:lstStyle>
            <a:lvl1pPr algn="l">
              <a:defRPr sz="6200" b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</a:t>
            </a:r>
            <a:br>
              <a:rPr lang="en-US"/>
            </a:br>
            <a:r>
              <a:rPr lang="en-US"/>
              <a:t>style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D8941EE-6A6A-D561-D180-6E1D7D005C54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5709"/>
            <a:ext cx="7540398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170406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itle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Graphic 13">
            <a:extLst>
              <a:ext uri="{FF2B5EF4-FFF2-40B4-BE49-F238E27FC236}">
                <a16:creationId xmlns:a16="http://schemas.microsoft.com/office/drawing/2014/main" id="{593005B9-0C6A-A613-72D7-DAD05049A64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746170" y="0"/>
            <a:ext cx="7445829" cy="449606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4"/>
            <a:ext cx="8208962" cy="2484436"/>
          </a:xfrm>
        </p:spPr>
        <p:txBody>
          <a:bodyPr anchor="t" anchorCtr="0">
            <a:noAutofit/>
          </a:bodyPr>
          <a:lstStyle>
            <a:lvl1pPr algn="l">
              <a:defRPr sz="5400" b="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D94E7AC-F3D3-4E49-AF79-E2577E5DB178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83FC9B-6E77-4E15-B18F-2A2D5202076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23887" y="3536951"/>
            <a:ext cx="8208961" cy="2197099"/>
          </a:xfrm>
        </p:spPr>
        <p:txBody>
          <a:bodyPr anchor="t" anchorCtr="0">
            <a:noAutofit/>
          </a:bodyPr>
          <a:lstStyle>
            <a:lvl1pPr marL="0" indent="0">
              <a:spcBef>
                <a:spcPts val="0"/>
              </a:spcBef>
              <a:buNone/>
              <a:defRPr sz="2200" spc="-20" baseline="0"/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Click to edit subtitle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64FF64E-8497-A211-A371-1EB95CEA8720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08E36BEB-E564-BDC5-2D0E-683B7463D71B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7A31E304-8E0C-1BA3-DA8A-B2FA8A2B3396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7579552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itle_Dark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raphic 11">
            <a:extLst>
              <a:ext uri="{FF2B5EF4-FFF2-40B4-BE49-F238E27FC236}">
                <a16:creationId xmlns:a16="http://schemas.microsoft.com/office/drawing/2014/main" id="{50B63FBE-00C9-95E0-891B-2B4DF7E644F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746170" y="0"/>
            <a:ext cx="7445829" cy="449606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3"/>
            <a:ext cx="8208962" cy="2484437"/>
          </a:xfrm>
        </p:spPr>
        <p:txBody>
          <a:bodyPr anchor="t" anchorCtr="0">
            <a:noAutofit/>
          </a:bodyPr>
          <a:lstStyle>
            <a:lvl1pPr algn="l">
              <a:defRPr sz="5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83FC9B-6E77-4E15-B18F-2A2D5202076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23888" y="3536950"/>
            <a:ext cx="8208962" cy="2197100"/>
          </a:xfrm>
        </p:spPr>
        <p:txBody>
          <a:bodyPr anchor="t" anchorCtr="0">
            <a:noAutofit/>
          </a:bodyPr>
          <a:lstStyle>
            <a:lvl1pPr marL="0" indent="0">
              <a:spcBef>
                <a:spcPts val="0"/>
              </a:spcBef>
              <a:buNone/>
              <a:defRPr sz="2200" spc="-20" baseline="0">
                <a:solidFill>
                  <a:schemeClr val="bg1"/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Click to edit subtitle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951A6316-FA00-F7B0-625F-5C5C70FE690C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3" name="Group 12">
            <a:extLst>
              <a:ext uri="{FF2B5EF4-FFF2-40B4-BE49-F238E27FC236}">
                <a16:creationId xmlns:a16="http://schemas.microsoft.com/office/drawing/2014/main" id="{A294281D-AB6E-C8DE-96BB-CD897F804E48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F1B54EF8-DDA0-DB1B-14AF-6A9C645C1C71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bg1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202959C4-500F-ED38-1509-871D5B4B659B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5745212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_Title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519A7D0D-AD55-4BB5-927F-67EB9F19F8BD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0" y="0"/>
            <a:ext cx="12192000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7351A01D-54B1-4CD7-8EA9-62E0D922EA0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758113" y="6254276"/>
            <a:ext cx="810000" cy="320400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3"/>
            <a:ext cx="8208962" cy="1652587"/>
          </a:xfrm>
        </p:spPr>
        <p:txBody>
          <a:bodyPr anchor="t" anchorCtr="0">
            <a:noAutofit/>
          </a:bodyPr>
          <a:lstStyle>
            <a:lvl1pPr algn="l">
              <a:defRPr sz="5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C1CAD510-2AAC-48E8-A46D-A29F5F9F0FB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3888" y="6397411"/>
            <a:ext cx="9529200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7208793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Image_T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79F59426-D713-4562-A42E-5EC5481A251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203950" y="479570"/>
            <a:ext cx="5364163" cy="5541818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479570"/>
            <a:ext cx="5364163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FD7E04-81A8-D049-AAA4-AF4D41155B4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23888" y="1268411"/>
            <a:ext cx="5364163" cy="4465637"/>
          </a:xfrm>
        </p:spPr>
        <p:txBody>
          <a:bodyPr anchor="t" anchorCtr="0">
            <a:noAutofit/>
          </a:bodyPr>
          <a:lstStyle>
            <a:lvl1pPr marL="0" indent="0" algn="l">
              <a:spcBef>
                <a:spcPts val="0"/>
              </a:spcBef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text styles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C3D1EF65-6FC4-E89A-FE48-A37D18ADC948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6" name="Group 15">
            <a:extLst>
              <a:ext uri="{FF2B5EF4-FFF2-40B4-BE49-F238E27FC236}">
                <a16:creationId xmlns:a16="http://schemas.microsoft.com/office/drawing/2014/main" id="{04C974D7-D7DF-712E-FC1A-80D95C808796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47590D4B-E844-7F04-93D3-6756624DE990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0A05141D-209F-2213-31A6-104F82A16275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904189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479570"/>
            <a:ext cx="1004411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7F78CBC7-9110-C4CA-F6DE-57CC2299609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1268413"/>
            <a:ext cx="10941050" cy="4465637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BD53A8D-8E75-8893-E53E-68BD03DE6120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Group 6">
            <a:extLst>
              <a:ext uri="{FF2B5EF4-FFF2-40B4-BE49-F238E27FC236}">
                <a16:creationId xmlns:a16="http://schemas.microsoft.com/office/drawing/2014/main" id="{1C2527F3-5788-597B-D45B-0B8C2C0E5D06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032C4ADE-DDAB-4EFC-5173-6AE6DCEBE38C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1B8783E-872F-0E81-3C89-53FEA18C0767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1962173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BD53A8D-8E75-8893-E53E-68BD03DE6120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Group 6">
            <a:extLst>
              <a:ext uri="{FF2B5EF4-FFF2-40B4-BE49-F238E27FC236}">
                <a16:creationId xmlns:a16="http://schemas.microsoft.com/office/drawing/2014/main" id="{1C2527F3-5788-597B-D45B-0B8C2C0E5D06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032C4ADE-DDAB-4EFC-5173-6AE6DCEBE38C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1B8783E-872F-0E81-3C89-53FEA18C0767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526824FB-7844-CE00-34E8-4D129A5A0399}"/>
              </a:ext>
            </a:extLst>
          </p:cNvPr>
          <p:cNvSpPr>
            <a:spLocks noGrp="1" noChangeAspect="1"/>
          </p:cNvSpPr>
          <p:nvPr>
            <p:ph type="media" sz="quarter" idx="10" hasCustomPrompt="1"/>
          </p:nvPr>
        </p:nvSpPr>
        <p:spPr>
          <a:xfrm>
            <a:off x="623888" y="1273729"/>
            <a:ext cx="8440283" cy="4747659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add video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0768D58F-8AA8-FB7F-EF48-F29430C08AA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479570"/>
            <a:ext cx="1004411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4EC4F1CB-CF46-70C8-F053-0FA68D458420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9289144" y="1268413"/>
            <a:ext cx="2275794" cy="4747659"/>
          </a:xfrm>
        </p:spPr>
        <p:txBody>
          <a:bodyPr>
            <a:noAutofit/>
          </a:bodyPr>
          <a:lstStyle>
            <a:lvl1pPr marL="0" indent="0">
              <a:lnSpc>
                <a:spcPct val="110000"/>
              </a:lnSpc>
              <a:buNone/>
              <a:defRPr sz="1600"/>
            </a:lvl1pPr>
            <a:lvl2pPr marL="457200" indent="0">
              <a:lnSpc>
                <a:spcPct val="110000"/>
              </a:lnSpc>
              <a:buNone/>
              <a:defRPr sz="1600"/>
            </a:lvl2pPr>
            <a:lvl3pPr marL="914400" indent="0">
              <a:lnSpc>
                <a:spcPct val="110000"/>
              </a:lnSpc>
              <a:buNone/>
              <a:defRPr sz="1600"/>
            </a:lvl3pPr>
            <a:lvl4pPr marL="1371600" indent="0">
              <a:lnSpc>
                <a:spcPct val="110000"/>
              </a:lnSpc>
              <a:buNone/>
              <a:defRPr sz="1600"/>
            </a:lvl4pPr>
            <a:lvl5pPr marL="1828800" indent="0">
              <a:lnSpc>
                <a:spcPct val="110000"/>
              </a:lnSpc>
              <a:buNone/>
              <a:defRPr sz="1600"/>
            </a:lvl5pPr>
          </a:lstStyle>
          <a:p>
            <a:pPr lvl="0"/>
            <a:r>
              <a:rPr lang="en-US"/>
              <a:t>Click to edit </a:t>
            </a:r>
            <a:r>
              <a:rPr lang="en-US" err="1"/>
              <a:t>contet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58165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o_FullScree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526824FB-7844-CE00-34E8-4D129A5A0399}"/>
              </a:ext>
            </a:extLst>
          </p:cNvPr>
          <p:cNvSpPr>
            <a:spLocks noGrp="1"/>
          </p:cNvSpPr>
          <p:nvPr>
            <p:ph type="media" sz="quarter" idx="10" hasCustomPrompt="1"/>
          </p:nvPr>
        </p:nvSpPr>
        <p:spPr>
          <a:xfrm>
            <a:off x="0" y="0"/>
            <a:ext cx="12191999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add video</a:t>
            </a:r>
          </a:p>
        </p:txBody>
      </p:sp>
    </p:spTree>
    <p:extLst>
      <p:ext uri="{BB962C8B-B14F-4D97-AF65-F5344CB8AC3E}">
        <p14:creationId xmlns:p14="http://schemas.microsoft.com/office/powerpoint/2010/main" val="15192018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2colums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479570"/>
            <a:ext cx="1004411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7F78CBC7-9110-C4CA-F6DE-57CC2299609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1268413"/>
            <a:ext cx="5364162" cy="4465637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C970B30A-1A11-111C-7375-C4E28C8B787B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6203950" y="1268412"/>
            <a:ext cx="5364162" cy="4465637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2A0911-B2DB-0671-1811-2448141A197B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Group 7">
            <a:extLst>
              <a:ext uri="{FF2B5EF4-FFF2-40B4-BE49-F238E27FC236}">
                <a16:creationId xmlns:a16="http://schemas.microsoft.com/office/drawing/2014/main" id="{EEF16231-1FA4-37EF-E19B-AD716AA951F4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26C8870A-76D7-22FC-27C6-0478B131E918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DF172609-F1FD-514B-5AEC-7C887AACD91F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1162493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High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03949" y="1268413"/>
            <a:ext cx="5364163" cy="2052637"/>
          </a:xfrm>
        </p:spPr>
        <p:txBody>
          <a:bodyPr anchor="b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7F78CBC7-9110-C4CA-F6DE-57CC2299609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03950" y="3536951"/>
            <a:ext cx="5364162" cy="2276020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2A0911-B2DB-0671-1811-2448141A197B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Group 7">
            <a:extLst>
              <a:ext uri="{FF2B5EF4-FFF2-40B4-BE49-F238E27FC236}">
                <a16:creationId xmlns:a16="http://schemas.microsoft.com/office/drawing/2014/main" id="{EEF16231-1FA4-37EF-E19B-AD716AA951F4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26C8870A-76D7-22FC-27C6-0478B131E918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DF172609-F1FD-514B-5AEC-7C887AACD91F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3" name="Oval 2">
            <a:extLst>
              <a:ext uri="{FF2B5EF4-FFF2-40B4-BE49-F238E27FC236}">
                <a16:creationId xmlns:a16="http://schemas.microsoft.com/office/drawing/2014/main" id="{1C530DF0-5615-D097-6790-1E5B0817F179}"/>
              </a:ext>
            </a:extLst>
          </p:cNvPr>
          <p:cNvSpPr/>
          <p:nvPr userDrawn="1"/>
        </p:nvSpPr>
        <p:spPr>
          <a:xfrm>
            <a:off x="610509" y="832419"/>
            <a:ext cx="5202462" cy="5202462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891825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_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79F59426-D713-4562-A42E-5EC5481A251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5988050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 lang="en-US" dirty="0"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27" name="Text Placeholder 15">
            <a:extLst>
              <a:ext uri="{FF2B5EF4-FFF2-40B4-BE49-F238E27FC236}">
                <a16:creationId xmlns:a16="http://schemas.microsoft.com/office/drawing/2014/main" id="{5F55AF90-CA6C-9E9E-5C3A-73085481075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3888" y="6397218"/>
            <a:ext cx="5364162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00644" y="479570"/>
            <a:ext cx="536416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FD7E04-81A8-D049-AAA4-AF4D41155B4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200644" y="1268411"/>
            <a:ext cx="5364162" cy="4465637"/>
          </a:xfrm>
        </p:spPr>
        <p:txBody>
          <a:bodyPr anchor="t" anchorCtr="0">
            <a:noAutofit/>
          </a:bodyPr>
          <a:lstStyle>
            <a:lvl1pPr marL="0" indent="0" algn="l">
              <a:spcBef>
                <a:spcPts val="0"/>
              </a:spcBef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text styles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5559187-4E33-B7B4-8D15-856E22A8AD26}"/>
              </a:ext>
            </a:extLst>
          </p:cNvPr>
          <p:cNvCxnSpPr>
            <a:cxnSpLocks/>
          </p:cNvCxnSpPr>
          <p:nvPr userDrawn="1"/>
        </p:nvCxnSpPr>
        <p:spPr>
          <a:xfrm>
            <a:off x="5988050" y="6414621"/>
            <a:ext cx="4165600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" name="Group 8">
            <a:extLst>
              <a:ext uri="{FF2B5EF4-FFF2-40B4-BE49-F238E27FC236}">
                <a16:creationId xmlns:a16="http://schemas.microsoft.com/office/drawing/2014/main" id="{E2C47E56-EDA9-6104-5D9F-C924F8780C79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4DC9CA37-0D36-8191-BBE8-0EBA7F837CA9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99BCB4D6-D14A-E657-80A8-ADEE68384148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93227598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79F59426-D713-4562-A42E-5EC5481A251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203950" y="0"/>
            <a:ext cx="5988050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479570"/>
            <a:ext cx="536416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FD7E04-81A8-D049-AAA4-AF4D41155B4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23888" y="1268411"/>
            <a:ext cx="5364162" cy="4465637"/>
          </a:xfrm>
        </p:spPr>
        <p:txBody>
          <a:bodyPr anchor="t" anchorCtr="0">
            <a:noAutofit/>
          </a:bodyPr>
          <a:lstStyle>
            <a:lvl1pPr marL="0" indent="0" algn="l">
              <a:spcBef>
                <a:spcPts val="0"/>
              </a:spcBef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text styles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196033E-16B2-F7F6-089E-CB47C4A72E46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5580062" cy="2054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11">
            <a:extLst>
              <a:ext uri="{FF2B5EF4-FFF2-40B4-BE49-F238E27FC236}">
                <a16:creationId xmlns:a16="http://schemas.microsoft.com/office/drawing/2014/main" id="{9C816E65-AE13-D020-EC0E-E5FCD3F98B8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758113" y="6254276"/>
            <a:ext cx="810000" cy="320400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11" name="Text Placeholder 15">
            <a:extLst>
              <a:ext uri="{FF2B5EF4-FFF2-40B4-BE49-F238E27FC236}">
                <a16:creationId xmlns:a16="http://schemas.microsoft.com/office/drawing/2014/main" id="{42FFEC68-013B-C052-8EF2-43EC0E75A69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03950" y="6396621"/>
            <a:ext cx="3949138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4064861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_Author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83FC9B-6E77-4E15-B18F-2A2D5202076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95386" y="4643022"/>
            <a:ext cx="6547755" cy="1236142"/>
          </a:xfrm>
        </p:spPr>
        <p:txBody>
          <a:bodyPr anchor="ctr" anchorCtr="0">
            <a:noAutofit/>
          </a:bodyPr>
          <a:lstStyle>
            <a:lvl1pPr marL="0" indent="0">
              <a:spcBef>
                <a:spcPts val="0"/>
              </a:spcBef>
              <a:buNone/>
              <a:defRPr sz="1800" spc="-20" baseline="0">
                <a:solidFill>
                  <a:schemeClr val="tx1"/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Author</a:t>
            </a:r>
          </a:p>
        </p:txBody>
      </p:sp>
      <p:sp>
        <p:nvSpPr>
          <p:cNvPr id="8" name="Shape">
            <a:extLst>
              <a:ext uri="{FF2B5EF4-FFF2-40B4-BE49-F238E27FC236}">
                <a16:creationId xmlns:a16="http://schemas.microsoft.com/office/drawing/2014/main" id="{3FFCB1E3-6430-7B36-3E4A-D0BCB7E229BA}"/>
              </a:ext>
            </a:extLst>
          </p:cNvPr>
          <p:cNvSpPr/>
          <p:nvPr userDrawn="1"/>
        </p:nvSpPr>
        <p:spPr>
          <a:xfrm rot="10800000">
            <a:off x="623888" y="836612"/>
            <a:ext cx="1723308" cy="137835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10801"/>
                </a:moveTo>
                <a:lnTo>
                  <a:pt x="0" y="21600"/>
                </a:lnTo>
                <a:lnTo>
                  <a:pt x="8640" y="21600"/>
                </a:lnTo>
                <a:lnTo>
                  <a:pt x="8640" y="10801"/>
                </a:lnTo>
                <a:lnTo>
                  <a:pt x="4320" y="10801"/>
                </a:lnTo>
                <a:cubicBezTo>
                  <a:pt x="4320" y="10801"/>
                  <a:pt x="4320" y="5401"/>
                  <a:pt x="8640" y="5401"/>
                </a:cubicBezTo>
                <a:lnTo>
                  <a:pt x="8640" y="0"/>
                </a:lnTo>
                <a:cubicBezTo>
                  <a:pt x="8640" y="0"/>
                  <a:pt x="0" y="0"/>
                  <a:pt x="0" y="10801"/>
                </a:cubicBezTo>
                <a:close/>
                <a:moveTo>
                  <a:pt x="21600" y="5401"/>
                </a:moveTo>
                <a:lnTo>
                  <a:pt x="21600" y="0"/>
                </a:lnTo>
                <a:cubicBezTo>
                  <a:pt x="21600" y="0"/>
                  <a:pt x="12960" y="0"/>
                  <a:pt x="12960" y="10801"/>
                </a:cubicBezTo>
                <a:lnTo>
                  <a:pt x="12960" y="21600"/>
                </a:lnTo>
                <a:lnTo>
                  <a:pt x="21600" y="21600"/>
                </a:lnTo>
                <a:lnTo>
                  <a:pt x="21600" y="10801"/>
                </a:lnTo>
                <a:lnTo>
                  <a:pt x="17280" y="10801"/>
                </a:lnTo>
                <a:cubicBezTo>
                  <a:pt x="17280" y="10801"/>
                  <a:pt x="17280" y="5401"/>
                  <a:pt x="21600" y="5401"/>
                </a:cubicBezTo>
                <a:close/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defTabSz="457200">
              <a:lnSpc>
                <a:spcPct val="93000"/>
              </a:lnSpc>
              <a:defRPr sz="1800" cap="none" spc="0">
                <a:solidFill>
                  <a:srgbClr val="000000"/>
                </a:solidFill>
              </a:defRPr>
            </a:pPr>
            <a:endParaRPr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465829" y="1268413"/>
            <a:ext cx="9630569" cy="3114900"/>
          </a:xfrm>
        </p:spPr>
        <p:txBody>
          <a:bodyPr anchor="t" anchorCtr="0">
            <a:noAutofit/>
          </a:bodyPr>
          <a:lstStyle>
            <a:lvl1pPr algn="l">
              <a:lnSpc>
                <a:spcPct val="110000"/>
              </a:lnSpc>
              <a:defRPr sz="2800" b="0" spc="0">
                <a:solidFill>
                  <a:schemeClr val="tx2"/>
                </a:solidFill>
                <a:latin typeface="+mn-lt"/>
              </a:defRPr>
            </a:lvl1pPr>
          </a:lstStyle>
          <a:p>
            <a:r>
              <a:rPr lang="en-US"/>
              <a:t>“Quote”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1397722-9BD2-656F-AB8C-84A3608F65D9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" name="Group 9">
            <a:extLst>
              <a:ext uri="{FF2B5EF4-FFF2-40B4-BE49-F238E27FC236}">
                <a16:creationId xmlns:a16="http://schemas.microsoft.com/office/drawing/2014/main" id="{AB8C9B42-2591-A853-1CFF-B2BEEAA36BA1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61175848-9909-5007-545C-1F2ADABDCADF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B638E77D-FF10-DFD7-06B6-D5E95101DE44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3" name="Picture Placeholder 40">
            <a:extLst>
              <a:ext uri="{FF2B5EF4-FFF2-40B4-BE49-F238E27FC236}">
                <a16:creationId xmlns:a16="http://schemas.microsoft.com/office/drawing/2014/main" id="{8E73DA40-056E-A0CA-9CF7-3C985146816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465829" y="4643022"/>
            <a:ext cx="1236142" cy="1236142"/>
          </a:xfrm>
          <a:custGeom>
            <a:avLst/>
            <a:gdLst>
              <a:gd name="connsiteX0" fmla="*/ 618071 w 1236142"/>
              <a:gd name="connsiteY0" fmla="*/ 0 h 1236142"/>
              <a:gd name="connsiteX1" fmla="*/ 1236142 w 1236142"/>
              <a:gd name="connsiteY1" fmla="*/ 618071 h 1236142"/>
              <a:gd name="connsiteX2" fmla="*/ 618071 w 1236142"/>
              <a:gd name="connsiteY2" fmla="*/ 1236142 h 1236142"/>
              <a:gd name="connsiteX3" fmla="*/ 0 w 1236142"/>
              <a:gd name="connsiteY3" fmla="*/ 618071 h 1236142"/>
              <a:gd name="connsiteX4" fmla="*/ 618071 w 1236142"/>
              <a:gd name="connsiteY4" fmla="*/ 0 h 12361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36142" h="1236142">
                <a:moveTo>
                  <a:pt x="618071" y="0"/>
                </a:moveTo>
                <a:cubicBezTo>
                  <a:pt x="959422" y="0"/>
                  <a:pt x="1236142" y="276720"/>
                  <a:pt x="1236142" y="618071"/>
                </a:cubicBezTo>
                <a:cubicBezTo>
                  <a:pt x="1236142" y="959422"/>
                  <a:pt x="959422" y="1236142"/>
                  <a:pt x="618071" y="1236142"/>
                </a:cubicBezTo>
                <a:cubicBezTo>
                  <a:pt x="276720" y="1236142"/>
                  <a:pt x="0" y="959422"/>
                  <a:pt x="0" y="618071"/>
                </a:cubicBezTo>
                <a:cubicBezTo>
                  <a:pt x="0" y="276720"/>
                  <a:pt x="276720" y="0"/>
                  <a:pt x="618071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 anchor="ctr" anchorCtr="0">
            <a:noAutofit/>
          </a:bodyPr>
          <a:lstStyle>
            <a:lvl1pPr marL="0" indent="0" algn="ctr">
              <a:buNone/>
              <a:defRPr sz="120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59293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inal_Slide_Imag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836613"/>
            <a:ext cx="8208962" cy="2484437"/>
          </a:xfrm>
        </p:spPr>
        <p:txBody>
          <a:bodyPr anchor="t" anchorCtr="0">
            <a:noAutofit/>
          </a:bodyPr>
          <a:lstStyle>
            <a:lvl1pPr algn="l">
              <a:defRPr sz="5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Thank you slide</a:t>
            </a:r>
          </a:p>
        </p:txBody>
      </p:sp>
      <p:sp>
        <p:nvSpPr>
          <p:cNvPr id="14" name="Picture Placeholder 40">
            <a:extLst>
              <a:ext uri="{FF2B5EF4-FFF2-40B4-BE49-F238E27FC236}">
                <a16:creationId xmlns:a16="http://schemas.microsoft.com/office/drawing/2014/main" id="{B822B543-F1AB-CFE7-EFFD-248F58696864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23887" y="4643022"/>
            <a:ext cx="1236142" cy="1236142"/>
          </a:xfrm>
          <a:custGeom>
            <a:avLst/>
            <a:gdLst>
              <a:gd name="connsiteX0" fmla="*/ 618071 w 1236142"/>
              <a:gd name="connsiteY0" fmla="*/ 0 h 1236142"/>
              <a:gd name="connsiteX1" fmla="*/ 1236142 w 1236142"/>
              <a:gd name="connsiteY1" fmla="*/ 618071 h 1236142"/>
              <a:gd name="connsiteX2" fmla="*/ 618071 w 1236142"/>
              <a:gd name="connsiteY2" fmla="*/ 1236142 h 1236142"/>
              <a:gd name="connsiteX3" fmla="*/ 0 w 1236142"/>
              <a:gd name="connsiteY3" fmla="*/ 618071 h 1236142"/>
              <a:gd name="connsiteX4" fmla="*/ 618071 w 1236142"/>
              <a:gd name="connsiteY4" fmla="*/ 0 h 12361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36142" h="1236142">
                <a:moveTo>
                  <a:pt x="618071" y="0"/>
                </a:moveTo>
                <a:cubicBezTo>
                  <a:pt x="959422" y="0"/>
                  <a:pt x="1236142" y="276720"/>
                  <a:pt x="1236142" y="618071"/>
                </a:cubicBezTo>
                <a:cubicBezTo>
                  <a:pt x="1236142" y="959422"/>
                  <a:pt x="959422" y="1236142"/>
                  <a:pt x="618071" y="1236142"/>
                </a:cubicBezTo>
                <a:cubicBezTo>
                  <a:pt x="276720" y="1236142"/>
                  <a:pt x="0" y="959422"/>
                  <a:pt x="0" y="618071"/>
                </a:cubicBezTo>
                <a:cubicBezTo>
                  <a:pt x="0" y="276720"/>
                  <a:pt x="276720" y="0"/>
                  <a:pt x="618071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 anchor="ctr" anchorCtr="0">
            <a:noAutofit/>
          </a:bodyPr>
          <a:lstStyle>
            <a:lvl1pPr marL="0" indent="0" algn="ctr">
              <a:buNone/>
              <a:defRPr sz="1200"/>
            </a:lvl1pPr>
          </a:lstStyle>
          <a:p>
            <a:endParaRPr lang="en-US"/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E42BC2FA-0D30-5C2F-5931-62B0B5A62B7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043037" y="4800606"/>
            <a:ext cx="6789813" cy="933444"/>
          </a:xfrm>
        </p:spPr>
        <p:txBody>
          <a:bodyPr anchor="ctr" anchorCtr="0">
            <a:noAutofit/>
          </a:bodyPr>
          <a:lstStyle>
            <a:lvl1pPr marL="0" indent="0">
              <a:spcBef>
                <a:spcPts val="0"/>
              </a:spcBef>
              <a:buNone/>
              <a:defRPr sz="1800" spc="-20" baseline="0">
                <a:solidFill>
                  <a:schemeClr val="bg1"/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Click to edit name</a:t>
            </a:r>
          </a:p>
        </p:txBody>
      </p:sp>
      <p:sp>
        <p:nvSpPr>
          <p:cNvPr id="7" name="Text Placeholder 11">
            <a:extLst>
              <a:ext uri="{FF2B5EF4-FFF2-40B4-BE49-F238E27FC236}">
                <a16:creationId xmlns:a16="http://schemas.microsoft.com/office/drawing/2014/main" id="{8E6EF1FF-751D-4E83-81CA-AC460BA1FF3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758113" y="6254276"/>
            <a:ext cx="810000" cy="320400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9" name="Text Placeholder 15">
            <a:extLst>
              <a:ext uri="{FF2B5EF4-FFF2-40B4-BE49-F238E27FC236}">
                <a16:creationId xmlns:a16="http://schemas.microsoft.com/office/drawing/2014/main" id="{3E7884FD-17EE-C642-8912-0A2B6DE88BD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3888" y="6397411"/>
            <a:ext cx="9529200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84480214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507229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8174EC-2D5E-C21A-9C6E-B40D3F7028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t-E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77E198-26FE-CDB4-0E6E-95B8B27290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t-E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6F5057-B3F3-2A40-9B41-F7887DE383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840A40-73C8-4048-8140-49F5D65BB431}" type="datetimeFigureOut">
              <a:rPr lang="et-EE" smtClean="0"/>
              <a:t>29.03.2026</a:t>
            </a:fld>
            <a:endParaRPr lang="et-E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F8DFE4-4A97-5B73-A1FA-A4E96048EC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t-E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8F87FC-FCC5-92FF-B08A-8FAE7F80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60E80D-6AD2-4F09-8BE9-BBDC507698A9}" type="slidenum">
              <a:rPr lang="et-EE" smtClean="0"/>
              <a:t>‹#›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13809575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19A3B80-CD6D-DB45-84E3-24CAFB7A2C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7" y="836613"/>
            <a:ext cx="10944225" cy="1178798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C2DABE-FC7B-C144-96F1-E13398B7AB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7" y="2015411"/>
            <a:ext cx="10944225" cy="4005977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  <a:endParaRPr lang="en-EE"/>
          </a:p>
        </p:txBody>
      </p:sp>
    </p:spTree>
    <p:extLst>
      <p:ext uri="{BB962C8B-B14F-4D97-AF65-F5344CB8AC3E}">
        <p14:creationId xmlns:p14="http://schemas.microsoft.com/office/powerpoint/2010/main" val="27649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9" r:id="rId2"/>
    <p:sldLayoutId id="2147483672" r:id="rId3"/>
    <p:sldLayoutId id="2147483662" r:id="rId4"/>
    <p:sldLayoutId id="2147483661" r:id="rId5"/>
    <p:sldLayoutId id="2147483664" r:id="rId6"/>
    <p:sldLayoutId id="2147483673" r:id="rId7"/>
    <p:sldLayoutId id="2147483658" r:id="rId8"/>
    <p:sldLayoutId id="2147483674" r:id="rId9"/>
    <p:sldLayoutId id="2147483675" r:id="rId10"/>
    <p:sldLayoutId id="2147483670" r:id="rId11"/>
    <p:sldLayoutId id="2147483676" r:id="rId12"/>
    <p:sldLayoutId id="2147483666" r:id="rId13"/>
    <p:sldLayoutId id="2147483665" r:id="rId14"/>
    <p:sldLayoutId id="2147483669" r:id="rId15"/>
    <p:sldLayoutId id="2147483668" r:id="rId16"/>
    <p:sldLayoutId id="2147483655" r:id="rId17"/>
    <p:sldLayoutId id="2147483677" r:id="rId18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0" i="0" kern="1200" spc="-150">
          <a:solidFill>
            <a:schemeClr val="tx1"/>
          </a:solidFill>
          <a:latin typeface="+mj-lt"/>
          <a:ea typeface="Inter Semi Bold" panose="02000503000000020004" pitchFamily="2" charset="0"/>
          <a:cs typeface="Inter Semi Bold" panose="02000503000000020004" pitchFamily="2" charset="0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0"/>
        </a:spcBef>
        <a:buClr>
          <a:schemeClr val="tx1"/>
        </a:buClr>
        <a:buFont typeface="Inter" panose="020B0502030000000004" pitchFamily="34" charset="0"/>
        <a:buChar char="‣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1pPr>
      <a:lvl2pPr marL="742950" indent="-285750" algn="l" defTabSz="914400" rtl="0" eaLnBrk="1" latinLnBrk="0" hangingPunct="1">
        <a:lnSpc>
          <a:spcPct val="110000"/>
        </a:lnSpc>
        <a:spcBef>
          <a:spcPts val="0"/>
        </a:spcBef>
        <a:buFont typeface="Inter" panose="020B0502030000000004" pitchFamily="34" charset="0"/>
        <a:buChar char="‣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0"/>
        </a:spcBef>
        <a:buFont typeface="Inter" panose="020B0502030000000004" pitchFamily="34" charset="0"/>
        <a:buChar char="‣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0"/>
        </a:spcBef>
        <a:buFont typeface="Inter" panose="020B0502030000000004" pitchFamily="34" charset="0"/>
        <a:buChar char="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E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orient="horz" pos="2092" userDrawn="1">
          <p15:clr>
            <a:srgbClr val="F26B43"/>
          </p15:clr>
        </p15:guide>
        <p15:guide id="4" orient="horz" pos="2228" userDrawn="1">
          <p15:clr>
            <a:srgbClr val="F26B43"/>
          </p15:clr>
        </p15:guide>
        <p15:guide id="5" orient="horz" pos="3793" userDrawn="1">
          <p15:clr>
            <a:srgbClr val="F26B43"/>
          </p15:clr>
        </p15:guide>
        <p15:guide id="6" orient="horz" pos="799" userDrawn="1">
          <p15:clr>
            <a:srgbClr val="F26B43"/>
          </p15:clr>
        </p15:guide>
        <p15:guide id="7" orient="horz" pos="527" userDrawn="1">
          <p15:clr>
            <a:srgbClr val="F26B43"/>
          </p15:clr>
        </p15:guide>
        <p15:guide id="8" pos="393" userDrawn="1">
          <p15:clr>
            <a:srgbClr val="F26B43"/>
          </p15:clr>
        </p15:guide>
        <p15:guide id="9" pos="2048" userDrawn="1">
          <p15:clr>
            <a:srgbClr val="F26B43"/>
          </p15:clr>
        </p15:guide>
        <p15:guide id="10" pos="2116" userDrawn="1">
          <p15:clr>
            <a:srgbClr val="F26B43"/>
          </p15:clr>
        </p15:guide>
        <p15:guide id="11" pos="2184" userDrawn="1">
          <p15:clr>
            <a:srgbClr val="F26B43"/>
          </p15:clr>
        </p15:guide>
        <p15:guide id="12" pos="3772" userDrawn="1">
          <p15:clr>
            <a:srgbClr val="F26B43"/>
          </p15:clr>
        </p15:guide>
        <p15:guide id="13" pos="3908" userDrawn="1">
          <p15:clr>
            <a:srgbClr val="F26B43"/>
          </p15:clr>
        </p15:guide>
        <p15:guide id="14" pos="5496" userDrawn="1">
          <p15:clr>
            <a:srgbClr val="F26B43"/>
          </p15:clr>
        </p15:guide>
        <p15:guide id="15" pos="5564" userDrawn="1">
          <p15:clr>
            <a:srgbClr val="F26B43"/>
          </p15:clr>
        </p15:guide>
        <p15:guide id="16" pos="5632" userDrawn="1">
          <p15:clr>
            <a:srgbClr val="F26B43"/>
          </p15:clr>
        </p15:guide>
        <p15:guide id="17" pos="7287" userDrawn="1">
          <p15:clr>
            <a:srgbClr val="F26B43"/>
          </p15:clr>
        </p15:guide>
        <p15:guide id="18" orient="horz" pos="3612" userDrawn="1">
          <p15:clr>
            <a:srgbClr val="F26B43"/>
          </p15:clr>
        </p15:guide>
        <p15:guide id="19" orient="horz" pos="4042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8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1.xml"/><Relationship Id="rId4" Type="http://schemas.openxmlformats.org/officeDocument/2006/relationships/hyperlink" Target="https://medium.com/analysts-corner/in-depth-guide-to-star-schema-in-data-warehouse-modeling-concepts-design-principles-and-f540f3c4744b" TargetMode="Externa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hyperlink" Target="https://learn.microsoft.com/en-us/dax/" TargetMode="External"/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8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8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1.xml"/><Relationship Id="rId4" Type="http://schemas.openxmlformats.org/officeDocument/2006/relationships/hyperlink" Target="https://www.jirav.com/blog/data-analytics-maturity-models" TargetMode="Externa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boomdata.com.au/blog/6-tips-to-build-an-effective-data-analytics-team/" TargetMode="External"/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8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itl.ee/wp-content/uploads/2025/07/andmehaldurkompetentsiprofiil0v120062025.pdf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8.xml"/><Relationship Id="rId5" Type="http://schemas.openxmlformats.org/officeDocument/2006/relationships/hyperlink" Target="https://kutsekoda.ee/wp-content/uploads/2023/12/andmeanaluutiku-kompetentsiprofiil.pdf" TargetMode="External"/><Relationship Id="rId4" Type="http://schemas.openxmlformats.org/officeDocument/2006/relationships/hyperlink" Target="https://itl.ee/wp-content/uploads/2024/11/andmeinskompprofiil27092024valmis.pdf" TargetMode="Externa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itle 22">
            <a:extLst>
              <a:ext uri="{FF2B5EF4-FFF2-40B4-BE49-F238E27FC236}">
                <a16:creationId xmlns:a16="http://schemas.microsoft.com/office/drawing/2014/main" id="{382D4282-6F49-4A70-83AA-7E8F5DD56DC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3"/>
            <a:ext cx="6255884" cy="4897438"/>
          </a:xfrm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>
                <a:cs typeface="Poppins SemiBold"/>
              </a:rPr>
              <a:t>Vali </a:t>
            </a:r>
            <a:r>
              <a:rPr lang="en-US" err="1">
                <a:cs typeface="Poppins SemiBold"/>
              </a:rPr>
              <a:t>Andmetarkus</a:t>
            </a:r>
            <a:r>
              <a:rPr lang="en-US">
                <a:cs typeface="Poppins SemiBold"/>
              </a:rPr>
              <a:t>!</a:t>
            </a:r>
            <a:endParaRPr lang="en-US"/>
          </a:p>
        </p:txBody>
      </p:sp>
      <p:pic>
        <p:nvPicPr>
          <p:cNvPr id="3" name="Picture Placeholder 11" descr="A person sitting at a table&#10;&#10;AI-generated content may be incorrect.">
            <a:extLst>
              <a:ext uri="{FF2B5EF4-FFF2-40B4-BE49-F238E27FC236}">
                <a16:creationId xmlns:a16="http://schemas.microsoft.com/office/drawing/2014/main" id="{59426EB3-96A0-6F7B-BD8A-B89C052D49B0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/>
          <a:stretch/>
        </p:blipFill>
        <p:spPr>
          <a:xfrm>
            <a:off x="482457" y="3084343"/>
            <a:ext cx="1765059" cy="1765059"/>
          </a:xfrm>
          <a:custGeom>
            <a:avLst/>
            <a:gdLst>
              <a:gd name="connsiteX0" fmla="*/ 618071 w 1236142"/>
              <a:gd name="connsiteY0" fmla="*/ 0 h 1236142"/>
              <a:gd name="connsiteX1" fmla="*/ 1236142 w 1236142"/>
              <a:gd name="connsiteY1" fmla="*/ 618071 h 1236142"/>
              <a:gd name="connsiteX2" fmla="*/ 618071 w 1236142"/>
              <a:gd name="connsiteY2" fmla="*/ 1236142 h 1236142"/>
              <a:gd name="connsiteX3" fmla="*/ 0 w 1236142"/>
              <a:gd name="connsiteY3" fmla="*/ 618071 h 1236142"/>
              <a:gd name="connsiteX4" fmla="*/ 618071 w 1236142"/>
              <a:gd name="connsiteY4" fmla="*/ 0 h 12361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36142" h="1236142">
                <a:moveTo>
                  <a:pt x="618071" y="0"/>
                </a:moveTo>
                <a:cubicBezTo>
                  <a:pt x="959422" y="0"/>
                  <a:pt x="1236142" y="276720"/>
                  <a:pt x="1236142" y="618071"/>
                </a:cubicBezTo>
                <a:cubicBezTo>
                  <a:pt x="1236142" y="959422"/>
                  <a:pt x="959422" y="1236142"/>
                  <a:pt x="618071" y="1236142"/>
                </a:cubicBezTo>
                <a:cubicBezTo>
                  <a:pt x="276720" y="1236142"/>
                  <a:pt x="0" y="959422"/>
                  <a:pt x="0" y="618071"/>
                </a:cubicBezTo>
                <a:cubicBezTo>
                  <a:pt x="0" y="276720"/>
                  <a:pt x="276720" y="0"/>
                  <a:pt x="618071" y="0"/>
                </a:cubicBezTo>
                <a:close/>
              </a:path>
            </a:pathLst>
          </a:custGeom>
        </p:spPr>
      </p:pic>
      <p:sp>
        <p:nvSpPr>
          <p:cNvPr id="5" name="Text Placeholder 7">
            <a:extLst>
              <a:ext uri="{FF2B5EF4-FFF2-40B4-BE49-F238E27FC236}">
                <a16:creationId xmlns:a16="http://schemas.microsoft.com/office/drawing/2014/main" id="{3496B8E7-2B01-285F-88ED-B3ADE66A3D31}"/>
              </a:ext>
            </a:extLst>
          </p:cNvPr>
          <p:cNvSpPr txBox="1">
            <a:spLocks/>
          </p:cNvSpPr>
          <p:nvPr/>
        </p:nvSpPr>
        <p:spPr>
          <a:xfrm>
            <a:off x="2645677" y="3645338"/>
            <a:ext cx="6897763" cy="933444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2286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Clr>
                <a:schemeClr val="tx1"/>
              </a:buClr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1pPr>
            <a:lvl2pPr marL="742950" indent="-28575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2pPr>
            <a:lvl3pPr marL="11430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3pPr>
            <a:lvl4pPr marL="16002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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>
                <a:ea typeface="Inter"/>
              </a:rPr>
              <a:t>Virve </a:t>
            </a:r>
            <a:r>
              <a:rPr lang="en-US" err="1">
                <a:ea typeface="Inter"/>
              </a:rPr>
              <a:t>Räni</a:t>
            </a:r>
            <a:endParaRPr lang="en-US" err="1"/>
          </a:p>
          <a:p>
            <a:r>
              <a:rPr lang="en-US">
                <a:ea typeface="Inter"/>
              </a:rPr>
              <a:t>virve.rani@bcs.ee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92919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919D68-0EE9-7C17-C1A9-B9222AB3639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3600" b="1" err="1">
                <a:ea typeface="+mj-lt"/>
                <a:cs typeface="+mj-lt"/>
              </a:rPr>
              <a:t>Päevakava</a:t>
            </a:r>
            <a:r>
              <a:rPr lang="en-US" sz="3600" b="1">
                <a:ea typeface="+mj-lt"/>
                <a:cs typeface="+mj-lt"/>
              </a:rPr>
              <a:t> - I päev</a:t>
            </a:r>
            <a:endParaRPr lang="en-US" sz="3600" b="1">
              <a:ea typeface="Inter Bold"/>
            </a:endParaRPr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DD5708F8-70D9-AACE-92EA-62BABE0F1A4F}"/>
              </a:ext>
            </a:extLst>
          </p:cNvPr>
          <p:cNvGraphicFramePr>
            <a:graphicFrameLocks noGrp="1"/>
          </p:cNvGraphicFramePr>
          <p:nvPr>
            <p:ph sz="quarter" idx="10"/>
            <p:extLst>
              <p:ext uri="{D42A27DB-BD31-4B8C-83A1-F6EECF244321}">
                <p14:modId xmlns:p14="http://schemas.microsoft.com/office/powerpoint/2010/main" val="497995155"/>
              </p:ext>
            </p:extLst>
          </p:nvPr>
        </p:nvGraphicFramePr>
        <p:xfrm>
          <a:off x="623888" y="1268413"/>
          <a:ext cx="10941050" cy="40971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0941050">
                  <a:extLst>
                    <a:ext uri="{9D8B030D-6E8A-4147-A177-3AD203B41FA5}">
                      <a16:colId xmlns:a16="http://schemas.microsoft.com/office/drawing/2014/main" val="2658458823"/>
                    </a:ext>
                  </a:extLst>
                </a:gridCol>
              </a:tblGrid>
              <a:tr h="685800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0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09:00 – 10:30 – </a:t>
                      </a:r>
                      <a:r>
                        <a:rPr lang="en-US" sz="2000" b="0" i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Koolitus</a:t>
                      </a:r>
                      <a:r>
                        <a:rPr lang="en-US" sz="20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– </a:t>
                      </a:r>
                      <a:r>
                        <a:rPr lang="en-US" sz="2000" b="0" i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Sissejuhatus</a:t>
                      </a:r>
                      <a:r>
                        <a:rPr lang="en-US" sz="20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, </a:t>
                      </a:r>
                      <a:r>
                        <a:rPr lang="en-US" sz="2000" b="0" i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töövahendid</a:t>
                      </a: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7079763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0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10:30 – 10:45 –  Paus</a:t>
                      </a: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34182460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0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10:45 – 12:15 – </a:t>
                      </a:r>
                      <a:r>
                        <a:rPr lang="en-US" sz="2000" b="0" i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Koolitus</a:t>
                      </a:r>
                      <a:r>
                        <a:rPr lang="en-US" sz="20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– Power BI – </a:t>
                      </a:r>
                      <a:r>
                        <a:rPr lang="en-US" sz="2000" b="0" i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sissejuhatus</a:t>
                      </a:r>
                      <a:r>
                        <a:rPr lang="en-US" sz="20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ja </a:t>
                      </a:r>
                      <a:r>
                        <a:rPr lang="en-US" sz="2000" b="0" i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andmemudel</a:t>
                      </a: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9305373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0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12:15 – 13:15 – </a:t>
                      </a:r>
                      <a:r>
                        <a:rPr lang="en-US" sz="2000" b="0" i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Lõunapaus</a:t>
                      </a:r>
                      <a:r>
                        <a:rPr lang="en-US" sz="20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28820743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0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13:15 – 14:45 – </a:t>
                      </a:r>
                      <a:r>
                        <a:rPr lang="en-US" sz="2000" b="0" i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Koolitus</a:t>
                      </a:r>
                      <a:r>
                        <a:rPr lang="en-US" sz="20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– Power BI - </a:t>
                      </a:r>
                      <a:r>
                        <a:rPr lang="en-US" sz="2000" b="0" i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mõõdikud</a:t>
                      </a:r>
                      <a:r>
                        <a:rPr lang="en-US" sz="20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ja </a:t>
                      </a:r>
                      <a:r>
                        <a:rPr lang="en-US" sz="2000" b="0" i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arvutatud</a:t>
                      </a:r>
                      <a:r>
                        <a:rPr lang="en-US" sz="20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US" sz="2000" b="0" i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tulbad</a:t>
                      </a:r>
                      <a:r>
                        <a:rPr lang="en-US" sz="20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, </a:t>
                      </a:r>
                      <a:r>
                        <a:rPr lang="en-US" sz="2000" b="0" i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visuaalid</a:t>
                      </a:r>
                      <a:r>
                        <a:rPr lang="en-US" sz="20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624087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0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14:45 – 15:00 – Paus </a:t>
                      </a: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8435736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0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15:00 – 16:30 – </a:t>
                      </a:r>
                      <a:r>
                        <a:rPr lang="en-US" sz="2000" b="0" i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Koolitus</a:t>
                      </a:r>
                      <a:r>
                        <a:rPr lang="en-US" sz="20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- </a:t>
                      </a:r>
                      <a:r>
                        <a:rPr lang="en-US" sz="2000" b="0" i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Andmeanalüütika</a:t>
                      </a:r>
                      <a:r>
                        <a:rPr lang="en-US" sz="20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US" sz="2000" b="0" i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protsess</a:t>
                      </a:r>
                      <a:r>
                        <a:rPr lang="en-US" sz="20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ja </a:t>
                      </a:r>
                      <a:r>
                        <a:rPr lang="en-US" sz="2000" b="0" i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andmetega</a:t>
                      </a:r>
                      <a:r>
                        <a:rPr lang="en-US" sz="20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US" sz="2000" b="0" i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seotud</a:t>
                      </a:r>
                      <a:r>
                        <a:rPr lang="en-US" sz="20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US" sz="2000" b="0" i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rollid</a:t>
                      </a: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17824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384035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0D909B-5E99-2447-5E22-30EB463760A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286775"/>
            <a:ext cx="10044112" cy="357043"/>
          </a:xfrm>
        </p:spPr>
        <p:txBody>
          <a:bodyPr/>
          <a:lstStyle/>
          <a:p>
            <a:r>
              <a:rPr lang="en-US" err="1"/>
              <a:t>Minust</a:t>
            </a:r>
            <a:r>
              <a:rPr lang="en-US"/>
              <a:t>: Virve </a:t>
            </a:r>
            <a:r>
              <a:rPr lang="en-US" err="1"/>
              <a:t>Räni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6AA0FD-4F9C-08A6-A28D-A45BAC9EDE51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983811"/>
            <a:ext cx="10986953" cy="5264359"/>
          </a:xfrm>
        </p:spPr>
        <p:txBody>
          <a:bodyPr/>
          <a:lstStyle/>
          <a:p>
            <a:pPr>
              <a:lnSpc>
                <a:spcPct val="150000"/>
              </a:lnSpc>
            </a:pPr>
            <a:r>
              <a:rPr lang="en-US" sz="2400" dirty="0" err="1">
                <a:ea typeface="Inter"/>
              </a:rPr>
              <a:t>Haridustee</a:t>
            </a:r>
            <a:r>
              <a:rPr lang="en-US" sz="2400" dirty="0">
                <a:ea typeface="Inter"/>
              </a:rPr>
              <a:t>: </a:t>
            </a:r>
            <a:endParaRPr lang="en-US" dirty="0"/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1800" dirty="0" err="1">
                <a:ea typeface="Inter"/>
              </a:rPr>
              <a:t>Sotsioloogia</a:t>
            </a:r>
            <a:r>
              <a:rPr lang="en-US" sz="1800" dirty="0">
                <a:ea typeface="Inter"/>
              </a:rPr>
              <a:t> </a:t>
            </a:r>
            <a:r>
              <a:rPr lang="en-US" sz="1800" dirty="0" err="1">
                <a:ea typeface="Inter"/>
              </a:rPr>
              <a:t>bakalaureus</a:t>
            </a:r>
            <a:r>
              <a:rPr lang="en-US" sz="1800" dirty="0">
                <a:ea typeface="Inter"/>
              </a:rPr>
              <a:t> ja magister </a:t>
            </a:r>
            <a:r>
              <a:rPr lang="en-US" sz="1800" i="1" dirty="0">
                <a:ea typeface="Inter"/>
              </a:rPr>
              <a:t>(Tartu </a:t>
            </a:r>
            <a:r>
              <a:rPr lang="en-US" sz="1800" i="1" dirty="0" err="1">
                <a:ea typeface="Inter"/>
              </a:rPr>
              <a:t>Ülikool</a:t>
            </a:r>
            <a:r>
              <a:rPr lang="en-US" sz="1800" i="1" dirty="0">
                <a:ea typeface="Inter"/>
              </a:rPr>
              <a:t>, 2011-2017)</a:t>
            </a:r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1800" dirty="0" err="1">
                <a:ea typeface="Inter"/>
              </a:rPr>
              <a:t>Täiendkoolitused</a:t>
            </a:r>
            <a:r>
              <a:rPr lang="en-US" sz="1800" dirty="0">
                <a:ea typeface="Inter"/>
              </a:rPr>
              <a:t>: Tableau, SQL, SAP BO, Power BI</a:t>
            </a:r>
          </a:p>
          <a:p>
            <a:pPr>
              <a:lnSpc>
                <a:spcPct val="150000"/>
              </a:lnSpc>
            </a:pPr>
            <a:r>
              <a:rPr lang="en-US" sz="2400" dirty="0" err="1">
                <a:ea typeface="Inter"/>
              </a:rPr>
              <a:t>Töökogemus</a:t>
            </a:r>
            <a:r>
              <a:rPr lang="en-US" sz="2400" dirty="0">
                <a:ea typeface="Inter"/>
              </a:rPr>
              <a:t>: </a:t>
            </a:r>
            <a:endParaRPr lang="en-US" sz="2400" dirty="0"/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400" dirty="0">
                <a:ea typeface="Inter"/>
              </a:rPr>
              <a:t>10 </a:t>
            </a:r>
            <a:r>
              <a:rPr lang="en-US" sz="2400" dirty="0" err="1">
                <a:ea typeface="Inter"/>
              </a:rPr>
              <a:t>aastat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andmenalüütikuna</a:t>
            </a:r>
            <a:endParaRPr lang="en-US" sz="2400" dirty="0" err="1"/>
          </a:p>
          <a:p>
            <a:pPr lvl="2">
              <a:lnSpc>
                <a:spcPct val="150000"/>
              </a:lnSpc>
              <a:buFont typeface="Wingdings" panose="020B0502030000000004" pitchFamily="34" charset="0"/>
              <a:buChar char="§"/>
            </a:pPr>
            <a:r>
              <a:rPr lang="en-US" sz="1800" dirty="0" err="1">
                <a:ea typeface="Inter"/>
              </a:rPr>
              <a:t>Töötajate</a:t>
            </a:r>
            <a:r>
              <a:rPr lang="en-US" sz="1800" dirty="0">
                <a:ea typeface="Inter"/>
              </a:rPr>
              <a:t> ja </a:t>
            </a:r>
            <a:r>
              <a:rPr lang="en-US" sz="1800" dirty="0" err="1">
                <a:ea typeface="Inter"/>
              </a:rPr>
              <a:t>klientide</a:t>
            </a:r>
            <a:r>
              <a:rPr lang="en-US" sz="1800" dirty="0">
                <a:ea typeface="Inter"/>
              </a:rPr>
              <a:t> </a:t>
            </a:r>
            <a:r>
              <a:rPr lang="en-US" sz="1800" dirty="0" err="1">
                <a:ea typeface="Inter"/>
              </a:rPr>
              <a:t>rahuloluuuringute</a:t>
            </a:r>
            <a:r>
              <a:rPr lang="en-US" sz="1800" dirty="0">
                <a:ea typeface="Inter"/>
              </a:rPr>
              <a:t> </a:t>
            </a:r>
            <a:r>
              <a:rPr lang="en-US" sz="1800" dirty="0" err="1">
                <a:ea typeface="Inter"/>
              </a:rPr>
              <a:t>andmeanalüütik</a:t>
            </a:r>
            <a:r>
              <a:rPr lang="en-US" sz="1800" dirty="0">
                <a:ea typeface="Inter"/>
              </a:rPr>
              <a:t> </a:t>
            </a:r>
            <a:r>
              <a:rPr lang="en-US" sz="1800" i="1" dirty="0">
                <a:ea typeface="Inter"/>
              </a:rPr>
              <a:t>(</a:t>
            </a:r>
            <a:r>
              <a:rPr lang="en-US" sz="1800" i="1" dirty="0" err="1">
                <a:ea typeface="Inter"/>
              </a:rPr>
              <a:t>Fookus</a:t>
            </a:r>
            <a:r>
              <a:rPr lang="en-US" sz="1800" i="1" dirty="0">
                <a:ea typeface="Inter"/>
              </a:rPr>
              <a:t> </a:t>
            </a:r>
            <a:r>
              <a:rPr lang="en-US" sz="1800" i="1" dirty="0" err="1">
                <a:ea typeface="Inter"/>
              </a:rPr>
              <a:t>Uuringud</a:t>
            </a:r>
            <a:r>
              <a:rPr lang="en-US" sz="1800" i="1" dirty="0">
                <a:ea typeface="Inter"/>
              </a:rPr>
              <a:t>, 2015-2016)</a:t>
            </a:r>
            <a:endParaRPr lang="en-US" sz="1800" i="1" dirty="0"/>
          </a:p>
          <a:p>
            <a:pPr lvl="2">
              <a:lnSpc>
                <a:spcPct val="150000"/>
              </a:lnSpc>
              <a:buFont typeface="Wingdings" panose="020B0502030000000004" pitchFamily="34" charset="0"/>
              <a:buChar char="§"/>
            </a:pPr>
            <a:r>
              <a:rPr lang="en-US" sz="1800" dirty="0" err="1">
                <a:ea typeface="Inter"/>
              </a:rPr>
              <a:t>Tarbimiskäitumise</a:t>
            </a:r>
            <a:r>
              <a:rPr lang="en-US" sz="1800" dirty="0">
                <a:ea typeface="Inter"/>
              </a:rPr>
              <a:t> </a:t>
            </a:r>
            <a:r>
              <a:rPr lang="en-US" sz="1800" dirty="0" err="1">
                <a:ea typeface="Inter"/>
              </a:rPr>
              <a:t>uuringu</a:t>
            </a:r>
            <a:r>
              <a:rPr lang="en-US" sz="1800" dirty="0">
                <a:ea typeface="Inter"/>
              </a:rPr>
              <a:t> </a:t>
            </a:r>
            <a:r>
              <a:rPr lang="en-US" sz="1800" dirty="0" err="1">
                <a:ea typeface="Inter"/>
              </a:rPr>
              <a:t>andmebaasihaldur</a:t>
            </a:r>
            <a:r>
              <a:rPr lang="en-US" sz="1800" dirty="0">
                <a:ea typeface="Inter"/>
              </a:rPr>
              <a:t> ja </a:t>
            </a:r>
            <a:r>
              <a:rPr lang="en-US" sz="1800" dirty="0" err="1">
                <a:ea typeface="Inter"/>
              </a:rPr>
              <a:t>andmeanalüütik</a:t>
            </a:r>
            <a:r>
              <a:rPr lang="en-US" sz="1800" dirty="0">
                <a:ea typeface="Inter"/>
              </a:rPr>
              <a:t> </a:t>
            </a:r>
            <a:r>
              <a:rPr lang="en-US" sz="1800" i="1" dirty="0">
                <a:ea typeface="Inter"/>
              </a:rPr>
              <a:t>(</a:t>
            </a:r>
            <a:r>
              <a:rPr lang="en-US" sz="1800" i="1" dirty="0" err="1">
                <a:ea typeface="Inter"/>
              </a:rPr>
              <a:t>Baltmi</a:t>
            </a:r>
            <a:r>
              <a:rPr lang="en-US" sz="1800" i="1" dirty="0">
                <a:ea typeface="Inter"/>
              </a:rPr>
              <a:t>, 2016-2017)</a:t>
            </a:r>
          </a:p>
          <a:p>
            <a:pPr lvl="2">
              <a:lnSpc>
                <a:spcPct val="150000"/>
              </a:lnSpc>
              <a:buFont typeface="Wingdings" panose="020B0502030000000004" pitchFamily="34" charset="0"/>
              <a:buChar char="§"/>
            </a:pPr>
            <a:r>
              <a:rPr lang="en-US" sz="1800" dirty="0" err="1">
                <a:ea typeface="Inter"/>
              </a:rPr>
              <a:t>Pangandudes</a:t>
            </a:r>
            <a:r>
              <a:rPr lang="en-US" sz="1800" dirty="0">
                <a:ea typeface="Inter"/>
              </a:rPr>
              <a:t> </a:t>
            </a:r>
            <a:r>
              <a:rPr lang="en-US" sz="1800" dirty="0" err="1">
                <a:ea typeface="Inter"/>
              </a:rPr>
              <a:t>äriteabe</a:t>
            </a:r>
            <a:r>
              <a:rPr lang="en-US" sz="1800" dirty="0">
                <a:ea typeface="Inter"/>
              </a:rPr>
              <a:t> </a:t>
            </a:r>
            <a:r>
              <a:rPr lang="en-US" sz="1800" dirty="0" err="1">
                <a:ea typeface="Inter"/>
              </a:rPr>
              <a:t>analüütik</a:t>
            </a:r>
            <a:r>
              <a:rPr lang="en-US" sz="1800" dirty="0">
                <a:ea typeface="Inter"/>
              </a:rPr>
              <a:t> </a:t>
            </a:r>
            <a:r>
              <a:rPr lang="en-US" sz="1800" i="1" dirty="0">
                <a:ea typeface="Inter"/>
              </a:rPr>
              <a:t>(</a:t>
            </a:r>
            <a:r>
              <a:rPr lang="en-US" sz="1800" i="1" dirty="0" err="1">
                <a:ea typeface="Inter"/>
              </a:rPr>
              <a:t>Bigbank</a:t>
            </a:r>
            <a:r>
              <a:rPr lang="en-US" sz="1800" i="1" dirty="0">
                <a:ea typeface="Inter"/>
              </a:rPr>
              <a:t>, 2017-2019)</a:t>
            </a:r>
            <a:endParaRPr lang="en-US" sz="1800" i="1" dirty="0"/>
          </a:p>
          <a:p>
            <a:pPr lvl="2">
              <a:lnSpc>
                <a:spcPct val="150000"/>
              </a:lnSpc>
              <a:buFont typeface="Wingdings" panose="020B0502030000000004" pitchFamily="34" charset="0"/>
              <a:buChar char="§"/>
            </a:pPr>
            <a:r>
              <a:rPr lang="en-US" sz="1800" dirty="0">
                <a:ea typeface="Inter"/>
              </a:rPr>
              <a:t>IT-</a:t>
            </a:r>
            <a:r>
              <a:rPr lang="en-US" sz="1800" dirty="0" err="1">
                <a:ea typeface="Inter"/>
              </a:rPr>
              <a:t>sektoris</a:t>
            </a:r>
            <a:r>
              <a:rPr lang="en-US" sz="1800" dirty="0">
                <a:ea typeface="Inter"/>
              </a:rPr>
              <a:t> </a:t>
            </a:r>
            <a:r>
              <a:rPr lang="en-US" sz="1800" dirty="0" err="1">
                <a:ea typeface="Inter"/>
              </a:rPr>
              <a:t>tooteanalüütik</a:t>
            </a:r>
            <a:r>
              <a:rPr lang="en-US" sz="1800" dirty="0">
                <a:ea typeface="Inter"/>
              </a:rPr>
              <a:t> </a:t>
            </a:r>
            <a:r>
              <a:rPr lang="en-US" sz="1800" i="1" dirty="0">
                <a:ea typeface="Inter"/>
              </a:rPr>
              <a:t>(Pipedrive, 2019)</a:t>
            </a:r>
          </a:p>
          <a:p>
            <a:pPr lvl="2">
              <a:lnSpc>
                <a:spcPct val="150000"/>
              </a:lnSpc>
              <a:buFont typeface="Wingdings" panose="020B0502030000000004" pitchFamily="34" charset="0"/>
              <a:buChar char="§"/>
            </a:pPr>
            <a:r>
              <a:rPr lang="en-US" sz="1800" dirty="0" err="1">
                <a:ea typeface="Inter"/>
              </a:rPr>
              <a:t>Avalikus</a:t>
            </a:r>
            <a:r>
              <a:rPr lang="en-US" sz="1800" dirty="0">
                <a:ea typeface="Inter"/>
              </a:rPr>
              <a:t> </a:t>
            </a:r>
            <a:r>
              <a:rPr lang="en-US" sz="1800" dirty="0" err="1">
                <a:ea typeface="Inter"/>
              </a:rPr>
              <a:t>sektoris</a:t>
            </a:r>
            <a:r>
              <a:rPr lang="en-US" sz="1800" dirty="0">
                <a:ea typeface="Inter"/>
              </a:rPr>
              <a:t> </a:t>
            </a:r>
            <a:r>
              <a:rPr lang="en-US" sz="1800" dirty="0" err="1">
                <a:ea typeface="Inter"/>
              </a:rPr>
              <a:t>ekspert</a:t>
            </a:r>
            <a:r>
              <a:rPr lang="en-US" sz="1800" dirty="0">
                <a:ea typeface="Inter"/>
              </a:rPr>
              <a:t> </a:t>
            </a:r>
            <a:r>
              <a:rPr lang="en-US" sz="1800" i="1" dirty="0">
                <a:ea typeface="Inter"/>
              </a:rPr>
              <a:t>(</a:t>
            </a:r>
            <a:r>
              <a:rPr lang="en-US" sz="1800" i="1" dirty="0" err="1">
                <a:ea typeface="Inter"/>
              </a:rPr>
              <a:t>Sotsiaalkindlustusamet</a:t>
            </a:r>
            <a:r>
              <a:rPr lang="en-US" sz="1800" i="1" dirty="0">
                <a:ea typeface="Inter"/>
              </a:rPr>
              <a:t>, 2020-2022)</a:t>
            </a:r>
          </a:p>
          <a:p>
            <a:pPr lvl="2">
              <a:lnSpc>
                <a:spcPct val="150000"/>
              </a:lnSpc>
              <a:buFont typeface="Wingdings" panose="020B0502030000000004" pitchFamily="34" charset="0"/>
              <a:buChar char="§"/>
            </a:pPr>
            <a:r>
              <a:rPr lang="en-US" sz="1800" dirty="0">
                <a:ea typeface="Inter"/>
              </a:rPr>
              <a:t>IT- ja </a:t>
            </a:r>
            <a:r>
              <a:rPr lang="en-US" sz="1800" dirty="0" err="1">
                <a:ea typeface="Inter"/>
              </a:rPr>
              <a:t>energiasektori</a:t>
            </a:r>
            <a:r>
              <a:rPr lang="en-US" sz="1800" dirty="0">
                <a:ea typeface="Inter"/>
              </a:rPr>
              <a:t> </a:t>
            </a:r>
            <a:r>
              <a:rPr lang="en-US" sz="1800" dirty="0" err="1">
                <a:ea typeface="Inter"/>
              </a:rPr>
              <a:t>projektide</a:t>
            </a:r>
            <a:r>
              <a:rPr lang="en-US" sz="1800" dirty="0">
                <a:ea typeface="Inter"/>
              </a:rPr>
              <a:t> </a:t>
            </a:r>
            <a:r>
              <a:rPr lang="en-US" sz="1800" dirty="0" err="1">
                <a:ea typeface="Inter"/>
              </a:rPr>
              <a:t>andmeanalüütik</a:t>
            </a:r>
            <a:r>
              <a:rPr lang="en-US" sz="1800" dirty="0">
                <a:ea typeface="Inter"/>
              </a:rPr>
              <a:t> ja </a:t>
            </a:r>
            <a:r>
              <a:rPr lang="en-US" sz="1800" dirty="0" err="1">
                <a:ea typeface="Inter"/>
              </a:rPr>
              <a:t>tootejuht</a:t>
            </a:r>
            <a:r>
              <a:rPr lang="en-US" sz="1800" dirty="0">
                <a:ea typeface="Inter"/>
              </a:rPr>
              <a:t> </a:t>
            </a:r>
            <a:r>
              <a:rPr lang="en-US" sz="1800" i="1" dirty="0">
                <a:ea typeface="Inter"/>
              </a:rPr>
              <a:t>(</a:t>
            </a:r>
            <a:r>
              <a:rPr lang="en-US" sz="1800" i="1" dirty="0" err="1">
                <a:ea typeface="Inter"/>
              </a:rPr>
              <a:t>Proekspert</a:t>
            </a:r>
            <a:r>
              <a:rPr lang="en-US" sz="1800" i="1" dirty="0">
                <a:ea typeface="Inter"/>
              </a:rPr>
              <a:t>, 2022-2025)</a:t>
            </a:r>
            <a:endParaRPr lang="en-US" sz="1800" i="1" dirty="0"/>
          </a:p>
          <a:p>
            <a:pPr>
              <a:lnSpc>
                <a:spcPct val="150000"/>
              </a:lnSpc>
              <a:buClr>
                <a:srgbClr val="121212"/>
              </a:buClr>
            </a:pPr>
            <a:endParaRPr lang="en-US">
              <a:ea typeface="Inter"/>
            </a:endParaRPr>
          </a:p>
          <a:p>
            <a:pPr>
              <a:lnSpc>
                <a:spcPct val="150000"/>
              </a:lnSpc>
              <a:buClr>
                <a:srgbClr val="121212"/>
              </a:buClr>
            </a:pPr>
            <a:endParaRPr lang="en-US" sz="2400">
              <a:ea typeface="Inter"/>
            </a:endParaRPr>
          </a:p>
          <a:p>
            <a:pPr lvl="2">
              <a:lnSpc>
                <a:spcPct val="150000"/>
              </a:lnSpc>
              <a:buFont typeface="Wingdings" panose="020B0502030000000004" pitchFamily="34" charset="0"/>
              <a:buChar char="§"/>
            </a:pPr>
            <a:endParaRPr lang="en-US" sz="1800" i="1">
              <a:ea typeface="Inter"/>
            </a:endParaRPr>
          </a:p>
          <a:p>
            <a:pPr marL="914400" lvl="2" indent="0">
              <a:lnSpc>
                <a:spcPct val="150000"/>
              </a:lnSpc>
              <a:buNone/>
            </a:pPr>
            <a:endParaRPr lang="en-US" sz="1800">
              <a:ea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10364022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0197CA-D05A-62E3-2548-5F6F7047FC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BEF2EA-991D-943B-E4BF-04ECA34E74E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3600" b="1" err="1"/>
              <a:t>Saame</a:t>
            </a:r>
            <a:r>
              <a:rPr lang="en-US" sz="3600" b="1"/>
              <a:t> </a:t>
            </a:r>
            <a:r>
              <a:rPr lang="en-US" sz="3600" b="1" err="1"/>
              <a:t>tuttavaks</a:t>
            </a:r>
            <a:endParaRPr lang="en-US" err="1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ED32FE-3945-77E0-6891-52C966087DD8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sz="2800">
                <a:ea typeface="Inter"/>
              </a:rPr>
              <a:t>Nimi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sz="2800" err="1">
                <a:ea typeface="Inter"/>
              </a:rPr>
              <a:t>Taust</a:t>
            </a:r>
            <a:endParaRPr lang="en-US" sz="2800" err="1"/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sz="2800">
                <a:ea typeface="Inter"/>
              </a:rPr>
              <a:t>Kui </a:t>
            </a:r>
            <a:r>
              <a:rPr lang="en-US" sz="2800" err="1">
                <a:ea typeface="Inter"/>
              </a:rPr>
              <a:t>palju</a:t>
            </a:r>
            <a:r>
              <a:rPr lang="en-US" sz="2800">
                <a:ea typeface="Inter"/>
              </a:rPr>
              <a:t> </a:t>
            </a:r>
            <a:r>
              <a:rPr lang="en-US" sz="2800" err="1">
                <a:ea typeface="Inter"/>
              </a:rPr>
              <a:t>oled</a:t>
            </a:r>
            <a:r>
              <a:rPr lang="en-US" sz="2800">
                <a:ea typeface="Inter"/>
              </a:rPr>
              <a:t> </a:t>
            </a:r>
            <a:r>
              <a:rPr lang="en-US" sz="2800" err="1">
                <a:ea typeface="Inter"/>
              </a:rPr>
              <a:t>andmeanalüüsiga</a:t>
            </a:r>
            <a:r>
              <a:rPr lang="en-US" sz="2800">
                <a:ea typeface="Inter"/>
              </a:rPr>
              <a:t> </a:t>
            </a:r>
            <a:r>
              <a:rPr lang="en-US" sz="2800" err="1">
                <a:ea typeface="Inter"/>
              </a:rPr>
              <a:t>kokku</a:t>
            </a:r>
            <a:r>
              <a:rPr lang="en-US" sz="2800">
                <a:ea typeface="Inter"/>
              </a:rPr>
              <a:t> </a:t>
            </a:r>
            <a:r>
              <a:rPr lang="en-US" sz="2800" err="1">
                <a:ea typeface="Inter"/>
              </a:rPr>
              <a:t>puutunud</a:t>
            </a:r>
            <a:r>
              <a:rPr lang="en-US" sz="2800">
                <a:ea typeface="Inter"/>
              </a:rPr>
              <a:t>?</a:t>
            </a:r>
            <a:endParaRPr lang="en-US" sz="2800"/>
          </a:p>
          <a:p>
            <a:pPr marL="0" indent="0">
              <a:lnSpc>
                <a:spcPct val="150000"/>
              </a:lnSpc>
              <a:buNone/>
            </a:pPr>
            <a:endParaRPr lang="en-US" sz="2800"/>
          </a:p>
        </p:txBody>
      </p:sp>
    </p:spTree>
    <p:extLst>
      <p:ext uri="{BB962C8B-B14F-4D97-AF65-F5344CB8AC3E}">
        <p14:creationId xmlns:p14="http://schemas.microsoft.com/office/powerpoint/2010/main" val="82681945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7A2950-8BA2-ACF7-F72C-EAA581BC5A8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3600" b="1" err="1"/>
              <a:t>Koolituse</a:t>
            </a:r>
            <a:r>
              <a:rPr lang="en-US" sz="3600" b="1"/>
              <a:t> </a:t>
            </a:r>
            <a:r>
              <a:rPr lang="en-US" sz="3600" b="1" err="1"/>
              <a:t>eesmärgid</a:t>
            </a:r>
            <a:endParaRPr lang="en-US" sz="3600" b="1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353818-E6E3-6F1E-8E7A-3E99240B427E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sz="2800" err="1">
                <a:ea typeface="Inter"/>
              </a:rPr>
              <a:t>Alusteadmised</a:t>
            </a:r>
            <a:r>
              <a:rPr lang="en-US" sz="2800">
                <a:ea typeface="Inter"/>
              </a:rPr>
              <a:t> </a:t>
            </a:r>
            <a:r>
              <a:rPr lang="en-US" sz="2800" err="1">
                <a:ea typeface="Inter"/>
              </a:rPr>
              <a:t>andmetega</a:t>
            </a:r>
            <a:r>
              <a:rPr lang="en-US" sz="2800">
                <a:ea typeface="Inter"/>
              </a:rPr>
              <a:t> </a:t>
            </a:r>
            <a:r>
              <a:rPr lang="en-US" sz="2800" err="1">
                <a:ea typeface="Inter"/>
              </a:rPr>
              <a:t>töötamiseks</a:t>
            </a:r>
            <a:endParaRPr lang="en-US" sz="2800">
              <a:ea typeface="Inter"/>
            </a:endParaRPr>
          </a:p>
          <a:p>
            <a:pPr>
              <a:lnSpc>
                <a:spcPct val="150000"/>
              </a:lnSpc>
            </a:pPr>
            <a:r>
              <a:rPr lang="en-US" sz="2800" err="1">
                <a:ea typeface="Inter"/>
              </a:rPr>
              <a:t>Põhiteadmised</a:t>
            </a:r>
            <a:r>
              <a:rPr lang="en-US" sz="2800">
                <a:ea typeface="Inter"/>
              </a:rPr>
              <a:t> </a:t>
            </a:r>
            <a:r>
              <a:rPr lang="en-US" sz="2800" err="1">
                <a:ea typeface="Inter"/>
              </a:rPr>
              <a:t>kolmest</a:t>
            </a:r>
            <a:r>
              <a:rPr lang="en-US" sz="2800">
                <a:ea typeface="Inter"/>
              </a:rPr>
              <a:t> </a:t>
            </a:r>
            <a:r>
              <a:rPr lang="en-US" sz="2800" err="1">
                <a:ea typeface="Inter"/>
              </a:rPr>
              <a:t>töövahendist</a:t>
            </a:r>
            <a:r>
              <a:rPr lang="en-US" sz="2800">
                <a:ea typeface="Inter"/>
              </a:rPr>
              <a:t>: Power BI, SQL, Python</a:t>
            </a:r>
          </a:p>
          <a:p>
            <a:pPr>
              <a:lnSpc>
                <a:spcPct val="150000"/>
              </a:lnSpc>
            </a:pPr>
            <a:r>
              <a:rPr lang="en-US" sz="2800" err="1">
                <a:ea typeface="Inter"/>
              </a:rPr>
              <a:t>Grupitööna</a:t>
            </a:r>
            <a:r>
              <a:rPr lang="en-US" sz="2800">
                <a:ea typeface="Inter"/>
              </a:rPr>
              <a:t> </a:t>
            </a:r>
            <a:r>
              <a:rPr lang="en-US" sz="2800" err="1">
                <a:ea typeface="Inter"/>
              </a:rPr>
              <a:t>terviklik</a:t>
            </a:r>
            <a:r>
              <a:rPr lang="en-US" sz="2800">
                <a:ea typeface="Inter"/>
              </a:rPr>
              <a:t> </a:t>
            </a:r>
            <a:r>
              <a:rPr lang="en-US" sz="2800" err="1">
                <a:ea typeface="Inter"/>
              </a:rPr>
              <a:t>andmeanalüüsi</a:t>
            </a:r>
            <a:r>
              <a:rPr lang="en-US" sz="2800">
                <a:ea typeface="Inter"/>
              </a:rPr>
              <a:t> </a:t>
            </a:r>
            <a:r>
              <a:rPr lang="en-US" sz="2800" err="1">
                <a:ea typeface="Inter"/>
              </a:rPr>
              <a:t>projekt</a:t>
            </a:r>
            <a:r>
              <a:rPr lang="en-US" sz="2800">
                <a:ea typeface="Inter"/>
              </a:rPr>
              <a:t> </a:t>
            </a:r>
            <a:r>
              <a:rPr lang="en-US" sz="2800" err="1">
                <a:ea typeface="Inter"/>
              </a:rPr>
              <a:t>oma</a:t>
            </a:r>
            <a:r>
              <a:rPr lang="en-US" sz="2800">
                <a:ea typeface="Inter"/>
              </a:rPr>
              <a:t> </a:t>
            </a:r>
            <a:r>
              <a:rPr lang="en-US" sz="2800" err="1">
                <a:ea typeface="Inter"/>
              </a:rPr>
              <a:t>portfooliosse</a:t>
            </a:r>
            <a:endParaRPr lang="en-US" sz="2800">
              <a:ea typeface="Inter"/>
            </a:endParaRPr>
          </a:p>
          <a:p>
            <a:pPr>
              <a:lnSpc>
                <a:spcPct val="150000"/>
              </a:lnSpc>
            </a:pPr>
            <a:r>
              <a:rPr lang="en-US" sz="2800" err="1">
                <a:ea typeface="Inter"/>
              </a:rPr>
              <a:t>Edasine</a:t>
            </a:r>
            <a:r>
              <a:rPr lang="en-US" sz="2800">
                <a:ea typeface="Inter"/>
              </a:rPr>
              <a:t> </a:t>
            </a:r>
            <a:r>
              <a:rPr lang="en-US" sz="2800" err="1">
                <a:ea typeface="Inter"/>
              </a:rPr>
              <a:t>karjääriplaan</a:t>
            </a:r>
            <a:endParaRPr lang="en-US" sz="2800" err="1"/>
          </a:p>
        </p:txBody>
      </p:sp>
    </p:spTree>
    <p:extLst>
      <p:ext uri="{BB962C8B-B14F-4D97-AF65-F5344CB8AC3E}">
        <p14:creationId xmlns:p14="http://schemas.microsoft.com/office/powerpoint/2010/main" val="217873005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35F802-FF6A-BD31-ABF7-41D1553C6D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DFE5F6-1673-0279-06C1-CAFEC6CA76F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3600" b="1" err="1"/>
              <a:t>Koolituse</a:t>
            </a:r>
            <a:r>
              <a:rPr lang="en-US" sz="3600" b="1"/>
              <a:t> </a:t>
            </a:r>
            <a:r>
              <a:rPr lang="en-US" sz="3600" b="1" err="1"/>
              <a:t>teekond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71DD59F3-072A-DF14-47FF-3BEB54CF3807}"/>
              </a:ext>
            </a:extLst>
          </p:cNvPr>
          <p:cNvGraphicFramePr>
            <a:graphicFrameLocks noGrp="1"/>
          </p:cNvGraphicFramePr>
          <p:nvPr>
            <p:ph sz="quarter" idx="10"/>
            <p:extLst>
              <p:ext uri="{D42A27DB-BD31-4B8C-83A1-F6EECF244321}">
                <p14:modId xmlns:p14="http://schemas.microsoft.com/office/powerpoint/2010/main" val="192296793"/>
              </p:ext>
            </p:extLst>
          </p:nvPr>
        </p:nvGraphicFramePr>
        <p:xfrm>
          <a:off x="623888" y="1268413"/>
          <a:ext cx="10941050" cy="446563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22662342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4B5CD0-62C9-EF40-9C8F-1AC9B5C72A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92C080-99E9-E507-D74A-94BC6105F8F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3600" b="1" err="1"/>
              <a:t>Koolituse</a:t>
            </a:r>
            <a:r>
              <a:rPr lang="en-US" sz="3600" b="1"/>
              <a:t> </a:t>
            </a:r>
            <a:r>
              <a:rPr lang="en-US" sz="3600" b="1" err="1"/>
              <a:t>ülesehitus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2DFACA-A1FE-27B3-62D8-C232FA12FE3C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0" indent="0">
              <a:lnSpc>
                <a:spcPct val="150000"/>
              </a:lnSpc>
              <a:buNone/>
            </a:pPr>
            <a:r>
              <a:rPr lang="en-US" sz="2400">
                <a:ea typeface="Inter"/>
              </a:rPr>
              <a:t>1.-3. </a:t>
            </a:r>
            <a:r>
              <a:rPr lang="en-US" sz="2400" err="1">
                <a:ea typeface="Inter"/>
              </a:rPr>
              <a:t>nädal</a:t>
            </a:r>
            <a:r>
              <a:rPr lang="en-US" sz="2400">
                <a:ea typeface="Inter"/>
              </a:rPr>
              <a:t>: </a:t>
            </a:r>
            <a:r>
              <a:rPr lang="en-US" sz="2400" err="1">
                <a:ea typeface="Inter"/>
              </a:rPr>
              <a:t>teooria</a:t>
            </a:r>
            <a:r>
              <a:rPr lang="en-US" sz="2400">
                <a:ea typeface="Inter"/>
              </a:rPr>
              <a:t> + </a:t>
            </a:r>
            <a:r>
              <a:rPr lang="en-US" sz="2400" err="1">
                <a:ea typeface="Inter"/>
              </a:rPr>
              <a:t>praktikumid</a:t>
            </a:r>
            <a:r>
              <a:rPr lang="en-US" sz="2400">
                <a:ea typeface="Inter"/>
              </a:rPr>
              <a:t> + </a:t>
            </a:r>
            <a:r>
              <a:rPr lang="en-US" sz="2400" err="1">
                <a:ea typeface="Inter"/>
              </a:rPr>
              <a:t>ettevõtete</a:t>
            </a:r>
            <a:r>
              <a:rPr lang="en-US" sz="2400">
                <a:ea typeface="Inter"/>
              </a:rPr>
              <a:t> </a:t>
            </a:r>
            <a:r>
              <a:rPr lang="en-US" sz="2400" err="1">
                <a:ea typeface="Inter"/>
              </a:rPr>
              <a:t>esindajate</a:t>
            </a:r>
            <a:r>
              <a:rPr lang="en-US" sz="2400">
                <a:ea typeface="Inter"/>
              </a:rPr>
              <a:t> </a:t>
            </a:r>
            <a:r>
              <a:rPr lang="en-US" sz="2400" err="1">
                <a:ea typeface="Inter"/>
              </a:rPr>
              <a:t>ettekanded</a:t>
            </a:r>
            <a:endParaRPr lang="en-US" sz="2400">
              <a:ea typeface="Inter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en-US" sz="2400">
                <a:ea typeface="Inter"/>
              </a:rPr>
              <a:t>4.-6. </a:t>
            </a:r>
            <a:r>
              <a:rPr lang="en-US" sz="2400" err="1">
                <a:ea typeface="Inter"/>
              </a:rPr>
              <a:t>nädal</a:t>
            </a:r>
            <a:r>
              <a:rPr lang="en-US" sz="2400">
                <a:ea typeface="Inter"/>
              </a:rPr>
              <a:t>: </a:t>
            </a:r>
            <a:r>
              <a:rPr lang="en-US" sz="2400" err="1">
                <a:ea typeface="Inter"/>
              </a:rPr>
              <a:t>grupiprojekt</a:t>
            </a:r>
            <a:endParaRPr lang="en-US" sz="2400" err="1"/>
          </a:p>
          <a:p>
            <a:pPr marL="0" indent="0">
              <a:lnSpc>
                <a:spcPct val="150000"/>
              </a:lnSpc>
              <a:buNone/>
            </a:pPr>
            <a:endParaRPr lang="en-US" sz="2800"/>
          </a:p>
        </p:txBody>
      </p:sp>
    </p:spTree>
    <p:extLst>
      <p:ext uri="{BB962C8B-B14F-4D97-AF65-F5344CB8AC3E}">
        <p14:creationId xmlns:p14="http://schemas.microsoft.com/office/powerpoint/2010/main" val="365167649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2CC80B-5279-AF80-7B32-C71E0EB3A1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FEB5E7-63B9-98B5-5579-7D48EAD1EC4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3600" b="1" dirty="0" err="1"/>
              <a:t>Töövahendid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5B34BE-2425-CF88-7C5A-A035D09F9AA2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sz="2000" dirty="0">
                <a:ea typeface="Inter"/>
              </a:rPr>
              <a:t>Slack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sz="2000" dirty="0">
                <a:ea typeface="Inter"/>
              </a:rPr>
              <a:t>Zoom </a:t>
            </a:r>
          </a:p>
          <a:p>
            <a:pPr marL="514350" indent="-514350">
              <a:lnSpc>
                <a:spcPct val="150000"/>
              </a:lnSpc>
              <a:buFont typeface="Inter" panose="020B0502030000000004" pitchFamily="34" charset="0"/>
              <a:buAutoNum type="arabicPeriod"/>
            </a:pPr>
            <a:r>
              <a:rPr lang="en-US" sz="2000" dirty="0">
                <a:ea typeface="Inter"/>
              </a:rPr>
              <a:t>Power BI Desktop</a:t>
            </a:r>
            <a:endParaRPr lang="en-US" sz="2000" dirty="0"/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sz="2000" dirty="0"/>
              <a:t>Git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sz="2000" dirty="0">
                <a:ea typeface="Inter"/>
              </a:rPr>
              <a:t>GitHub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sz="2000" dirty="0">
                <a:ea typeface="Inter"/>
              </a:rPr>
              <a:t>Visual Studio Code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sz="2000" dirty="0">
                <a:ea typeface="Inter"/>
              </a:rPr>
              <a:t>Excel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sz="2000" dirty="0" err="1">
                <a:ea typeface="Inter"/>
              </a:rPr>
              <a:t>DBeaver</a:t>
            </a:r>
            <a:endParaRPr lang="en-US" sz="2000" dirty="0">
              <a:ea typeface="Inter"/>
            </a:endParaRP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sz="2000" dirty="0">
                <a:ea typeface="Inter"/>
              </a:rPr>
              <a:t>Python</a:t>
            </a:r>
          </a:p>
          <a:p>
            <a:pPr marL="0" indent="0">
              <a:lnSpc>
                <a:spcPct val="150000"/>
              </a:lnSpc>
              <a:buNone/>
            </a:pP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325048870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55E5CE-71E3-AF15-7AE4-71FA1470CD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5E95A1-978E-DFCE-C107-8C4A3E203EC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4923" y="479570"/>
            <a:ext cx="10044112" cy="357043"/>
          </a:xfrm>
        </p:spPr>
        <p:txBody>
          <a:bodyPr/>
          <a:lstStyle/>
          <a:p>
            <a:r>
              <a:rPr lang="en-US" b="1" err="1"/>
              <a:t>Grupitöö</a:t>
            </a:r>
            <a:r>
              <a:rPr lang="en-US" b="1"/>
              <a:t> </a:t>
            </a:r>
            <a:r>
              <a:rPr lang="en-US" b="1" err="1"/>
              <a:t>osad</a:t>
            </a:r>
            <a:endParaRPr lang="en-US" err="1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450A0E-87BD-064A-C2F6-6A24EEB6B227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457200" indent="-457200">
              <a:lnSpc>
                <a:spcPct val="150000"/>
              </a:lnSpc>
              <a:buAutoNum type="arabicPeriod"/>
            </a:pPr>
            <a:r>
              <a:rPr lang="en-US" sz="2000" err="1">
                <a:ea typeface="Inter"/>
                <a:cs typeface="Noto Serif"/>
              </a:rPr>
              <a:t>Ettevõtte</a:t>
            </a:r>
            <a:r>
              <a:rPr lang="en-US" sz="2000">
                <a:ea typeface="Inter"/>
                <a:cs typeface="Noto Serif"/>
              </a:rPr>
              <a:t> ja </a:t>
            </a:r>
            <a:r>
              <a:rPr lang="en-US" sz="2000" err="1">
                <a:ea typeface="Inter"/>
                <a:cs typeface="Noto Serif"/>
              </a:rPr>
              <a:t>uurimisprobleemi</a:t>
            </a:r>
            <a:r>
              <a:rPr lang="en-US" sz="2000">
                <a:ea typeface="Inter"/>
                <a:cs typeface="Noto Serif"/>
              </a:rPr>
              <a:t> </a:t>
            </a:r>
            <a:r>
              <a:rPr lang="en-US" sz="2000" err="1">
                <a:ea typeface="Inter"/>
                <a:cs typeface="Noto Serif"/>
              </a:rPr>
              <a:t>tutvustus</a:t>
            </a:r>
            <a:endParaRPr lang="en-US" sz="2000" err="1">
              <a:cs typeface="Noto Serif"/>
            </a:endParaRPr>
          </a:p>
          <a:p>
            <a:pPr marL="457200" indent="-457200">
              <a:lnSpc>
                <a:spcPct val="150000"/>
              </a:lnSpc>
              <a:buClr>
                <a:srgbClr val="121212"/>
              </a:buClr>
              <a:buAutoNum type="arabicPeriod"/>
            </a:pPr>
            <a:r>
              <a:rPr lang="en-US" sz="2000" err="1">
                <a:ea typeface="Inter"/>
                <a:cs typeface="Noto Serif"/>
              </a:rPr>
              <a:t>Uurimisplaan</a:t>
            </a:r>
            <a:endParaRPr lang="en-US" sz="2000" err="1">
              <a:cs typeface="Noto Serif"/>
            </a:endParaRPr>
          </a:p>
          <a:p>
            <a:pPr marL="457200" indent="-457200">
              <a:lnSpc>
                <a:spcPct val="150000"/>
              </a:lnSpc>
              <a:buClr>
                <a:srgbClr val="121212"/>
              </a:buClr>
              <a:buAutoNum type="arabicPeriod"/>
            </a:pPr>
            <a:r>
              <a:rPr lang="en-US" sz="2000" err="1">
                <a:ea typeface="Inter"/>
                <a:cs typeface="Noto Serif"/>
              </a:rPr>
              <a:t>Andmekaitse</a:t>
            </a:r>
            <a:r>
              <a:rPr lang="en-US" sz="2000">
                <a:ea typeface="Inter"/>
                <a:cs typeface="Noto Serif"/>
              </a:rPr>
              <a:t> </a:t>
            </a:r>
            <a:r>
              <a:rPr lang="en-US" sz="2000" err="1">
                <a:ea typeface="Inter"/>
                <a:cs typeface="Noto Serif"/>
              </a:rPr>
              <a:t>kirjeldus</a:t>
            </a:r>
            <a:r>
              <a:rPr lang="en-US" sz="2000">
                <a:ea typeface="Inter"/>
                <a:cs typeface="Noto Serif"/>
              </a:rPr>
              <a:t> – mis </a:t>
            </a:r>
            <a:r>
              <a:rPr lang="en-US" sz="2000" err="1">
                <a:ea typeface="Inter"/>
                <a:cs typeface="Noto Serif"/>
              </a:rPr>
              <a:t>alustel</a:t>
            </a:r>
            <a:r>
              <a:rPr lang="en-US" sz="2000">
                <a:ea typeface="Inter"/>
                <a:cs typeface="Noto Serif"/>
              </a:rPr>
              <a:t> </a:t>
            </a:r>
            <a:r>
              <a:rPr lang="en-US" sz="2000" err="1">
                <a:ea typeface="Inter"/>
                <a:cs typeface="Noto Serif"/>
              </a:rPr>
              <a:t>andmeid</a:t>
            </a:r>
            <a:r>
              <a:rPr lang="en-US" sz="2000">
                <a:ea typeface="Inter"/>
                <a:cs typeface="Noto Serif"/>
              </a:rPr>
              <a:t> </a:t>
            </a:r>
            <a:r>
              <a:rPr lang="en-US" sz="2000" err="1">
                <a:ea typeface="Inter"/>
                <a:cs typeface="Noto Serif"/>
              </a:rPr>
              <a:t>töödeldakse</a:t>
            </a:r>
            <a:r>
              <a:rPr lang="en-US" sz="2000">
                <a:ea typeface="Inter"/>
                <a:cs typeface="Noto Serif"/>
              </a:rPr>
              <a:t>?</a:t>
            </a:r>
            <a:endParaRPr lang="en-US" sz="2000">
              <a:cs typeface="Noto Serif"/>
            </a:endParaRPr>
          </a:p>
          <a:p>
            <a:pPr marL="457200" indent="-457200">
              <a:lnSpc>
                <a:spcPct val="150000"/>
              </a:lnSpc>
              <a:buClr>
                <a:srgbClr val="121212"/>
              </a:buClr>
              <a:buAutoNum type="arabicPeriod"/>
            </a:pPr>
            <a:r>
              <a:rPr lang="en-US" sz="2000" err="1">
                <a:ea typeface="Inter"/>
                <a:cs typeface="Noto Serif"/>
              </a:rPr>
              <a:t>Ärisõnastik</a:t>
            </a:r>
            <a:r>
              <a:rPr lang="en-US" sz="2000">
                <a:ea typeface="Inter"/>
                <a:cs typeface="Noto Serif"/>
              </a:rPr>
              <a:t>, </a:t>
            </a:r>
            <a:r>
              <a:rPr lang="en-US" sz="2000" err="1">
                <a:ea typeface="Inter"/>
                <a:cs typeface="Noto Serif"/>
              </a:rPr>
              <a:t>andmemudel</a:t>
            </a:r>
            <a:r>
              <a:rPr lang="en-US" sz="2000">
                <a:ea typeface="Inter"/>
                <a:cs typeface="Noto Serif"/>
              </a:rPr>
              <a:t>, </a:t>
            </a:r>
            <a:r>
              <a:rPr lang="en-US" sz="2000" err="1">
                <a:ea typeface="Inter"/>
                <a:cs typeface="Noto Serif"/>
              </a:rPr>
              <a:t>andmesõnastik</a:t>
            </a:r>
            <a:endParaRPr lang="en-US" sz="2000" err="1">
              <a:cs typeface="Noto Serif"/>
            </a:endParaRPr>
          </a:p>
          <a:p>
            <a:pPr marL="457200" indent="-457200">
              <a:lnSpc>
                <a:spcPct val="150000"/>
              </a:lnSpc>
              <a:buClr>
                <a:srgbClr val="121212"/>
              </a:buClr>
              <a:buAutoNum type="arabicPeriod"/>
            </a:pPr>
            <a:r>
              <a:rPr lang="en-US" sz="2000" err="1">
                <a:ea typeface="Inter"/>
                <a:cs typeface="Noto Serif"/>
              </a:rPr>
              <a:t>Andmevoog</a:t>
            </a:r>
            <a:endParaRPr lang="en-US" sz="2000" err="1">
              <a:cs typeface="Noto Serif"/>
            </a:endParaRPr>
          </a:p>
          <a:p>
            <a:pPr marL="457200" indent="-457200">
              <a:lnSpc>
                <a:spcPct val="150000"/>
              </a:lnSpc>
              <a:buClr>
                <a:srgbClr val="121212"/>
              </a:buClr>
              <a:buAutoNum type="arabicPeriod"/>
            </a:pPr>
            <a:r>
              <a:rPr lang="en-US" sz="2000" err="1">
                <a:ea typeface="Inter"/>
                <a:cs typeface="Noto Serif"/>
              </a:rPr>
              <a:t>Näidisandmestiku</a:t>
            </a:r>
            <a:r>
              <a:rPr lang="en-US" sz="2000">
                <a:ea typeface="Inter"/>
                <a:cs typeface="Noto Serif"/>
              </a:rPr>
              <a:t> </a:t>
            </a:r>
            <a:r>
              <a:rPr lang="en-US" sz="2000" err="1">
                <a:ea typeface="Inter"/>
                <a:cs typeface="Noto Serif"/>
              </a:rPr>
              <a:t>loomine</a:t>
            </a:r>
            <a:endParaRPr lang="en-US" sz="2000" err="1">
              <a:cs typeface="Noto Serif"/>
            </a:endParaRPr>
          </a:p>
          <a:p>
            <a:pPr marL="457200" indent="-457200">
              <a:lnSpc>
                <a:spcPct val="150000"/>
              </a:lnSpc>
              <a:buClr>
                <a:srgbClr val="121212"/>
              </a:buClr>
              <a:buAutoNum type="arabicPeriod"/>
            </a:pPr>
            <a:r>
              <a:rPr lang="en-US" sz="2000" err="1">
                <a:ea typeface="Inter"/>
                <a:cs typeface="Noto Serif"/>
              </a:rPr>
              <a:t>Andmete</a:t>
            </a:r>
            <a:r>
              <a:rPr lang="en-US" sz="2000">
                <a:ea typeface="Inter"/>
                <a:cs typeface="Noto Serif"/>
              </a:rPr>
              <a:t> </a:t>
            </a:r>
            <a:r>
              <a:rPr lang="en-US" sz="2000" err="1">
                <a:ea typeface="Inter"/>
                <a:cs typeface="Noto Serif"/>
              </a:rPr>
              <a:t>kvaliteedi</a:t>
            </a:r>
            <a:r>
              <a:rPr lang="en-US" sz="2000">
                <a:ea typeface="Inter"/>
                <a:cs typeface="Noto Serif"/>
              </a:rPr>
              <a:t> </a:t>
            </a:r>
            <a:r>
              <a:rPr lang="en-US" sz="2000" err="1">
                <a:ea typeface="Inter"/>
                <a:cs typeface="Noto Serif"/>
              </a:rPr>
              <a:t>kontroll</a:t>
            </a:r>
            <a:endParaRPr lang="en-US" sz="2000">
              <a:cs typeface="Noto Serif"/>
            </a:endParaRPr>
          </a:p>
          <a:p>
            <a:pPr marL="457200" indent="-457200">
              <a:lnSpc>
                <a:spcPct val="150000"/>
              </a:lnSpc>
              <a:buClr>
                <a:srgbClr val="121212"/>
              </a:buClr>
              <a:buAutoNum type="arabicPeriod"/>
            </a:pPr>
            <a:r>
              <a:rPr lang="en-US" sz="2000" err="1">
                <a:ea typeface="Inter"/>
                <a:cs typeface="Noto Serif"/>
              </a:rPr>
              <a:t>Andmete</a:t>
            </a:r>
            <a:r>
              <a:rPr lang="en-US" sz="2000">
                <a:ea typeface="Inter"/>
                <a:cs typeface="Noto Serif"/>
              </a:rPr>
              <a:t> </a:t>
            </a:r>
            <a:r>
              <a:rPr lang="en-US" sz="2000" err="1">
                <a:ea typeface="Inter"/>
                <a:cs typeface="Noto Serif"/>
              </a:rPr>
              <a:t>eksploratiivne</a:t>
            </a:r>
            <a:r>
              <a:rPr lang="en-US" sz="2000">
                <a:ea typeface="Inter"/>
                <a:cs typeface="Noto Serif"/>
              </a:rPr>
              <a:t> </a:t>
            </a:r>
            <a:r>
              <a:rPr lang="en-US" sz="2000" err="1">
                <a:ea typeface="Inter"/>
                <a:cs typeface="Noto Serif"/>
              </a:rPr>
              <a:t>analüüs</a:t>
            </a:r>
            <a:endParaRPr lang="en-US" sz="2000">
              <a:cs typeface="Noto Serif"/>
            </a:endParaRPr>
          </a:p>
          <a:p>
            <a:pPr marL="457200" indent="-457200">
              <a:lnSpc>
                <a:spcPct val="150000"/>
              </a:lnSpc>
              <a:buClr>
                <a:srgbClr val="121212"/>
              </a:buClr>
              <a:buAutoNum type="arabicPeriod"/>
            </a:pPr>
            <a:r>
              <a:rPr lang="en-US" sz="2000" err="1">
                <a:ea typeface="Inter"/>
                <a:cs typeface="Noto Serif"/>
              </a:rPr>
              <a:t>Andmete</a:t>
            </a:r>
            <a:r>
              <a:rPr lang="en-US" sz="2000">
                <a:ea typeface="Inter"/>
                <a:cs typeface="Noto Serif"/>
              </a:rPr>
              <a:t> </a:t>
            </a:r>
            <a:r>
              <a:rPr lang="en-US" sz="2000" err="1">
                <a:ea typeface="Inter"/>
                <a:cs typeface="Noto Serif"/>
              </a:rPr>
              <a:t>statistiline</a:t>
            </a:r>
            <a:r>
              <a:rPr lang="en-US" sz="2000">
                <a:ea typeface="Inter"/>
                <a:cs typeface="Noto Serif"/>
              </a:rPr>
              <a:t> </a:t>
            </a:r>
            <a:r>
              <a:rPr lang="en-US" sz="2000" err="1">
                <a:ea typeface="Inter"/>
                <a:cs typeface="Noto Serif"/>
              </a:rPr>
              <a:t>analüüs</a:t>
            </a:r>
            <a:endParaRPr lang="en-US" sz="2000" err="1">
              <a:cs typeface="Noto Serif"/>
            </a:endParaRPr>
          </a:p>
          <a:p>
            <a:pPr marL="457200" indent="-457200">
              <a:lnSpc>
                <a:spcPct val="150000"/>
              </a:lnSpc>
              <a:buClr>
                <a:srgbClr val="121212"/>
              </a:buClr>
              <a:buAutoNum type="arabicPeriod"/>
            </a:pPr>
            <a:r>
              <a:rPr lang="en-US" sz="2000" err="1">
                <a:ea typeface="Inter"/>
                <a:cs typeface="Noto Serif"/>
              </a:rPr>
              <a:t>Kirjeldav</a:t>
            </a:r>
            <a:r>
              <a:rPr lang="en-US" sz="2000">
                <a:ea typeface="Inter"/>
                <a:cs typeface="Noto Serif"/>
              </a:rPr>
              <a:t> </a:t>
            </a:r>
            <a:r>
              <a:rPr lang="en-US" sz="2000" err="1">
                <a:ea typeface="Inter"/>
                <a:cs typeface="Noto Serif"/>
              </a:rPr>
              <a:t>raport</a:t>
            </a:r>
            <a:r>
              <a:rPr lang="en-US" sz="2000">
                <a:ea typeface="Inter"/>
                <a:cs typeface="Noto Serif"/>
              </a:rPr>
              <a:t> / </a:t>
            </a:r>
            <a:r>
              <a:rPr lang="en-US" sz="2000" err="1">
                <a:ea typeface="Inter"/>
                <a:cs typeface="Noto Serif"/>
              </a:rPr>
              <a:t>analüüs</a:t>
            </a:r>
            <a:endParaRPr lang="en-US" sz="2000" err="1">
              <a:cs typeface="Noto Serif"/>
            </a:endParaRPr>
          </a:p>
          <a:p>
            <a:pPr marL="457200" indent="-457200">
              <a:lnSpc>
                <a:spcPct val="150000"/>
              </a:lnSpc>
              <a:buClr>
                <a:srgbClr val="121212"/>
              </a:buClr>
              <a:buAutoNum type="arabicPeriod"/>
            </a:pPr>
            <a:r>
              <a:rPr lang="en-US" sz="2000" err="1">
                <a:ea typeface="Inter"/>
                <a:cs typeface="Noto Serif"/>
              </a:rPr>
              <a:t>Andmelugu</a:t>
            </a:r>
            <a:r>
              <a:rPr lang="en-US" sz="2000">
                <a:ea typeface="Inter"/>
                <a:cs typeface="Noto Serif"/>
              </a:rPr>
              <a:t>, </a:t>
            </a:r>
            <a:r>
              <a:rPr lang="en-US" sz="2000" err="1">
                <a:ea typeface="Inter"/>
                <a:cs typeface="Noto Serif"/>
              </a:rPr>
              <a:t>järeldused</a:t>
            </a:r>
            <a:endParaRPr lang="en-US" sz="2000" err="1">
              <a:cs typeface="Noto Serif"/>
            </a:endParaRP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  <a:buFont typeface="Inter" panose="020B0502030000000004" pitchFamily="34" charset="0"/>
              <a:buAutoNum type="arabicPeriod"/>
            </a:pPr>
            <a:endParaRPr lang="en-US" sz="2400">
              <a:cs typeface="Noto Serif"/>
            </a:endParaRP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  <a:buFont typeface="Inter" panose="020B0502030000000004" pitchFamily="34" charset="0"/>
              <a:buAutoNum type="arabicPeriod"/>
            </a:pPr>
            <a:endParaRPr lang="en-US" sz="2400">
              <a:cs typeface="Arial"/>
            </a:endParaRPr>
          </a:p>
          <a:p>
            <a:pPr marL="857250" lvl="1" indent="-342900">
              <a:lnSpc>
                <a:spcPct val="150000"/>
              </a:lnSpc>
              <a:buFont typeface="Arial,Sans-Serif" panose="020B0502030000000004" pitchFamily="34" charset="0"/>
              <a:buChar char="o"/>
            </a:pPr>
            <a:endParaRPr lang="en-US" sz="2400">
              <a:cs typeface="Arial"/>
            </a:endParaRPr>
          </a:p>
          <a:p>
            <a:pPr marL="342900" indent="-342900">
              <a:lnSpc>
                <a:spcPct val="150000"/>
              </a:lnSpc>
              <a:buAutoNum type="arabicPeriod"/>
            </a:pPr>
            <a:endParaRPr lang="en-US" sz="2400">
              <a:cs typeface="Arial"/>
            </a:endParaRPr>
          </a:p>
          <a:p>
            <a:pPr marL="514350" indent="-514350">
              <a:lnSpc>
                <a:spcPct val="150000"/>
              </a:lnSpc>
              <a:buAutoNum type="arabicPeriod"/>
            </a:pPr>
            <a:endParaRPr lang="en-US" sz="2800">
              <a:cs typeface="Arial"/>
            </a:endParaRPr>
          </a:p>
          <a:p>
            <a:pPr marL="0" indent="0">
              <a:lnSpc>
                <a:spcPct val="150000"/>
              </a:lnSpc>
              <a:buNone/>
            </a:pPr>
            <a:endParaRPr lang="en-US" sz="2800"/>
          </a:p>
        </p:txBody>
      </p:sp>
    </p:spTree>
    <p:extLst>
      <p:ext uri="{BB962C8B-B14F-4D97-AF65-F5344CB8AC3E}">
        <p14:creationId xmlns:p14="http://schemas.microsoft.com/office/powerpoint/2010/main" val="394442152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0DBAD6-074C-E9BE-A528-06C8B81B143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/>
              <a:t>Grupitöö</a:t>
            </a:r>
            <a:r>
              <a:rPr lang="en-US" dirty="0"/>
              <a:t> </a:t>
            </a:r>
            <a:r>
              <a:rPr lang="en-US" dirty="0" err="1"/>
              <a:t>teemad</a:t>
            </a:r>
            <a:endParaRPr lang="et-E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2272B6-D862-E681-D755-A17F7708209E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sz="2000" dirty="0" err="1"/>
              <a:t>Mõned</a:t>
            </a:r>
            <a:r>
              <a:rPr lang="en-US" sz="2000" dirty="0"/>
              <a:t> </a:t>
            </a:r>
            <a:r>
              <a:rPr lang="en-US" sz="2000" dirty="0" err="1"/>
              <a:t>teemad</a:t>
            </a:r>
            <a:r>
              <a:rPr lang="en-US" sz="2000" dirty="0"/>
              <a:t> </a:t>
            </a:r>
            <a:r>
              <a:rPr lang="en-US" sz="2000" dirty="0" err="1"/>
              <a:t>välja</a:t>
            </a:r>
            <a:r>
              <a:rPr lang="en-US" sz="2000" dirty="0"/>
              <a:t> </a:t>
            </a:r>
            <a:r>
              <a:rPr lang="en-US" sz="2000" dirty="0" err="1"/>
              <a:t>pakutud</a:t>
            </a:r>
            <a:r>
              <a:rPr lang="en-US" sz="2000" dirty="0"/>
              <a:t> </a:t>
            </a:r>
            <a:r>
              <a:rPr lang="en-US" sz="2000" dirty="0" err="1"/>
              <a:t>organisatsioonide</a:t>
            </a:r>
            <a:r>
              <a:rPr lang="en-US" sz="2000" dirty="0"/>
              <a:t> </a:t>
            </a:r>
            <a:r>
              <a:rPr lang="en-US" sz="2000" dirty="0" err="1"/>
              <a:t>poolt</a:t>
            </a:r>
            <a:r>
              <a:rPr lang="en-US" sz="2000" dirty="0"/>
              <a:t>, </a:t>
            </a:r>
            <a:r>
              <a:rPr lang="en-US" sz="2000" dirty="0" err="1"/>
              <a:t>võimalik</a:t>
            </a:r>
            <a:r>
              <a:rPr lang="en-US" sz="2000" dirty="0"/>
              <a:t> </a:t>
            </a:r>
            <a:r>
              <a:rPr lang="en-US" sz="2000" dirty="0" err="1"/>
              <a:t>lisada</a:t>
            </a:r>
            <a:r>
              <a:rPr lang="en-US" sz="2000" dirty="0"/>
              <a:t> </a:t>
            </a:r>
            <a:r>
              <a:rPr lang="en-US" sz="2000" dirty="0" err="1"/>
              <a:t>endale</a:t>
            </a:r>
            <a:r>
              <a:rPr lang="en-US" sz="2000" dirty="0"/>
              <a:t> </a:t>
            </a:r>
            <a:r>
              <a:rPr lang="en-US" sz="2000" dirty="0" err="1"/>
              <a:t>huvipakkuvaid</a:t>
            </a:r>
            <a:r>
              <a:rPr lang="en-US" sz="2000" dirty="0"/>
              <a:t> </a:t>
            </a:r>
            <a:r>
              <a:rPr lang="en-US" sz="2000" dirty="0" err="1"/>
              <a:t>teemasid</a:t>
            </a:r>
            <a:r>
              <a:rPr lang="en-US" sz="2000" dirty="0"/>
              <a:t>: </a:t>
            </a:r>
          </a:p>
          <a:p>
            <a:pPr lvl="1">
              <a:lnSpc>
                <a:spcPct val="150000"/>
              </a:lnSpc>
            </a:pPr>
            <a:r>
              <a:rPr lang="en-US" sz="2000" dirty="0"/>
              <a:t>Slack </a:t>
            </a:r>
            <a:r>
              <a:rPr lang="en-US" sz="2000" dirty="0">
                <a:sym typeface="Wingdings" panose="05000000000000000000" pitchFamily="2" charset="2"/>
              </a:rPr>
              <a:t> #koolituse-üldine-info   </a:t>
            </a:r>
            <a:r>
              <a:rPr lang="en-US" sz="2000" dirty="0" err="1">
                <a:sym typeface="Wingdings" panose="05000000000000000000" pitchFamily="2" charset="2"/>
              </a:rPr>
              <a:t>Lõputöö</a:t>
            </a:r>
            <a:r>
              <a:rPr lang="en-US" sz="2000" dirty="0">
                <a:sym typeface="Wingdings" panose="05000000000000000000" pitchFamily="2" charset="2"/>
              </a:rPr>
              <a:t>  </a:t>
            </a:r>
            <a:r>
              <a:rPr lang="en-US" sz="2000" dirty="0" err="1">
                <a:sym typeface="Wingdings" panose="05000000000000000000" pitchFamily="2" charset="2"/>
              </a:rPr>
              <a:t>Lõputööde</a:t>
            </a:r>
            <a:r>
              <a:rPr lang="en-US" sz="2000" dirty="0">
                <a:sym typeface="Wingdings" panose="05000000000000000000" pitchFamily="2" charset="2"/>
              </a:rPr>
              <a:t> </a:t>
            </a:r>
            <a:r>
              <a:rPr lang="en-US" sz="2000" dirty="0" err="1">
                <a:sym typeface="Wingdings" panose="05000000000000000000" pitchFamily="2" charset="2"/>
              </a:rPr>
              <a:t>teemad</a:t>
            </a:r>
            <a:endParaRPr lang="et-EE" sz="2000" dirty="0"/>
          </a:p>
        </p:txBody>
      </p:sp>
    </p:spTree>
    <p:extLst>
      <p:ext uri="{BB962C8B-B14F-4D97-AF65-F5344CB8AC3E}">
        <p14:creationId xmlns:p14="http://schemas.microsoft.com/office/powerpoint/2010/main" val="410962457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7AC7AE-956C-6417-54E3-81E529F3F5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5D8929-9A21-EE27-23A6-5D3CB775F4C6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0" indent="0">
              <a:lnSpc>
                <a:spcPct val="150000"/>
              </a:lnSpc>
              <a:buNone/>
            </a:pPr>
            <a:endParaRPr lang="en-US" sz="2800">
              <a:ea typeface="Inter"/>
            </a:endParaRPr>
          </a:p>
          <a:p>
            <a:pPr marL="457200" lvl="1" indent="0">
              <a:lnSpc>
                <a:spcPct val="150000"/>
              </a:lnSpc>
              <a:buNone/>
            </a:pPr>
            <a:endParaRPr lang="en-US" sz="2000">
              <a:ea typeface="Inter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5CB8D94F-C170-2012-8908-8AFE64CAF6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83493" y="2675333"/>
            <a:ext cx="3777666" cy="357043"/>
          </a:xfrm>
        </p:spPr>
        <p:txBody>
          <a:bodyPr/>
          <a:lstStyle/>
          <a:p>
            <a:r>
              <a:rPr lang="en-US"/>
              <a:t>Paus 10:30-10:45</a:t>
            </a:r>
          </a:p>
        </p:txBody>
      </p:sp>
    </p:spTree>
    <p:extLst>
      <p:ext uri="{BB962C8B-B14F-4D97-AF65-F5344CB8AC3E}">
        <p14:creationId xmlns:p14="http://schemas.microsoft.com/office/powerpoint/2010/main" val="120661648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570A20-3A9A-2029-D6A1-195B14DEDB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10A510-5B43-0A47-8B51-4EF18FBFC2E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3600" b="1"/>
              <a:t>Power BI Desktop - </a:t>
            </a:r>
            <a:r>
              <a:rPr lang="en-US" sz="3600" b="1" err="1"/>
              <a:t>sissejuhatus</a:t>
            </a:r>
            <a:endParaRPr lang="en-US" err="1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8785DB-3F82-EEE3-57E9-7A30119B3687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514350" indent="-514350">
              <a:lnSpc>
                <a:spcPct val="150000"/>
              </a:lnSpc>
            </a:pPr>
            <a:r>
              <a:rPr lang="en-US" sz="2000" err="1">
                <a:ea typeface="Inter"/>
              </a:rPr>
              <a:t>Andmete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visualiseerimise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tööriist</a:t>
            </a:r>
          </a:p>
          <a:p>
            <a:pPr marL="514350" indent="-514350">
              <a:lnSpc>
                <a:spcPct val="150000"/>
              </a:lnSpc>
            </a:pPr>
            <a:r>
              <a:rPr lang="en-US" sz="2000" err="1">
                <a:ea typeface="Inter"/>
              </a:rPr>
              <a:t>Ülemine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riba</a:t>
            </a:r>
            <a:endParaRPr lang="en-US" sz="2000">
              <a:ea typeface="Inter"/>
            </a:endParaRPr>
          </a:p>
          <a:p>
            <a:pPr marL="514350" indent="-514350">
              <a:lnSpc>
                <a:spcPct val="150000"/>
              </a:lnSpc>
            </a:pPr>
            <a:r>
              <a:rPr lang="en-US" sz="2000" err="1">
                <a:ea typeface="Inter"/>
              </a:rPr>
              <a:t>Erinevad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vaated</a:t>
            </a:r>
            <a:endParaRPr lang="en-US" sz="2000"/>
          </a:p>
          <a:p>
            <a:pPr marL="1028700" lvl="1" indent="-514350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000">
                <a:ea typeface="Inter"/>
              </a:rPr>
              <a:t>Report view</a:t>
            </a:r>
            <a:endParaRPr lang="en-US" sz="2000"/>
          </a:p>
          <a:p>
            <a:pPr marL="1028700" lvl="1" indent="-514350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000">
                <a:ea typeface="Inter"/>
              </a:rPr>
              <a:t>Table view</a:t>
            </a:r>
            <a:endParaRPr lang="en-US" sz="2000"/>
          </a:p>
          <a:p>
            <a:pPr marL="1028700" lvl="1" indent="-514350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000">
                <a:ea typeface="Inter"/>
              </a:rPr>
              <a:t>Model view</a:t>
            </a:r>
            <a:endParaRPr lang="en-US" sz="2000"/>
          </a:p>
          <a:p>
            <a:pPr marL="514350" indent="-514350">
              <a:lnSpc>
                <a:spcPct val="150000"/>
              </a:lnSpc>
              <a:buClr>
                <a:srgbClr val="121212"/>
              </a:buClr>
            </a:pPr>
            <a:r>
              <a:rPr lang="en-US" sz="2000" err="1">
                <a:ea typeface="Inter"/>
              </a:rPr>
              <a:t>Parempoolsed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paanid</a:t>
            </a:r>
            <a:endParaRPr lang="en-US" sz="2000"/>
          </a:p>
          <a:p>
            <a:pPr marL="1028700" lvl="1" indent="-514350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000">
                <a:ea typeface="Inter"/>
              </a:rPr>
              <a:t>Filters</a:t>
            </a:r>
            <a:endParaRPr lang="en-US" sz="2000"/>
          </a:p>
          <a:p>
            <a:pPr marL="1028700" lvl="1" indent="-514350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000">
                <a:ea typeface="Inter"/>
              </a:rPr>
              <a:t>Visualizations</a:t>
            </a:r>
            <a:endParaRPr lang="en-US" sz="2000"/>
          </a:p>
          <a:p>
            <a:pPr marL="1028700" lvl="1" indent="-514350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000">
                <a:ea typeface="Inter"/>
              </a:rPr>
              <a:t>Data</a:t>
            </a:r>
            <a:endParaRPr lang="en-US" sz="2000"/>
          </a:p>
          <a:p>
            <a:pPr marL="514350">
              <a:lnSpc>
                <a:spcPct val="150000"/>
              </a:lnSpc>
              <a:buFont typeface="Inter"/>
              <a:buChar char="‣"/>
            </a:pPr>
            <a:endParaRPr lang="en-US" sz="2800"/>
          </a:p>
          <a:p>
            <a:pPr marL="0" indent="0">
              <a:lnSpc>
                <a:spcPct val="150000"/>
              </a:lnSpc>
              <a:buNone/>
            </a:pPr>
            <a:endParaRPr lang="en-US" sz="2800"/>
          </a:p>
        </p:txBody>
      </p:sp>
    </p:spTree>
    <p:extLst>
      <p:ext uri="{BB962C8B-B14F-4D97-AF65-F5344CB8AC3E}">
        <p14:creationId xmlns:p14="http://schemas.microsoft.com/office/powerpoint/2010/main" val="320014709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21634F-4BB6-4F51-AF4C-795FCFD78F4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err="1"/>
              <a:t>Probleemipüstitus</a:t>
            </a:r>
            <a:r>
              <a:rPr lang="en-US"/>
              <a:t> - </a:t>
            </a:r>
            <a:r>
              <a:rPr lang="en-US" err="1"/>
              <a:t>näide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6C8022-F2BA-6E1D-141E-193BB9311F2E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sz="2000" err="1">
                <a:ea typeface="Inter"/>
              </a:rPr>
              <a:t>Ettevõte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juhatus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soovib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ülevaadet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müügitulust</a:t>
            </a:r>
            <a:r>
              <a:rPr lang="en-US" sz="2000">
                <a:ea typeface="Inter"/>
              </a:rPr>
              <a:t> - </a:t>
            </a:r>
            <a:r>
              <a:rPr lang="en-US" sz="2000" err="1">
                <a:ea typeface="Inter"/>
              </a:rPr>
              <a:t>kuidas</a:t>
            </a:r>
            <a:r>
              <a:rPr lang="en-US" sz="2000">
                <a:ea typeface="Inter"/>
              </a:rPr>
              <a:t> on </a:t>
            </a:r>
            <a:r>
              <a:rPr lang="en-US" sz="2000" err="1">
                <a:ea typeface="Inter"/>
              </a:rPr>
              <a:t>muutus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ajas</a:t>
            </a:r>
            <a:r>
              <a:rPr lang="en-US" sz="2000">
                <a:ea typeface="Inter"/>
              </a:rPr>
              <a:t>, </a:t>
            </a:r>
            <a:r>
              <a:rPr lang="en-US" sz="2000" err="1">
                <a:ea typeface="Inter"/>
              </a:rPr>
              <a:t>võrdlus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eelarvega</a:t>
            </a:r>
            <a:r>
              <a:rPr lang="en-US" sz="2000">
                <a:ea typeface="Inter"/>
              </a:rPr>
              <a:t>, </a:t>
            </a:r>
            <a:r>
              <a:rPr lang="en-US" sz="2000" err="1">
                <a:ea typeface="Inter"/>
              </a:rPr>
              <a:t>müügitulu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suurendamise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võimalused</a:t>
            </a:r>
            <a:r>
              <a:rPr lang="en-US" sz="2000">
                <a:ea typeface="Inter"/>
              </a:rPr>
              <a:t>. </a:t>
            </a:r>
            <a:endParaRPr lang="en-US"/>
          </a:p>
          <a:p>
            <a:pPr>
              <a:lnSpc>
                <a:spcPct val="150000"/>
              </a:lnSpc>
            </a:pPr>
            <a:r>
              <a:rPr lang="en-US" sz="2000" err="1">
                <a:ea typeface="Inter"/>
              </a:rPr>
              <a:t>Milliseid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andmeid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vajame</a:t>
            </a:r>
            <a:r>
              <a:rPr lang="en-US" sz="2000">
                <a:ea typeface="Inter"/>
              </a:rPr>
              <a:t>?</a:t>
            </a:r>
            <a:endParaRPr lang="en-US" sz="2000"/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000" err="1">
                <a:ea typeface="Inter"/>
              </a:rPr>
              <a:t>Müügid</a:t>
            </a:r>
            <a:endParaRPr lang="en-US" sz="2000" err="1"/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000">
                <a:ea typeface="Inter"/>
              </a:rPr>
              <a:t>Tooted</a:t>
            </a:r>
            <a:endParaRPr lang="en-US" sz="2000"/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000">
                <a:ea typeface="Inter"/>
              </a:rPr>
              <a:t>Kliendid</a:t>
            </a:r>
            <a:endParaRPr lang="en-US" sz="2000"/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000" err="1">
                <a:ea typeface="Inter"/>
              </a:rPr>
              <a:t>Eelarve</a:t>
            </a:r>
            <a:endParaRPr lang="en-US" sz="2000" err="1"/>
          </a:p>
          <a:p>
            <a:endParaRPr lang="en-US" sz="2000"/>
          </a:p>
        </p:txBody>
      </p:sp>
    </p:spTree>
    <p:extLst>
      <p:ext uri="{BB962C8B-B14F-4D97-AF65-F5344CB8AC3E}">
        <p14:creationId xmlns:p14="http://schemas.microsoft.com/office/powerpoint/2010/main" val="26049521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41076A-7B7D-C6EF-47C5-68B33A5F6D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1CE725-DDA8-6047-DDBB-D5E684619B6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479570"/>
            <a:ext cx="10044112" cy="357043"/>
          </a:xfrm>
        </p:spPr>
        <p:txBody>
          <a:bodyPr anchor="t">
            <a:normAutofit/>
          </a:bodyPr>
          <a:lstStyle/>
          <a:p>
            <a:r>
              <a:rPr lang="en-US" sz="2500" b="1" err="1"/>
              <a:t>Andmete</a:t>
            </a:r>
            <a:r>
              <a:rPr lang="en-US" sz="2500" b="1"/>
              <a:t> </a:t>
            </a:r>
            <a:r>
              <a:rPr lang="en-US" sz="2500" b="1" err="1"/>
              <a:t>mudeldamine</a:t>
            </a:r>
            <a:r>
              <a:rPr lang="en-US" sz="2500" b="1"/>
              <a:t> Power BI-s</a:t>
            </a:r>
            <a:endParaRPr lang="en-US" sz="250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F57768-E216-77E1-CEED-C09362E1F64C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1268413"/>
            <a:ext cx="5364162" cy="4465637"/>
          </a:xfrm>
        </p:spPr>
        <p:txBody>
          <a:bodyPr anchor="t">
            <a:normAutofit/>
          </a:bodyPr>
          <a:lstStyle/>
          <a:p>
            <a:pPr marL="514350" indent="-514350">
              <a:spcAft>
                <a:spcPts val="600"/>
              </a:spcAft>
            </a:pPr>
            <a:r>
              <a:rPr lang="en-US" sz="2000" err="1">
                <a:ea typeface="Inter"/>
              </a:rPr>
              <a:t>Tähtskeem</a:t>
            </a:r>
            <a:r>
              <a:rPr lang="en-US" sz="2000">
                <a:ea typeface="Inter"/>
              </a:rPr>
              <a:t> (star schema)</a:t>
            </a:r>
          </a:p>
          <a:p>
            <a:pPr marL="1028700" lvl="1">
              <a:spcAft>
                <a:spcPts val="600"/>
              </a:spcAft>
              <a:buFont typeface="Courier New"/>
              <a:buChar char="o"/>
            </a:pPr>
            <a:r>
              <a:rPr lang="en-US" err="1">
                <a:ea typeface="Inter"/>
              </a:rPr>
              <a:t>Fakti</a:t>
            </a:r>
            <a:r>
              <a:rPr lang="en-US">
                <a:ea typeface="Inter"/>
              </a:rPr>
              <a:t>- ja </a:t>
            </a:r>
            <a:r>
              <a:rPr lang="en-US" err="1">
                <a:ea typeface="Inter"/>
              </a:rPr>
              <a:t>dimensioonitabelid</a:t>
            </a:r>
            <a:endParaRPr lang="en-US">
              <a:ea typeface="Inter"/>
            </a:endParaRPr>
          </a:p>
          <a:p>
            <a:pPr marL="1428750" lvl="2">
              <a:spcAft>
                <a:spcPts val="600"/>
              </a:spcAft>
              <a:buFont typeface="Wingdings"/>
              <a:buChar char="§"/>
            </a:pPr>
            <a:r>
              <a:rPr lang="en-US" err="1">
                <a:ea typeface="Inter"/>
              </a:rPr>
              <a:t>Faktitabel</a:t>
            </a:r>
            <a:r>
              <a:rPr lang="en-US">
                <a:ea typeface="Inter"/>
              </a:rPr>
              <a:t> - </a:t>
            </a:r>
            <a:r>
              <a:rPr lang="en-US" err="1">
                <a:ea typeface="Inter"/>
              </a:rPr>
              <a:t>sündmus</a:t>
            </a:r>
            <a:endParaRPr lang="en-US">
              <a:ea typeface="Inter"/>
            </a:endParaRPr>
          </a:p>
          <a:p>
            <a:pPr marL="1428750" lvl="2">
              <a:spcAft>
                <a:spcPts val="600"/>
              </a:spcAft>
              <a:buFont typeface="Wingdings"/>
              <a:buChar char="§"/>
            </a:pPr>
            <a:r>
              <a:rPr lang="en-US" err="1">
                <a:ea typeface="Inter"/>
              </a:rPr>
              <a:t>Dimensioonitabel</a:t>
            </a:r>
            <a:r>
              <a:rPr lang="en-US">
                <a:ea typeface="Inter"/>
              </a:rPr>
              <a:t> – </a:t>
            </a:r>
            <a:r>
              <a:rPr lang="en-US" err="1">
                <a:ea typeface="Inter"/>
              </a:rPr>
              <a:t>kirjeldav</a:t>
            </a:r>
            <a:r>
              <a:rPr lang="en-US">
                <a:ea typeface="Inter"/>
              </a:rPr>
              <a:t> </a:t>
            </a:r>
            <a:r>
              <a:rPr lang="en-US" err="1">
                <a:ea typeface="Inter"/>
              </a:rPr>
              <a:t>näitaja</a:t>
            </a:r>
            <a:endParaRPr lang="en-US">
              <a:ea typeface="Inter"/>
            </a:endParaRPr>
          </a:p>
          <a:p>
            <a:pPr marL="1028700" lvl="1">
              <a:spcAft>
                <a:spcPts val="600"/>
              </a:spcAft>
              <a:buFont typeface="Courier New" panose="020B0502030000000004" pitchFamily="34" charset="0"/>
              <a:buChar char="o"/>
            </a:pPr>
            <a:r>
              <a:rPr lang="en-US" err="1">
                <a:ea typeface="Inter"/>
              </a:rPr>
              <a:t>Aitab</a:t>
            </a:r>
            <a:r>
              <a:rPr lang="en-US">
                <a:ea typeface="Inter"/>
              </a:rPr>
              <a:t> </a:t>
            </a:r>
            <a:r>
              <a:rPr lang="en-US" err="1">
                <a:ea typeface="Inter"/>
              </a:rPr>
              <a:t>optimeerida</a:t>
            </a:r>
            <a:r>
              <a:rPr lang="en-US">
                <a:ea typeface="Inter"/>
              </a:rPr>
              <a:t> </a:t>
            </a:r>
            <a:r>
              <a:rPr lang="en-US" err="1">
                <a:ea typeface="Inter"/>
              </a:rPr>
              <a:t>andmebaasi</a:t>
            </a:r>
            <a:r>
              <a:rPr lang="en-US">
                <a:ea typeface="Inter"/>
              </a:rPr>
              <a:t>, </a:t>
            </a:r>
            <a:r>
              <a:rPr lang="en-US" err="1">
                <a:ea typeface="Inter"/>
              </a:rPr>
              <a:t>nt</a:t>
            </a:r>
            <a:r>
              <a:rPr lang="en-US">
                <a:ea typeface="Inter"/>
              </a:rPr>
              <a:t> </a:t>
            </a:r>
            <a:r>
              <a:rPr lang="en-US" err="1">
                <a:ea typeface="Inter"/>
              </a:rPr>
              <a:t>toote</a:t>
            </a:r>
            <a:r>
              <a:rPr lang="en-US">
                <a:ea typeface="Inter"/>
              </a:rPr>
              <a:t> </a:t>
            </a:r>
            <a:r>
              <a:rPr lang="en-US" err="1">
                <a:ea typeface="Inter"/>
              </a:rPr>
              <a:t>nimi</a:t>
            </a:r>
            <a:r>
              <a:rPr lang="en-US">
                <a:ea typeface="Inter"/>
              </a:rPr>
              <a:t>, hind, </a:t>
            </a:r>
            <a:r>
              <a:rPr lang="en-US" err="1">
                <a:ea typeface="Inter"/>
              </a:rPr>
              <a:t>tootja</a:t>
            </a:r>
            <a:r>
              <a:rPr lang="en-US">
                <a:ea typeface="Inter"/>
              </a:rPr>
              <a:t> </a:t>
            </a:r>
            <a:r>
              <a:rPr lang="en-US" err="1">
                <a:ea typeface="Inter"/>
              </a:rPr>
              <a:t>ühe</a:t>
            </a:r>
            <a:r>
              <a:rPr lang="en-US">
                <a:ea typeface="Inter"/>
              </a:rPr>
              <a:t> </a:t>
            </a:r>
            <a:r>
              <a:rPr lang="en-US" err="1">
                <a:ea typeface="Inter"/>
              </a:rPr>
              <a:t>reana</a:t>
            </a:r>
            <a:r>
              <a:rPr lang="en-US">
                <a:ea typeface="Inter"/>
              </a:rPr>
              <a:t> </a:t>
            </a:r>
            <a:r>
              <a:rPr lang="en-US" err="1">
                <a:ea typeface="Inter"/>
              </a:rPr>
              <a:t>toote</a:t>
            </a:r>
            <a:r>
              <a:rPr lang="en-US">
                <a:ea typeface="Inter"/>
              </a:rPr>
              <a:t> </a:t>
            </a:r>
            <a:r>
              <a:rPr lang="en-US" err="1">
                <a:ea typeface="Inter"/>
              </a:rPr>
              <a:t>tabelis</a:t>
            </a:r>
            <a:r>
              <a:rPr lang="en-US">
                <a:ea typeface="Inter"/>
              </a:rPr>
              <a:t>, </a:t>
            </a:r>
            <a:r>
              <a:rPr lang="en-US" err="1">
                <a:ea typeface="Inter"/>
              </a:rPr>
              <a:t>mitte</a:t>
            </a:r>
            <a:r>
              <a:rPr lang="en-US">
                <a:ea typeface="Inter"/>
              </a:rPr>
              <a:t> </a:t>
            </a:r>
            <a:r>
              <a:rPr lang="en-US" err="1">
                <a:ea typeface="Inter"/>
              </a:rPr>
              <a:t>korduvalt</a:t>
            </a:r>
            <a:r>
              <a:rPr lang="en-US">
                <a:ea typeface="Inter"/>
              </a:rPr>
              <a:t> </a:t>
            </a:r>
            <a:r>
              <a:rPr lang="en-US" err="1">
                <a:ea typeface="Inter"/>
              </a:rPr>
              <a:t>müügitabelis</a:t>
            </a:r>
            <a:endParaRPr lang="en-US">
              <a:ea typeface="Inter"/>
            </a:endParaRPr>
          </a:p>
          <a:p>
            <a:pPr marL="514350" indent="-514350">
              <a:spcAft>
                <a:spcPts val="600"/>
              </a:spcAft>
              <a:buClr>
                <a:srgbClr val="121212"/>
              </a:buClr>
            </a:pPr>
            <a:r>
              <a:rPr lang="en-US" err="1">
                <a:ea typeface="Inter"/>
              </a:rPr>
              <a:t>Võtmetulbad</a:t>
            </a:r>
            <a:r>
              <a:rPr lang="en-US">
                <a:ea typeface="Inter"/>
              </a:rPr>
              <a:t> (primary ja foreign keys)</a:t>
            </a:r>
            <a:endParaRPr lang="en-US"/>
          </a:p>
          <a:p>
            <a:pPr marL="1028700" lvl="1">
              <a:spcAft>
                <a:spcPts val="600"/>
              </a:spcAft>
              <a:buFont typeface="Courier New" panose="020B0502030000000004" pitchFamily="34" charset="0"/>
              <a:buChar char="o"/>
            </a:pPr>
            <a:r>
              <a:rPr lang="en-US" err="1">
                <a:ea typeface="Inter"/>
              </a:rPr>
              <a:t>Tulbad</a:t>
            </a:r>
            <a:r>
              <a:rPr lang="en-US">
                <a:ea typeface="Inter"/>
              </a:rPr>
              <a:t>, </a:t>
            </a:r>
            <a:r>
              <a:rPr lang="en-US" err="1">
                <a:ea typeface="Inter"/>
              </a:rPr>
              <a:t>mille</a:t>
            </a:r>
            <a:r>
              <a:rPr lang="en-US">
                <a:ea typeface="Inter"/>
              </a:rPr>
              <a:t> </a:t>
            </a:r>
            <a:r>
              <a:rPr lang="en-US" err="1">
                <a:ea typeface="Inter"/>
              </a:rPr>
              <a:t>alusel</a:t>
            </a:r>
            <a:r>
              <a:rPr lang="en-US">
                <a:ea typeface="Inter"/>
              </a:rPr>
              <a:t> </a:t>
            </a:r>
            <a:r>
              <a:rPr lang="en-US" err="1">
                <a:ea typeface="Inter"/>
              </a:rPr>
              <a:t>tabelid</a:t>
            </a:r>
            <a:r>
              <a:rPr lang="en-US">
                <a:ea typeface="Inter"/>
              </a:rPr>
              <a:t> on </a:t>
            </a:r>
            <a:r>
              <a:rPr lang="en-US" err="1">
                <a:ea typeface="Inter"/>
              </a:rPr>
              <a:t>ühendatud</a:t>
            </a:r>
            <a:endParaRPr lang="en-US" err="1"/>
          </a:p>
          <a:p>
            <a:pPr marL="1028700" lvl="1">
              <a:spcAft>
                <a:spcPts val="600"/>
              </a:spcAft>
              <a:buFont typeface="Courier New" panose="020B0502030000000004" pitchFamily="34" charset="0"/>
              <a:buChar char="o"/>
            </a:pPr>
            <a:r>
              <a:rPr lang="en-US" err="1">
                <a:ea typeface="Inter"/>
              </a:rPr>
              <a:t>Põhivõti</a:t>
            </a:r>
            <a:r>
              <a:rPr lang="en-US">
                <a:ea typeface="Inter"/>
              </a:rPr>
              <a:t> (primary key) - </a:t>
            </a:r>
            <a:r>
              <a:rPr lang="en-US" err="1">
                <a:ea typeface="Inter"/>
              </a:rPr>
              <a:t>tabeli</a:t>
            </a:r>
            <a:r>
              <a:rPr lang="en-US">
                <a:ea typeface="Inter"/>
              </a:rPr>
              <a:t> </a:t>
            </a:r>
            <a:r>
              <a:rPr lang="en-US" err="1">
                <a:ea typeface="Inter"/>
              </a:rPr>
              <a:t>iga</a:t>
            </a:r>
            <a:r>
              <a:rPr lang="en-US">
                <a:ea typeface="Inter"/>
              </a:rPr>
              <a:t> rea </a:t>
            </a:r>
            <a:r>
              <a:rPr lang="en-US" err="1">
                <a:ea typeface="Inter"/>
              </a:rPr>
              <a:t>unikaalne</a:t>
            </a:r>
            <a:r>
              <a:rPr lang="en-US">
                <a:ea typeface="Inter"/>
              </a:rPr>
              <a:t> ID</a:t>
            </a:r>
            <a:endParaRPr lang="en-US"/>
          </a:p>
          <a:p>
            <a:pPr marL="1028700" lvl="1">
              <a:spcAft>
                <a:spcPts val="600"/>
              </a:spcAft>
              <a:buFont typeface="Courier New" panose="020B0502030000000004" pitchFamily="34" charset="0"/>
              <a:buChar char="o"/>
            </a:pPr>
            <a:r>
              <a:rPr lang="en-US" err="1">
                <a:ea typeface="Inter"/>
              </a:rPr>
              <a:t>Välisvõti</a:t>
            </a:r>
            <a:r>
              <a:rPr lang="en-US">
                <a:ea typeface="Inter"/>
              </a:rPr>
              <a:t> (foreign key) - </a:t>
            </a:r>
            <a:r>
              <a:rPr lang="en-US" err="1">
                <a:ea typeface="Inter"/>
              </a:rPr>
              <a:t>viide</a:t>
            </a:r>
            <a:r>
              <a:rPr lang="en-US">
                <a:ea typeface="Inter"/>
              </a:rPr>
              <a:t> </a:t>
            </a:r>
            <a:r>
              <a:rPr lang="en-US" err="1">
                <a:ea typeface="Inter"/>
              </a:rPr>
              <a:t>teise</a:t>
            </a:r>
            <a:r>
              <a:rPr lang="en-US">
                <a:ea typeface="Inter"/>
              </a:rPr>
              <a:t> </a:t>
            </a:r>
            <a:r>
              <a:rPr lang="en-US" err="1">
                <a:ea typeface="Inter"/>
              </a:rPr>
              <a:t>tabeli</a:t>
            </a:r>
            <a:r>
              <a:rPr lang="en-US">
                <a:ea typeface="Inter"/>
              </a:rPr>
              <a:t> </a:t>
            </a:r>
            <a:r>
              <a:rPr lang="en-US" err="1">
                <a:ea typeface="Inter"/>
              </a:rPr>
              <a:t>põhivõtmele</a:t>
            </a:r>
            <a:endParaRPr lang="en-US" err="1"/>
          </a:p>
          <a:p>
            <a:pPr marL="285750" indent="0">
              <a:spcAft>
                <a:spcPts val="600"/>
              </a:spcAft>
              <a:buNone/>
            </a:pPr>
            <a:endParaRPr lang="en-US"/>
          </a:p>
          <a:p>
            <a:pPr marL="514350">
              <a:spcAft>
                <a:spcPts val="600"/>
              </a:spcAft>
              <a:buFont typeface="Inter"/>
              <a:buChar char="‣"/>
            </a:pPr>
            <a:endParaRPr lang="en-US"/>
          </a:p>
          <a:p>
            <a:pPr marL="0" indent="0">
              <a:spcAft>
                <a:spcPts val="600"/>
              </a:spcAft>
              <a:buNone/>
            </a:pPr>
            <a:endParaRPr lang="en-US"/>
          </a:p>
        </p:txBody>
      </p:sp>
      <p:pic>
        <p:nvPicPr>
          <p:cNvPr id="6" name="Picture 5" descr="In-Depth Guide to Star Schema in Data Warehouse Modeling: Concepts, Design  Principles, and Advantages | by Nilimesh Halder, PhD | Analyst's corner |  Medium">
            <a:extLst>
              <a:ext uri="{FF2B5EF4-FFF2-40B4-BE49-F238E27FC236}">
                <a16:creationId xmlns:a16="http://schemas.microsoft.com/office/drawing/2014/main" id="{AE06B6CC-C9D9-E17A-8C81-34CBD57A96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03950" y="1670710"/>
            <a:ext cx="5364162" cy="3661040"/>
          </a:xfrm>
          <a:prstGeom prst="rect">
            <a:avLst/>
          </a:prstGeom>
          <a:noFill/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2E55298-546B-EEDA-0AC5-D922BF543B1D}"/>
              </a:ext>
            </a:extLst>
          </p:cNvPr>
          <p:cNvSpPr txBox="1"/>
          <p:nvPr/>
        </p:nvSpPr>
        <p:spPr>
          <a:xfrm>
            <a:off x="6276473" y="5504447"/>
            <a:ext cx="5213684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err="1">
                <a:ea typeface="Inter"/>
              </a:rPr>
              <a:t>Joonise</a:t>
            </a:r>
            <a:r>
              <a:rPr lang="en-US">
                <a:ea typeface="Inter"/>
              </a:rPr>
              <a:t> </a:t>
            </a:r>
            <a:r>
              <a:rPr lang="en-US" err="1">
                <a:ea typeface="Inter"/>
              </a:rPr>
              <a:t>allikas</a:t>
            </a:r>
            <a:r>
              <a:rPr lang="en-US">
                <a:ea typeface="Inter"/>
              </a:rPr>
              <a:t>: </a:t>
            </a:r>
            <a:r>
              <a:rPr lang="en-US">
                <a:ea typeface="Inter"/>
                <a:hlinkClick r:id="rId4"/>
              </a:rPr>
              <a:t>Medium</a:t>
            </a:r>
            <a:endParaRPr lang="en-US">
              <a:ea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28931728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732556-33DE-5930-A8F9-CD5B338BB4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E36B04-A7B4-84AA-6055-678235556D3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3600" b="1" err="1"/>
              <a:t>Andmete</a:t>
            </a:r>
            <a:r>
              <a:rPr lang="en-US" sz="3600" b="1"/>
              <a:t> </a:t>
            </a:r>
            <a:r>
              <a:rPr lang="en-US" sz="3600" b="1" err="1"/>
              <a:t>mudeldamine</a:t>
            </a:r>
            <a:r>
              <a:rPr lang="en-US" sz="3600" b="1"/>
              <a:t> Power BI-s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558FD2-3B70-EFEE-9D13-6D6743C3F391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514350">
              <a:lnSpc>
                <a:spcPct val="150000"/>
              </a:lnSpc>
              <a:buFont typeface="Inter,Sans-Serif" panose="020B0502030000000004" pitchFamily="34" charset="0"/>
            </a:pPr>
            <a:r>
              <a:rPr lang="en-US" sz="2400" err="1">
                <a:ea typeface="Inter"/>
              </a:rPr>
              <a:t>Alustame</a:t>
            </a:r>
            <a:r>
              <a:rPr lang="en-US" sz="2400">
                <a:ea typeface="Inter"/>
              </a:rPr>
              <a:t> </a:t>
            </a:r>
            <a:r>
              <a:rPr lang="en-US" sz="2400" err="1">
                <a:ea typeface="Inter"/>
              </a:rPr>
              <a:t>müügiraporti</a:t>
            </a:r>
            <a:r>
              <a:rPr lang="en-US" sz="2400">
                <a:ea typeface="Inter"/>
              </a:rPr>
              <a:t> </a:t>
            </a:r>
            <a:r>
              <a:rPr lang="en-US" sz="2400" err="1">
                <a:ea typeface="Inter"/>
              </a:rPr>
              <a:t>näitega</a:t>
            </a:r>
            <a:endParaRPr lang="en-US" sz="2400">
              <a:ea typeface="Inter"/>
            </a:endParaRPr>
          </a:p>
          <a:p>
            <a:pPr marL="1028700" lvl="1">
              <a:lnSpc>
                <a:spcPct val="150000"/>
              </a:lnSpc>
              <a:buFont typeface="Courier New,monospace" panose="020B0502030000000004" pitchFamily="34" charset="0"/>
              <a:buChar char="o"/>
            </a:pPr>
            <a:r>
              <a:rPr lang="en-US" sz="2400">
                <a:ea typeface="Inter"/>
              </a:rPr>
              <a:t>Lae </a:t>
            </a:r>
            <a:r>
              <a:rPr lang="en-US" sz="2400" err="1">
                <a:ea typeface="Inter"/>
              </a:rPr>
              <a:t>alla</a:t>
            </a:r>
            <a:r>
              <a:rPr lang="en-US" sz="2400">
                <a:ea typeface="Inter"/>
              </a:rPr>
              <a:t> ZIP fail </a:t>
            </a:r>
            <a:r>
              <a:rPr lang="en-US" sz="2400" err="1">
                <a:ea typeface="Inter"/>
              </a:rPr>
              <a:t>alliktabelitega</a:t>
            </a:r>
            <a:r>
              <a:rPr lang="en-US" sz="2400">
                <a:ea typeface="Inter"/>
              </a:rPr>
              <a:t> </a:t>
            </a:r>
            <a:r>
              <a:rPr lang="en-US" sz="2400" err="1">
                <a:ea typeface="Inter"/>
              </a:rPr>
              <a:t>GitHubist</a:t>
            </a:r>
            <a:r>
              <a:rPr lang="en-US" sz="2400">
                <a:ea typeface="Inter"/>
              </a:rPr>
              <a:t>: Day1 --&gt; DataSources.zip</a:t>
            </a:r>
          </a:p>
          <a:p>
            <a:pPr marL="1028700" lvl="1">
              <a:lnSpc>
                <a:spcPct val="150000"/>
              </a:lnSpc>
              <a:buFont typeface="Courier New,monospace" panose="020B0502030000000004" pitchFamily="34" charset="0"/>
              <a:buChar char="o"/>
            </a:pPr>
            <a:r>
              <a:rPr lang="en-US" sz="2400">
                <a:ea typeface="Inter"/>
              </a:rPr>
              <a:t>Unzip</a:t>
            </a:r>
          </a:p>
          <a:p>
            <a:pPr marL="1028700" lvl="1">
              <a:lnSpc>
                <a:spcPct val="150000"/>
              </a:lnSpc>
              <a:buFont typeface="Courier New,monospace" panose="020B0502030000000004" pitchFamily="34" charset="0"/>
              <a:buChar char="o"/>
            </a:pPr>
            <a:r>
              <a:rPr lang="en-US" sz="2400">
                <a:ea typeface="Inter"/>
              </a:rPr>
              <a:t>Lae </a:t>
            </a:r>
            <a:r>
              <a:rPr lang="en-US" sz="2400" err="1">
                <a:ea typeface="Inter"/>
              </a:rPr>
              <a:t>PowerBI-sse</a:t>
            </a:r>
            <a:r>
              <a:rPr lang="en-US" sz="2400">
                <a:ea typeface="Inter"/>
              </a:rPr>
              <a:t> </a:t>
            </a:r>
            <a:r>
              <a:rPr lang="en-US" sz="2400" err="1">
                <a:ea typeface="Inter"/>
              </a:rPr>
              <a:t>failid</a:t>
            </a:r>
            <a:r>
              <a:rPr lang="en-US" sz="2400">
                <a:ea typeface="Inter"/>
              </a:rPr>
              <a:t> – Get Data --&gt; Transform</a:t>
            </a:r>
          </a:p>
          <a:p>
            <a:pPr marL="1428750" lvl="2">
              <a:lnSpc>
                <a:spcPct val="150000"/>
              </a:lnSpc>
              <a:buFont typeface="Wingdings,Sans-Serif" panose="020B0502030000000004" pitchFamily="34" charset="0"/>
              <a:buChar char="§"/>
            </a:pPr>
            <a:r>
              <a:rPr lang="en-US" sz="2400" err="1">
                <a:ea typeface="Inter"/>
              </a:rPr>
              <a:t>Vaata</a:t>
            </a:r>
            <a:r>
              <a:rPr lang="en-US" sz="2400">
                <a:ea typeface="Inter"/>
              </a:rPr>
              <a:t> </a:t>
            </a:r>
            <a:r>
              <a:rPr lang="en-US" sz="2400" err="1">
                <a:ea typeface="Inter"/>
              </a:rPr>
              <a:t>üle</a:t>
            </a:r>
            <a:r>
              <a:rPr lang="en-US" sz="2400">
                <a:ea typeface="Inter"/>
              </a:rPr>
              <a:t> </a:t>
            </a:r>
            <a:r>
              <a:rPr lang="en-US" sz="2400" err="1">
                <a:ea typeface="Inter"/>
              </a:rPr>
              <a:t>tulpade</a:t>
            </a:r>
            <a:r>
              <a:rPr lang="en-US" sz="2400">
                <a:ea typeface="Inter"/>
              </a:rPr>
              <a:t> sisu ja </a:t>
            </a:r>
            <a:r>
              <a:rPr lang="en-US" sz="2400" err="1">
                <a:ea typeface="Inter"/>
              </a:rPr>
              <a:t>vorm</a:t>
            </a:r>
            <a:endParaRPr lang="en-US" sz="2400" err="1"/>
          </a:p>
          <a:p>
            <a:pPr marL="1028700" lvl="1">
              <a:lnSpc>
                <a:spcPct val="150000"/>
              </a:lnSpc>
              <a:buFont typeface="Courier New,monospace" panose="020B0502030000000004" pitchFamily="34" charset="0"/>
              <a:buChar char="o"/>
            </a:pPr>
            <a:r>
              <a:rPr lang="en-US" sz="2400" err="1">
                <a:ea typeface="Inter"/>
              </a:rPr>
              <a:t>Vaata</a:t>
            </a:r>
            <a:r>
              <a:rPr lang="en-US" sz="2400">
                <a:ea typeface="Inter"/>
              </a:rPr>
              <a:t> </a:t>
            </a:r>
            <a:r>
              <a:rPr lang="en-US" sz="2400" err="1">
                <a:ea typeface="Inter"/>
              </a:rPr>
              <a:t>üle</a:t>
            </a:r>
            <a:r>
              <a:rPr lang="en-US" sz="2400">
                <a:ea typeface="Inter"/>
              </a:rPr>
              <a:t> </a:t>
            </a:r>
            <a:r>
              <a:rPr lang="en-US" sz="2400" err="1">
                <a:ea typeface="Inter"/>
              </a:rPr>
              <a:t>tabelite</a:t>
            </a:r>
            <a:r>
              <a:rPr lang="en-US" sz="2400">
                <a:ea typeface="Inter"/>
              </a:rPr>
              <a:t> </a:t>
            </a:r>
            <a:r>
              <a:rPr lang="en-US" sz="2400" err="1">
                <a:ea typeface="Inter"/>
              </a:rPr>
              <a:t>vahelised</a:t>
            </a:r>
            <a:r>
              <a:rPr lang="en-US" sz="2400">
                <a:ea typeface="Inter"/>
              </a:rPr>
              <a:t> </a:t>
            </a:r>
            <a:r>
              <a:rPr lang="en-US" sz="2400" err="1">
                <a:ea typeface="Inter"/>
              </a:rPr>
              <a:t>suhted</a:t>
            </a:r>
            <a:r>
              <a:rPr lang="en-US" sz="2400">
                <a:ea typeface="Inter"/>
              </a:rPr>
              <a:t> – 1:* ja </a:t>
            </a:r>
            <a:r>
              <a:rPr lang="en-US" sz="2400" err="1">
                <a:ea typeface="Inter"/>
              </a:rPr>
              <a:t>filtreerimise</a:t>
            </a:r>
            <a:r>
              <a:rPr lang="en-US" sz="2400">
                <a:ea typeface="Inter"/>
              </a:rPr>
              <a:t> </a:t>
            </a:r>
            <a:r>
              <a:rPr lang="en-US" sz="2400" err="1">
                <a:ea typeface="Inter"/>
              </a:rPr>
              <a:t>suund</a:t>
            </a:r>
            <a:endParaRPr lang="en-US" sz="2400">
              <a:ea typeface="Inter"/>
            </a:endParaRPr>
          </a:p>
          <a:p>
            <a:pPr marL="1028700" lvl="1">
              <a:lnSpc>
                <a:spcPct val="150000"/>
              </a:lnSpc>
              <a:buFont typeface="Courier New,monospace" panose="020B0502030000000004" pitchFamily="34" charset="0"/>
              <a:buChar char="o"/>
            </a:pPr>
            <a:r>
              <a:rPr lang="en-US" sz="2400" err="1">
                <a:ea typeface="Inter"/>
              </a:rPr>
              <a:t>Salvesta</a:t>
            </a:r>
            <a:r>
              <a:rPr lang="en-US" sz="2400">
                <a:ea typeface="Inter"/>
              </a:rPr>
              <a:t> fail</a:t>
            </a:r>
            <a:endParaRPr lang="en-US"/>
          </a:p>
          <a:p>
            <a:pPr marL="285750" indent="0">
              <a:lnSpc>
                <a:spcPct val="150000"/>
              </a:lnSpc>
              <a:buClr>
                <a:srgbClr val="121212"/>
              </a:buClr>
              <a:buNone/>
            </a:pPr>
            <a:endParaRPr lang="en-US" sz="2400"/>
          </a:p>
          <a:p>
            <a:pPr marL="514350">
              <a:lnSpc>
                <a:spcPct val="150000"/>
              </a:lnSpc>
              <a:buFont typeface="Inter"/>
              <a:buChar char="‣"/>
            </a:pPr>
            <a:endParaRPr lang="en-US" sz="2800"/>
          </a:p>
          <a:p>
            <a:pPr marL="0" indent="0">
              <a:lnSpc>
                <a:spcPct val="150000"/>
              </a:lnSpc>
              <a:buNone/>
            </a:pPr>
            <a:endParaRPr lang="en-US" sz="2800"/>
          </a:p>
        </p:txBody>
      </p:sp>
    </p:spTree>
    <p:extLst>
      <p:ext uri="{BB962C8B-B14F-4D97-AF65-F5344CB8AC3E}">
        <p14:creationId xmlns:p14="http://schemas.microsoft.com/office/powerpoint/2010/main" val="208279475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65FC7F-08D9-46D5-E9BF-45412B90F0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15BDFE-5AA9-E0D3-559B-2F2EC089251B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0" indent="0">
              <a:lnSpc>
                <a:spcPct val="150000"/>
              </a:lnSpc>
              <a:buNone/>
            </a:pPr>
            <a:endParaRPr lang="en-US" sz="2800">
              <a:ea typeface="Inter"/>
            </a:endParaRPr>
          </a:p>
          <a:p>
            <a:pPr marL="457200" lvl="1" indent="0">
              <a:lnSpc>
                <a:spcPct val="150000"/>
              </a:lnSpc>
              <a:buNone/>
            </a:pPr>
            <a:endParaRPr lang="en-US" sz="2000">
              <a:ea typeface="Inter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EF5CFBC1-F018-9CE5-B0B8-A7EBC865848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61336" y="2675333"/>
            <a:ext cx="6575007" cy="357043"/>
          </a:xfrm>
        </p:spPr>
        <p:txBody>
          <a:bodyPr/>
          <a:lstStyle/>
          <a:p>
            <a:r>
              <a:rPr lang="en-US" err="1"/>
              <a:t>Lõunapaus</a:t>
            </a:r>
            <a:r>
              <a:rPr lang="en-US"/>
              <a:t> 12:15-13:15</a:t>
            </a:r>
          </a:p>
        </p:txBody>
      </p:sp>
    </p:spTree>
    <p:extLst>
      <p:ext uri="{BB962C8B-B14F-4D97-AF65-F5344CB8AC3E}">
        <p14:creationId xmlns:p14="http://schemas.microsoft.com/office/powerpoint/2010/main" val="290869822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ADA9BC-5801-8EE2-568A-52248F0F43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F4D336-45A6-3C0C-4954-ADF97406CAC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2800" b="1"/>
              <a:t>Power BI Desktop – DAX - </a:t>
            </a:r>
            <a:r>
              <a:rPr lang="en-US" sz="2800" b="1" err="1"/>
              <a:t>arvutatud</a:t>
            </a:r>
            <a:r>
              <a:rPr lang="en-US" sz="2800" b="1"/>
              <a:t> </a:t>
            </a:r>
            <a:r>
              <a:rPr lang="en-US" sz="2800" b="1" err="1"/>
              <a:t>tulp</a:t>
            </a:r>
            <a:r>
              <a:rPr lang="en-US" sz="2800" b="1"/>
              <a:t> vs </a:t>
            </a:r>
            <a:r>
              <a:rPr lang="en-US" sz="2800" b="1" err="1"/>
              <a:t>mõõdik</a:t>
            </a:r>
            <a:endParaRPr lang="en-US" sz="2800" err="1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65145E-1D71-203D-1120-32007841897C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514350" indent="-514350">
              <a:lnSpc>
                <a:spcPct val="150000"/>
              </a:lnSpc>
            </a:pPr>
            <a:r>
              <a:rPr lang="en-US" sz="2000">
                <a:ea typeface="Inter"/>
              </a:rPr>
              <a:t>DAX – Data Analysis Expressions</a:t>
            </a:r>
          </a:p>
          <a:p>
            <a:pPr marL="1028700" lvl="1" indent="-514350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000" err="1">
                <a:ea typeface="Inter"/>
              </a:rPr>
              <a:t>Tulpade</a:t>
            </a:r>
            <a:r>
              <a:rPr lang="en-US" sz="2000">
                <a:ea typeface="Inter"/>
              </a:rPr>
              <a:t> ja </a:t>
            </a:r>
            <a:r>
              <a:rPr lang="en-US" sz="2000" err="1">
                <a:ea typeface="Inter"/>
              </a:rPr>
              <a:t>mõõdikute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loomiseks</a:t>
            </a:r>
            <a:endParaRPr lang="en-US" sz="2000">
              <a:ea typeface="Inter"/>
            </a:endParaRPr>
          </a:p>
          <a:p>
            <a:pPr marL="1028700" lvl="1" indent="-514350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000" err="1">
                <a:ea typeface="Inter"/>
              </a:rPr>
              <a:t>Valemid</a:t>
            </a:r>
            <a:r>
              <a:rPr lang="en-US" sz="2000">
                <a:ea typeface="Inter"/>
              </a:rPr>
              <a:t>: </a:t>
            </a:r>
            <a:r>
              <a:rPr lang="en-US" sz="2000">
                <a:ea typeface="+mn-lt"/>
                <a:cs typeface="+mn-lt"/>
                <a:hlinkClick r:id="rId2"/>
              </a:rPr>
              <a:t>Data Analysis Expressions (DAX) Reference - DAX | Microsoft Learn</a:t>
            </a:r>
            <a:endParaRPr lang="en-US" sz="2000">
              <a:ea typeface="+mn-lt"/>
              <a:cs typeface="+mn-lt"/>
            </a:endParaRPr>
          </a:p>
          <a:p>
            <a:pPr marL="514350" indent="-514350">
              <a:lnSpc>
                <a:spcPct val="150000"/>
              </a:lnSpc>
            </a:pPr>
            <a:r>
              <a:rPr lang="en-US" sz="2000" err="1">
                <a:ea typeface="Inter"/>
              </a:rPr>
              <a:t>Arvutatud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tulp</a:t>
            </a:r>
            <a:endParaRPr lang="en-US" sz="2000"/>
          </a:p>
          <a:p>
            <a:pPr marL="1028700" lvl="1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000" err="1">
                <a:ea typeface="Inter"/>
              </a:rPr>
              <a:t>Arvutatakse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andmestiku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tasemel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igale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reale</a:t>
            </a:r>
            <a:r>
              <a:rPr lang="en-US" sz="2000">
                <a:ea typeface="Inter"/>
              </a:rPr>
              <a:t>.</a:t>
            </a:r>
            <a:endParaRPr lang="en-US" sz="2000"/>
          </a:p>
          <a:p>
            <a:pPr marL="514350" indent="-514350">
              <a:lnSpc>
                <a:spcPct val="150000"/>
              </a:lnSpc>
              <a:buClr>
                <a:srgbClr val="121212"/>
              </a:buClr>
            </a:pPr>
            <a:r>
              <a:rPr lang="en-US" sz="2000" err="1">
                <a:ea typeface="Inter"/>
              </a:rPr>
              <a:t>Mõõdik</a:t>
            </a:r>
            <a:endParaRPr lang="en-US" sz="2000"/>
          </a:p>
          <a:p>
            <a:pPr marL="1028700" lvl="1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000" err="1">
                <a:ea typeface="Inter"/>
              </a:rPr>
              <a:t>Arvutatakse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visuaali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tasandil</a:t>
            </a:r>
            <a:r>
              <a:rPr lang="en-US" sz="2000">
                <a:ea typeface="Inter"/>
              </a:rPr>
              <a:t>, </a:t>
            </a:r>
            <a:r>
              <a:rPr lang="en-US" sz="2000" err="1">
                <a:ea typeface="Inter"/>
              </a:rPr>
              <a:t>väärtus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sõltub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visuaalile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rakenduvatest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filtritest</a:t>
            </a:r>
            <a:r>
              <a:rPr lang="en-US" sz="2000">
                <a:ea typeface="Inter"/>
              </a:rPr>
              <a:t>. Ei </a:t>
            </a:r>
            <a:r>
              <a:rPr lang="en-US" sz="2000" err="1">
                <a:ea typeface="Inter"/>
              </a:rPr>
              <a:t>suurenda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andmestikku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mahtu</a:t>
            </a:r>
            <a:r>
              <a:rPr lang="en-US" sz="2000">
                <a:ea typeface="Inter"/>
              </a:rPr>
              <a:t>, aga </a:t>
            </a:r>
            <a:r>
              <a:rPr lang="en-US" sz="2000" err="1">
                <a:ea typeface="Inter"/>
              </a:rPr>
              <a:t>võib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muuta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visuaalide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laadimise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aeglasemaks</a:t>
            </a:r>
            <a:r>
              <a:rPr lang="en-US" sz="2000">
                <a:ea typeface="Inter"/>
              </a:rPr>
              <a:t>.</a:t>
            </a:r>
            <a:endParaRPr lang="en-US" sz="2000"/>
          </a:p>
          <a:p>
            <a:pPr marL="514350">
              <a:lnSpc>
                <a:spcPct val="150000"/>
              </a:lnSpc>
              <a:buFont typeface="Inter"/>
              <a:buChar char="‣"/>
            </a:pPr>
            <a:endParaRPr lang="en-US" sz="2800"/>
          </a:p>
          <a:p>
            <a:pPr marL="0" indent="0">
              <a:lnSpc>
                <a:spcPct val="150000"/>
              </a:lnSpc>
              <a:buNone/>
            </a:pPr>
            <a:endParaRPr lang="en-US" sz="2800"/>
          </a:p>
        </p:txBody>
      </p:sp>
    </p:spTree>
    <p:extLst>
      <p:ext uri="{BB962C8B-B14F-4D97-AF65-F5344CB8AC3E}">
        <p14:creationId xmlns:p14="http://schemas.microsoft.com/office/powerpoint/2010/main" val="35551181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638655-FA4A-4203-7D7B-0A2E431D7D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DDC842-5A6E-DE6C-DD9D-832AFC8292D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3600" b="1" err="1"/>
              <a:t>Esimesed</a:t>
            </a:r>
            <a:r>
              <a:rPr lang="en-US" sz="3600" b="1"/>
              <a:t> </a:t>
            </a:r>
            <a:r>
              <a:rPr lang="en-US" sz="3600" b="1" err="1"/>
              <a:t>visuaalid</a:t>
            </a:r>
            <a:r>
              <a:rPr lang="en-US" sz="3600" b="1"/>
              <a:t> - </a:t>
            </a:r>
            <a:r>
              <a:rPr lang="en-US" sz="3600" b="1" err="1"/>
              <a:t>müügid</a:t>
            </a:r>
            <a:r>
              <a:rPr lang="en-US" sz="3600" b="1"/>
              <a:t> </a:t>
            </a:r>
            <a:r>
              <a:rPr lang="en-US" sz="3600" b="1" err="1"/>
              <a:t>ajas</a:t>
            </a:r>
            <a:endParaRPr lang="en-US" err="1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DA67C9-27C3-4131-4870-A4E8F7F6CFC2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514350" indent="-514350">
              <a:lnSpc>
                <a:spcPct val="150000"/>
              </a:lnSpc>
            </a:pPr>
            <a:r>
              <a:rPr lang="en-US" sz="2000">
                <a:ea typeface="Inter"/>
              </a:rPr>
              <a:t>Kui </a:t>
            </a:r>
            <a:r>
              <a:rPr lang="en-US" sz="2000" err="1">
                <a:ea typeface="Inter"/>
              </a:rPr>
              <a:t>palju</a:t>
            </a:r>
            <a:r>
              <a:rPr lang="en-US" sz="2000">
                <a:ea typeface="Inter"/>
              </a:rPr>
              <a:t> on </a:t>
            </a:r>
            <a:r>
              <a:rPr lang="en-US" sz="2000" err="1">
                <a:ea typeface="Inter"/>
              </a:rPr>
              <a:t>olnud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ettevõtte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müük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aastate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jooksul</a:t>
            </a:r>
            <a:r>
              <a:rPr lang="en-US" sz="2000">
                <a:ea typeface="Inter"/>
              </a:rPr>
              <a:t>? </a:t>
            </a:r>
            <a:endParaRPr lang="en-US" sz="2000"/>
          </a:p>
          <a:p>
            <a:pPr marL="0" indent="0">
              <a:lnSpc>
                <a:spcPct val="150000"/>
              </a:lnSpc>
              <a:buNone/>
            </a:pPr>
            <a:endParaRPr lang="en-US" sz="2000">
              <a:ea typeface="Inter"/>
            </a:endParaRPr>
          </a:p>
          <a:p>
            <a:pPr marL="514350" indent="-514350">
              <a:lnSpc>
                <a:spcPct val="150000"/>
              </a:lnSpc>
            </a:pPr>
            <a:r>
              <a:rPr lang="en-US" sz="2000">
                <a:ea typeface="Inter"/>
              </a:rPr>
              <a:t>Kas on </a:t>
            </a:r>
            <a:r>
              <a:rPr lang="en-US" sz="2000" err="1">
                <a:ea typeface="Inter"/>
              </a:rPr>
              <a:t>olemas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kõik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vajalikud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tulbad</a:t>
            </a:r>
            <a:r>
              <a:rPr lang="en-US" sz="2000">
                <a:ea typeface="Inter"/>
              </a:rPr>
              <a:t>?</a:t>
            </a:r>
          </a:p>
          <a:p>
            <a:pPr marL="1028700" lvl="1" indent="-514350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000" err="1">
                <a:ea typeface="Inter"/>
              </a:rPr>
              <a:t>Müügisumma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puudu</a:t>
            </a:r>
            <a:r>
              <a:rPr lang="en-US" sz="2000">
                <a:ea typeface="Inter"/>
              </a:rPr>
              <a:t>, </a:t>
            </a:r>
            <a:r>
              <a:rPr lang="en-US" sz="2000" err="1">
                <a:ea typeface="Inter"/>
              </a:rPr>
              <a:t>vaja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luua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arvutatud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tulp</a:t>
            </a:r>
            <a:r>
              <a:rPr lang="en-US" sz="2000">
                <a:ea typeface="Inter"/>
              </a:rPr>
              <a:t>: </a:t>
            </a:r>
            <a:endParaRPr lang="en-US" sz="2000"/>
          </a:p>
          <a:p>
            <a:pPr marL="1428750" lvl="2">
              <a:lnSpc>
                <a:spcPct val="150000"/>
              </a:lnSpc>
              <a:buFont typeface="Wingdings" panose="020B0502030000000004" pitchFamily="34" charset="0"/>
              <a:buChar char="§"/>
            </a:pPr>
            <a:r>
              <a:rPr lang="en-US" sz="2000">
                <a:ea typeface="+mn-lt"/>
                <a:cs typeface="+mn-lt"/>
              </a:rPr>
              <a:t>Sales Sum = </a:t>
            </a:r>
            <a:r>
              <a:rPr lang="en-US" sz="2000">
                <a:latin typeface="Inter"/>
                <a:ea typeface="Inter"/>
              </a:rPr>
              <a:t>Quantity * </a:t>
            </a:r>
            <a:r>
              <a:rPr lang="en-US" sz="2000" err="1">
                <a:latin typeface="Inter"/>
                <a:ea typeface="Inter"/>
              </a:rPr>
              <a:t>UnitPrice</a:t>
            </a:r>
            <a:r>
              <a:rPr lang="en-US" sz="2000">
                <a:latin typeface="Inter"/>
                <a:ea typeface="Inter"/>
              </a:rPr>
              <a:t> * (1 - Discount)</a:t>
            </a:r>
          </a:p>
          <a:p>
            <a:pPr marL="514350" indent="-514350">
              <a:lnSpc>
                <a:spcPct val="150000"/>
              </a:lnSpc>
              <a:buClr>
                <a:srgbClr val="121212"/>
              </a:buClr>
            </a:pPr>
            <a:r>
              <a:rPr lang="en-US" sz="2000">
                <a:ea typeface="Inter"/>
              </a:rPr>
              <a:t>2025. </a:t>
            </a:r>
            <a:r>
              <a:rPr lang="en-US" sz="2000" err="1">
                <a:ea typeface="Inter"/>
              </a:rPr>
              <a:t>aasta</a:t>
            </a:r>
            <a:r>
              <a:rPr lang="en-US" sz="2000">
                <a:ea typeface="Inter"/>
              </a:rPr>
              <a:t> on </a:t>
            </a:r>
            <a:r>
              <a:rPr lang="en-US" sz="2000" err="1">
                <a:ea typeface="Inter"/>
              </a:rPr>
              <a:t>poole</a:t>
            </a:r>
            <a:r>
              <a:rPr lang="en-US" sz="2000">
                <a:ea typeface="Inter"/>
              </a:rPr>
              <a:t> peal, </a:t>
            </a:r>
            <a:r>
              <a:rPr lang="en-US" sz="2000" err="1">
                <a:ea typeface="Inter"/>
              </a:rPr>
              <a:t>kuidas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varasemate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aastatega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võrrelda</a:t>
            </a:r>
            <a:r>
              <a:rPr lang="en-US" sz="2000">
                <a:ea typeface="Inter"/>
              </a:rPr>
              <a:t>?</a:t>
            </a:r>
          </a:p>
          <a:p>
            <a:pPr marL="742950" indent="-285750">
              <a:lnSpc>
                <a:spcPct val="150000"/>
              </a:lnSpc>
            </a:pPr>
            <a:r>
              <a:rPr lang="en-US" sz="2000">
                <a:ea typeface="Inter"/>
              </a:rPr>
              <a:t>YTD Sales </a:t>
            </a:r>
            <a:r>
              <a:rPr lang="en-US" sz="2000" err="1">
                <a:ea typeface="Inter"/>
              </a:rPr>
              <a:t>mõõdik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luua</a:t>
            </a:r>
            <a:endParaRPr lang="en-US" sz="2000" err="1"/>
          </a:p>
          <a:p>
            <a:pPr lvl="1">
              <a:lnSpc>
                <a:spcPct val="150000"/>
              </a:lnSpc>
            </a:pPr>
            <a:endParaRPr lang="en-US" sz="2000"/>
          </a:p>
          <a:p>
            <a:pPr lvl="1">
              <a:lnSpc>
                <a:spcPct val="150000"/>
              </a:lnSpc>
            </a:pPr>
            <a:endParaRPr lang="en-US" sz="2000"/>
          </a:p>
          <a:p>
            <a:pPr marL="514350">
              <a:lnSpc>
                <a:spcPct val="150000"/>
              </a:lnSpc>
              <a:buClr>
                <a:srgbClr val="121212"/>
              </a:buClr>
              <a:buFont typeface="Inter"/>
              <a:buChar char="‣"/>
            </a:pPr>
            <a:endParaRPr lang="en-US" sz="2800"/>
          </a:p>
          <a:p>
            <a:pPr marL="0" indent="0">
              <a:lnSpc>
                <a:spcPct val="150000"/>
              </a:lnSpc>
              <a:buNone/>
            </a:pPr>
            <a:endParaRPr lang="en-US" sz="2800"/>
          </a:p>
        </p:txBody>
      </p:sp>
    </p:spTree>
    <p:extLst>
      <p:ext uri="{BB962C8B-B14F-4D97-AF65-F5344CB8AC3E}">
        <p14:creationId xmlns:p14="http://schemas.microsoft.com/office/powerpoint/2010/main" val="26039742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3" grpId="1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DFF243-D0DC-9E0F-58AC-0ABA1E7FF7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A6AB3E-D069-D40D-CF7C-9154C2F75C1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3600" b="1"/>
              <a:t>YTD Sales </a:t>
            </a:r>
            <a:r>
              <a:rPr lang="en-US" sz="3600" b="1" err="1"/>
              <a:t>mõõdik</a:t>
            </a:r>
            <a:endParaRPr lang="en-US" err="1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D418F8-A06F-DCE7-A7F2-65299835B590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buNone/>
            </a:pP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YTD Sales = </a:t>
            </a:r>
            <a:endParaRPr lang="en-US" sz="1800" dirty="0"/>
          </a:p>
          <a:p>
            <a:pPr>
              <a:buNone/>
            </a:pPr>
            <a:r>
              <a:rPr lang="en-US" sz="1800" dirty="0">
                <a:solidFill>
                  <a:srgbClr val="0000FF"/>
                </a:solidFill>
                <a:latin typeface="Consolas"/>
                <a:ea typeface="Inter"/>
              </a:rPr>
              <a:t>VAR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 </a:t>
            </a:r>
            <a:r>
              <a:rPr lang="en-US" sz="1800" dirty="0" err="1">
                <a:solidFill>
                  <a:srgbClr val="008080"/>
                </a:solidFill>
                <a:latin typeface="Consolas"/>
                <a:ea typeface="Inter"/>
              </a:rPr>
              <a:t>LastSalesDate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 = </a:t>
            </a:r>
            <a:r>
              <a:rPr lang="en-US" sz="1800" dirty="0">
                <a:solidFill>
                  <a:srgbClr val="3165BB"/>
                </a:solidFill>
                <a:latin typeface="Consolas"/>
                <a:ea typeface="Inter"/>
              </a:rPr>
              <a:t>CALCULATE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(</a:t>
            </a:r>
            <a:r>
              <a:rPr lang="en-US" sz="1800" dirty="0">
                <a:solidFill>
                  <a:srgbClr val="3165BB"/>
                </a:solidFill>
                <a:latin typeface="Consolas"/>
                <a:ea typeface="Inter"/>
              </a:rPr>
              <a:t>MAX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(</a:t>
            </a:r>
            <a:r>
              <a:rPr lang="en-US" sz="1800" dirty="0" err="1">
                <a:solidFill>
                  <a:srgbClr val="001080"/>
                </a:solidFill>
                <a:latin typeface="Consolas"/>
                <a:ea typeface="Inter"/>
              </a:rPr>
              <a:t>SalesTable</a:t>
            </a:r>
            <a:r>
              <a:rPr lang="en-US" sz="1800" dirty="0">
                <a:solidFill>
                  <a:srgbClr val="001080"/>
                </a:solidFill>
                <a:latin typeface="Consolas"/>
                <a:ea typeface="Inter"/>
              </a:rPr>
              <a:t>[Date]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), </a:t>
            </a:r>
            <a:r>
              <a:rPr lang="en-US" sz="1800" dirty="0">
                <a:solidFill>
                  <a:srgbClr val="3165BB"/>
                </a:solidFill>
                <a:latin typeface="Consolas"/>
                <a:ea typeface="Inter"/>
              </a:rPr>
              <a:t>ALL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())</a:t>
            </a:r>
            <a:endParaRPr lang="en-US" sz="1800" dirty="0"/>
          </a:p>
          <a:p>
            <a:pPr>
              <a:buNone/>
            </a:pPr>
            <a:r>
              <a:rPr lang="en-US" sz="1800" dirty="0">
                <a:solidFill>
                  <a:srgbClr val="0000FF"/>
                </a:solidFill>
                <a:latin typeface="Consolas"/>
                <a:ea typeface="Inter"/>
              </a:rPr>
              <a:t>VAR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 </a:t>
            </a:r>
            <a:r>
              <a:rPr lang="en-US" sz="1800" dirty="0" err="1">
                <a:solidFill>
                  <a:srgbClr val="008080"/>
                </a:solidFill>
                <a:latin typeface="Consolas"/>
                <a:ea typeface="Inter"/>
              </a:rPr>
              <a:t>LastSalesMonth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 = </a:t>
            </a:r>
            <a:r>
              <a:rPr lang="en-US" sz="1800" dirty="0">
                <a:solidFill>
                  <a:srgbClr val="3165BB"/>
                </a:solidFill>
                <a:latin typeface="Consolas"/>
                <a:ea typeface="Inter"/>
              </a:rPr>
              <a:t>MONTH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(</a:t>
            </a:r>
            <a:r>
              <a:rPr lang="en-US" sz="1800" dirty="0" err="1">
                <a:solidFill>
                  <a:srgbClr val="008080"/>
                </a:solidFill>
                <a:latin typeface="Consolas"/>
                <a:ea typeface="Inter"/>
              </a:rPr>
              <a:t>LastSalesDate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)</a:t>
            </a:r>
            <a:endParaRPr lang="en-US" sz="1800" dirty="0"/>
          </a:p>
          <a:p>
            <a:pPr>
              <a:buNone/>
            </a:pPr>
            <a:r>
              <a:rPr lang="en-US" sz="1800" dirty="0">
                <a:solidFill>
                  <a:srgbClr val="0000FF"/>
                </a:solidFill>
                <a:latin typeface="Consolas"/>
                <a:ea typeface="Inter"/>
              </a:rPr>
              <a:t>VAR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 </a:t>
            </a:r>
            <a:r>
              <a:rPr lang="en-US" sz="1800" dirty="0" err="1">
                <a:solidFill>
                  <a:srgbClr val="008080"/>
                </a:solidFill>
                <a:latin typeface="Consolas"/>
                <a:ea typeface="Inter"/>
              </a:rPr>
              <a:t>LastSalesDay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 = </a:t>
            </a:r>
            <a:r>
              <a:rPr lang="en-US" sz="1800" dirty="0">
                <a:solidFill>
                  <a:srgbClr val="3165BB"/>
                </a:solidFill>
                <a:latin typeface="Consolas"/>
                <a:ea typeface="Inter"/>
              </a:rPr>
              <a:t>DAY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(</a:t>
            </a:r>
            <a:r>
              <a:rPr lang="en-US" sz="1800" dirty="0" err="1">
                <a:solidFill>
                  <a:srgbClr val="008080"/>
                </a:solidFill>
                <a:latin typeface="Consolas"/>
                <a:ea typeface="Inter"/>
              </a:rPr>
              <a:t>LastSalesDate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)</a:t>
            </a:r>
            <a:endParaRPr lang="en-US" sz="1800" dirty="0"/>
          </a:p>
          <a:p>
            <a:pPr>
              <a:buNone/>
            </a:pPr>
            <a:br>
              <a:rPr lang="en-US" dirty="0"/>
            </a:br>
            <a:endParaRPr lang="en-US" sz="1800" dirty="0"/>
          </a:p>
          <a:p>
            <a:pPr>
              <a:buNone/>
            </a:pPr>
            <a:r>
              <a:rPr lang="en-US" sz="1800" dirty="0">
                <a:solidFill>
                  <a:srgbClr val="0000FF"/>
                </a:solidFill>
                <a:latin typeface="Consolas"/>
                <a:ea typeface="Inter"/>
              </a:rPr>
              <a:t>RETURN</a:t>
            </a:r>
            <a:endParaRPr lang="en-US" sz="1800" dirty="0"/>
          </a:p>
          <a:p>
            <a:pPr>
              <a:buNone/>
            </a:pPr>
            <a:r>
              <a:rPr lang="en-US" sz="1800" dirty="0">
                <a:solidFill>
                  <a:srgbClr val="3165BB"/>
                </a:solidFill>
                <a:latin typeface="Consolas"/>
                <a:ea typeface="Inter"/>
              </a:rPr>
              <a:t>CALCULATE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 (</a:t>
            </a:r>
            <a:endParaRPr lang="en-US" sz="1800" dirty="0"/>
          </a:p>
          <a:p>
            <a:pPr>
              <a:buNone/>
            </a:pPr>
            <a:r>
              <a:rPr lang="en-US" sz="1800" dirty="0">
                <a:solidFill>
                  <a:srgbClr val="000000"/>
                </a:solidFill>
                <a:latin typeface="Consolas"/>
                <a:ea typeface="+mn-lt"/>
                <a:cs typeface="+mn-lt"/>
              </a:rPr>
              <a:t>    </a:t>
            </a:r>
            <a:r>
              <a:rPr lang="en-US" sz="1800" dirty="0">
                <a:solidFill>
                  <a:srgbClr val="3165BB"/>
                </a:solidFill>
                <a:latin typeface="Consolas"/>
                <a:ea typeface="+mn-lt"/>
                <a:cs typeface="+mn-lt"/>
              </a:rPr>
              <a:t>SUM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+mn-lt"/>
                <a:cs typeface="+mn-lt"/>
              </a:rPr>
              <a:t> ( </a:t>
            </a:r>
            <a:r>
              <a:rPr lang="en-US" sz="1800" dirty="0" err="1">
                <a:solidFill>
                  <a:srgbClr val="001080"/>
                </a:solidFill>
                <a:latin typeface="Consolas"/>
                <a:ea typeface="+mn-lt"/>
                <a:cs typeface="+mn-lt"/>
              </a:rPr>
              <a:t>SalesTable</a:t>
            </a:r>
            <a:r>
              <a:rPr lang="en-US" sz="1800" dirty="0">
                <a:solidFill>
                  <a:srgbClr val="001080"/>
                </a:solidFill>
                <a:latin typeface="Consolas"/>
                <a:ea typeface="+mn-lt"/>
                <a:cs typeface="+mn-lt"/>
              </a:rPr>
              <a:t>[Sales Sum]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+mn-lt"/>
                <a:cs typeface="+mn-lt"/>
              </a:rPr>
              <a:t> ),</a:t>
            </a:r>
            <a:endParaRPr lang="en-US" sz="1800" dirty="0"/>
          </a:p>
          <a:p>
            <a:pPr>
              <a:buNone/>
            </a:pPr>
            <a:r>
              <a:rPr lang="en-US" sz="1800" dirty="0">
                <a:solidFill>
                  <a:srgbClr val="000000"/>
                </a:solidFill>
                <a:latin typeface="Consolas"/>
                <a:ea typeface="+mn-lt"/>
                <a:cs typeface="+mn-lt"/>
              </a:rPr>
              <a:t>    </a:t>
            </a:r>
            <a:r>
              <a:rPr lang="en-US" sz="1800" dirty="0">
                <a:solidFill>
                  <a:srgbClr val="3165BB"/>
                </a:solidFill>
                <a:latin typeface="Consolas"/>
                <a:ea typeface="+mn-lt"/>
                <a:cs typeface="+mn-lt"/>
              </a:rPr>
              <a:t>FILTER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+mn-lt"/>
                <a:cs typeface="+mn-lt"/>
              </a:rPr>
              <a:t> (</a:t>
            </a:r>
            <a:endParaRPr lang="en-US" sz="1800" dirty="0"/>
          </a:p>
          <a:p>
            <a:pPr>
              <a:buNone/>
            </a:pPr>
            <a:r>
              <a:rPr lang="en-US" sz="1800" dirty="0">
                <a:solidFill>
                  <a:srgbClr val="000000"/>
                </a:solidFill>
                <a:latin typeface="Consolas"/>
                <a:ea typeface="+mn-lt"/>
                <a:cs typeface="+mn-lt"/>
              </a:rPr>
              <a:t>        </a:t>
            </a:r>
            <a:r>
              <a:rPr lang="en-US" sz="1800" dirty="0">
                <a:solidFill>
                  <a:srgbClr val="001080"/>
                </a:solidFill>
                <a:latin typeface="Consolas"/>
                <a:ea typeface="+mn-lt"/>
                <a:cs typeface="+mn-lt"/>
              </a:rPr>
              <a:t>'</a:t>
            </a:r>
            <a:r>
              <a:rPr lang="en-US" sz="1800" dirty="0" err="1">
                <a:solidFill>
                  <a:srgbClr val="001080"/>
                </a:solidFill>
                <a:latin typeface="Consolas"/>
                <a:ea typeface="+mn-lt"/>
                <a:cs typeface="+mn-lt"/>
              </a:rPr>
              <a:t>SalesTable</a:t>
            </a:r>
            <a:r>
              <a:rPr lang="en-US" sz="1800" dirty="0">
                <a:solidFill>
                  <a:srgbClr val="001080"/>
                </a:solidFill>
                <a:latin typeface="Consolas"/>
                <a:ea typeface="+mn-lt"/>
                <a:cs typeface="+mn-lt"/>
              </a:rPr>
              <a:t>'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+mn-lt"/>
                <a:cs typeface="+mn-lt"/>
              </a:rPr>
              <a:t>,</a:t>
            </a:r>
            <a:endParaRPr lang="en-US" sz="1800" dirty="0"/>
          </a:p>
          <a:p>
            <a:pPr>
              <a:buNone/>
            </a:pPr>
            <a:r>
              <a:rPr lang="en-US" sz="1800" dirty="0">
                <a:solidFill>
                  <a:srgbClr val="000000"/>
                </a:solidFill>
                <a:latin typeface="Consolas"/>
                <a:ea typeface="+mn-lt"/>
                <a:cs typeface="+mn-lt"/>
              </a:rPr>
              <a:t>        </a:t>
            </a:r>
            <a:r>
              <a:rPr lang="en-US" sz="1800" dirty="0">
                <a:solidFill>
                  <a:srgbClr val="3165BB"/>
                </a:solidFill>
                <a:latin typeface="Consolas"/>
                <a:ea typeface="Inter"/>
              </a:rPr>
              <a:t>MONTH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 ( </a:t>
            </a:r>
            <a:r>
              <a:rPr lang="en-US" sz="1800" dirty="0">
                <a:solidFill>
                  <a:srgbClr val="001080"/>
                </a:solidFill>
                <a:latin typeface="Consolas"/>
                <a:ea typeface="Inter"/>
              </a:rPr>
              <a:t>'</a:t>
            </a:r>
            <a:r>
              <a:rPr lang="en-US" sz="1800" dirty="0" err="1">
                <a:solidFill>
                  <a:srgbClr val="001080"/>
                </a:solidFill>
                <a:latin typeface="Consolas"/>
                <a:ea typeface="Inter"/>
              </a:rPr>
              <a:t>SalesTable</a:t>
            </a:r>
            <a:r>
              <a:rPr lang="en-US" sz="1800" dirty="0">
                <a:solidFill>
                  <a:srgbClr val="001080"/>
                </a:solidFill>
                <a:latin typeface="Consolas"/>
                <a:ea typeface="Inter"/>
              </a:rPr>
              <a:t>'[Date]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 ) &lt; </a:t>
            </a:r>
            <a:r>
              <a:rPr lang="en-US" sz="1800" dirty="0" err="1">
                <a:solidFill>
                  <a:srgbClr val="008080"/>
                </a:solidFill>
                <a:latin typeface="Consolas"/>
                <a:ea typeface="Inter"/>
              </a:rPr>
              <a:t>LastSalesMonth</a:t>
            </a:r>
            <a:endParaRPr lang="en-US" sz="1800" dirty="0"/>
          </a:p>
          <a:p>
            <a:pPr>
              <a:buNone/>
            </a:pP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            || ( </a:t>
            </a:r>
            <a:r>
              <a:rPr lang="en-US" sz="1800" dirty="0">
                <a:solidFill>
                  <a:srgbClr val="3165BB"/>
                </a:solidFill>
                <a:latin typeface="Consolas"/>
                <a:ea typeface="Inter"/>
              </a:rPr>
              <a:t>MONTH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 ( </a:t>
            </a:r>
            <a:r>
              <a:rPr lang="en-US" sz="1800" dirty="0">
                <a:solidFill>
                  <a:srgbClr val="001080"/>
                </a:solidFill>
                <a:latin typeface="Consolas"/>
                <a:ea typeface="Inter"/>
              </a:rPr>
              <a:t>'</a:t>
            </a:r>
            <a:r>
              <a:rPr lang="en-US" sz="1800" dirty="0" err="1">
                <a:solidFill>
                  <a:srgbClr val="001080"/>
                </a:solidFill>
                <a:latin typeface="Consolas"/>
                <a:ea typeface="Inter"/>
              </a:rPr>
              <a:t>SalesTable</a:t>
            </a:r>
            <a:r>
              <a:rPr lang="en-US" sz="1800" dirty="0">
                <a:solidFill>
                  <a:srgbClr val="001080"/>
                </a:solidFill>
                <a:latin typeface="Consolas"/>
                <a:ea typeface="Inter"/>
              </a:rPr>
              <a:t>'[Date]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 )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+mn-lt"/>
                <a:cs typeface="+mn-lt"/>
              </a:rPr>
              <a:t> = </a:t>
            </a:r>
            <a:r>
              <a:rPr lang="en-US" sz="1800" dirty="0" err="1">
                <a:solidFill>
                  <a:srgbClr val="008080"/>
                </a:solidFill>
                <a:latin typeface="Consolas"/>
                <a:ea typeface="Inter"/>
              </a:rPr>
              <a:t>LastSalesMonth</a:t>
            </a:r>
            <a:endParaRPr lang="en-US" sz="1800" dirty="0"/>
          </a:p>
          <a:p>
            <a:pPr>
              <a:buNone/>
            </a:pP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            &amp;&amp; </a:t>
            </a:r>
            <a:r>
              <a:rPr lang="en-US" sz="1800" dirty="0">
                <a:solidFill>
                  <a:srgbClr val="3165BB"/>
                </a:solidFill>
                <a:latin typeface="Consolas"/>
                <a:ea typeface="Inter"/>
              </a:rPr>
              <a:t>DAY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 ( </a:t>
            </a:r>
            <a:r>
              <a:rPr lang="en-US" sz="1800" dirty="0">
                <a:solidFill>
                  <a:srgbClr val="001080"/>
                </a:solidFill>
                <a:latin typeface="Consolas"/>
                <a:ea typeface="Inter"/>
              </a:rPr>
              <a:t>'</a:t>
            </a:r>
            <a:r>
              <a:rPr lang="en-US" sz="1800" dirty="0" err="1">
                <a:solidFill>
                  <a:srgbClr val="001080"/>
                </a:solidFill>
                <a:latin typeface="Consolas"/>
                <a:ea typeface="Inter"/>
              </a:rPr>
              <a:t>SalesTable</a:t>
            </a:r>
            <a:r>
              <a:rPr lang="en-US" sz="1800" dirty="0">
                <a:solidFill>
                  <a:srgbClr val="001080"/>
                </a:solidFill>
                <a:latin typeface="Consolas"/>
                <a:ea typeface="Inter"/>
              </a:rPr>
              <a:t>'[Date]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 ) &lt;= </a:t>
            </a:r>
            <a:r>
              <a:rPr lang="en-US" sz="1800" dirty="0" err="1">
                <a:solidFill>
                  <a:srgbClr val="008080"/>
                </a:solidFill>
                <a:latin typeface="Consolas"/>
                <a:ea typeface="Inter"/>
              </a:rPr>
              <a:t>LastSalesDay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 )</a:t>
            </a:r>
            <a:endParaRPr lang="en-US" sz="1800" dirty="0"/>
          </a:p>
          <a:p>
            <a:pPr>
              <a:buNone/>
            </a:pP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    )</a:t>
            </a:r>
            <a:endParaRPr lang="en-US" sz="1800" dirty="0"/>
          </a:p>
          <a:p>
            <a:pPr>
              <a:buNone/>
            </a:pP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)</a:t>
            </a:r>
            <a:endParaRPr lang="en-US" sz="1800" dirty="0"/>
          </a:p>
          <a:p>
            <a:pPr>
              <a:buNone/>
            </a:pPr>
            <a:br>
              <a:rPr lang="en-US" dirty="0"/>
            </a:br>
            <a:endParaRPr lang="en-US" dirty="0"/>
          </a:p>
          <a:p>
            <a:pPr marL="0" indent="0">
              <a:buNone/>
            </a:pPr>
            <a:endParaRPr lang="en-US" sz="1800" dirty="0">
              <a:solidFill>
                <a:srgbClr val="000000"/>
              </a:solidFill>
              <a:latin typeface="Consolas"/>
              <a:ea typeface="Inter"/>
            </a:endParaRPr>
          </a:p>
          <a:p>
            <a:pPr marL="0" indent="0">
              <a:buClr>
                <a:srgbClr val="121212"/>
              </a:buClr>
              <a:buNone/>
            </a:pPr>
            <a:br>
              <a:rPr lang="en-US" dirty="0"/>
            </a:br>
            <a:br>
              <a:rPr lang="en-US" dirty="0"/>
            </a:br>
            <a:endParaRPr lang="en-US" dirty="0"/>
          </a:p>
          <a:p>
            <a:pPr marL="514350" indent="-514350">
              <a:lnSpc>
                <a:spcPct val="150000"/>
              </a:lnSpc>
            </a:pPr>
            <a:endParaRPr lang="en-US" sz="2000" dirty="0"/>
          </a:p>
          <a:p>
            <a:pPr lvl="1">
              <a:lnSpc>
                <a:spcPct val="150000"/>
              </a:lnSpc>
            </a:pPr>
            <a:endParaRPr lang="en-US" sz="2000" dirty="0"/>
          </a:p>
          <a:p>
            <a:pPr lvl="1">
              <a:lnSpc>
                <a:spcPct val="150000"/>
              </a:lnSpc>
            </a:pPr>
            <a:endParaRPr lang="en-US" sz="2000" dirty="0"/>
          </a:p>
          <a:p>
            <a:pPr marL="514350">
              <a:lnSpc>
                <a:spcPct val="150000"/>
              </a:lnSpc>
              <a:buClr>
                <a:srgbClr val="121212"/>
              </a:buClr>
              <a:buFont typeface="Inter"/>
              <a:buChar char="‣"/>
            </a:pPr>
            <a:endParaRPr lang="en-US" sz="2800" dirty="0"/>
          </a:p>
          <a:p>
            <a:pPr marL="0" indent="0">
              <a:lnSpc>
                <a:spcPct val="150000"/>
              </a:lnSpc>
              <a:buNone/>
            </a:pP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266458861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29675A-0AE0-49D2-515E-3BB4B52229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2A73E7-7483-1A9B-6D1E-24DCB9F7DAE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3600" b="1"/>
              <a:t>Loome </a:t>
            </a:r>
            <a:r>
              <a:rPr lang="en-US" sz="3600" b="1" err="1"/>
              <a:t>graafikud</a:t>
            </a:r>
            <a:endParaRPr lang="en-US" err="1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EF2CC0-274A-E4CE-2441-595DED01F29B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sz="2400" err="1">
                <a:solidFill>
                  <a:srgbClr val="000000"/>
                </a:solidFill>
                <a:latin typeface="Inter"/>
                <a:ea typeface="Inter"/>
              </a:rPr>
              <a:t>Üldine</a:t>
            </a:r>
            <a:r>
              <a:rPr lang="en-US" sz="2400">
                <a:solidFill>
                  <a:srgbClr val="000000"/>
                </a:solidFill>
                <a:latin typeface="Inter"/>
                <a:ea typeface="Inter"/>
              </a:rPr>
              <a:t> </a:t>
            </a:r>
            <a:r>
              <a:rPr lang="en-US" sz="2400" err="1">
                <a:solidFill>
                  <a:srgbClr val="000000"/>
                </a:solidFill>
                <a:latin typeface="Inter"/>
                <a:ea typeface="Inter"/>
              </a:rPr>
              <a:t>võrdlus</a:t>
            </a:r>
            <a:r>
              <a:rPr lang="en-US" sz="2400">
                <a:solidFill>
                  <a:srgbClr val="000000"/>
                </a:solidFill>
                <a:latin typeface="Inter"/>
                <a:ea typeface="Inter"/>
              </a:rPr>
              <a:t> </a:t>
            </a:r>
            <a:r>
              <a:rPr lang="en-US" sz="2400" err="1">
                <a:solidFill>
                  <a:srgbClr val="000000"/>
                </a:solidFill>
                <a:latin typeface="Inter"/>
                <a:ea typeface="Inter"/>
              </a:rPr>
              <a:t>aja</a:t>
            </a:r>
            <a:r>
              <a:rPr lang="en-US" sz="2400">
                <a:solidFill>
                  <a:srgbClr val="000000"/>
                </a:solidFill>
                <a:latin typeface="Inter"/>
                <a:ea typeface="Inter"/>
              </a:rPr>
              <a:t> </a:t>
            </a:r>
            <a:r>
              <a:rPr lang="en-US" sz="2400" err="1">
                <a:solidFill>
                  <a:srgbClr val="000000"/>
                </a:solidFill>
                <a:latin typeface="Inter"/>
                <a:ea typeface="Inter"/>
              </a:rPr>
              <a:t>lõikes</a:t>
            </a:r>
            <a:endParaRPr lang="en-US" sz="2400" err="1">
              <a:solidFill>
                <a:srgbClr val="000000"/>
              </a:solidFill>
              <a:latin typeface="Inter" panose="02000503000000020004" pitchFamily="2" charset="0"/>
            </a:endParaRPr>
          </a:p>
          <a:p>
            <a:pPr>
              <a:lnSpc>
                <a:spcPct val="150000"/>
              </a:lnSpc>
            </a:pPr>
            <a:r>
              <a:rPr lang="en-US" sz="2400" err="1">
                <a:solidFill>
                  <a:srgbClr val="000000"/>
                </a:solidFill>
                <a:latin typeface="Inter"/>
                <a:ea typeface="Inter"/>
              </a:rPr>
              <a:t>Võrdlus</a:t>
            </a:r>
            <a:r>
              <a:rPr lang="en-US" sz="2400">
                <a:solidFill>
                  <a:srgbClr val="000000"/>
                </a:solidFill>
                <a:latin typeface="Inter"/>
                <a:ea typeface="Inter"/>
              </a:rPr>
              <a:t> </a:t>
            </a:r>
            <a:r>
              <a:rPr lang="en-US" sz="2400" err="1">
                <a:solidFill>
                  <a:srgbClr val="000000"/>
                </a:solidFill>
                <a:latin typeface="Inter"/>
                <a:ea typeface="Inter"/>
              </a:rPr>
              <a:t>müügiesindajate</a:t>
            </a:r>
            <a:r>
              <a:rPr lang="en-US" sz="2400">
                <a:solidFill>
                  <a:srgbClr val="000000"/>
                </a:solidFill>
                <a:latin typeface="Inter"/>
                <a:ea typeface="Inter"/>
              </a:rPr>
              <a:t> </a:t>
            </a:r>
            <a:r>
              <a:rPr lang="en-US" sz="2400" err="1">
                <a:solidFill>
                  <a:srgbClr val="000000"/>
                </a:solidFill>
                <a:latin typeface="Inter"/>
                <a:ea typeface="Inter"/>
              </a:rPr>
              <a:t>kaupa</a:t>
            </a:r>
            <a:endParaRPr lang="en-US" sz="2400">
              <a:solidFill>
                <a:srgbClr val="000000"/>
              </a:solidFill>
              <a:latin typeface="Inter" panose="02000503000000020004" pitchFamily="2" charset="0"/>
            </a:endParaRPr>
          </a:p>
          <a:p>
            <a:pPr>
              <a:lnSpc>
                <a:spcPct val="150000"/>
              </a:lnSpc>
            </a:pPr>
            <a:r>
              <a:rPr lang="en-US" sz="2400" err="1">
                <a:solidFill>
                  <a:srgbClr val="000000"/>
                </a:solidFill>
                <a:latin typeface="Inter"/>
                <a:ea typeface="Inter"/>
              </a:rPr>
              <a:t>Võrdlus</a:t>
            </a:r>
            <a:r>
              <a:rPr lang="en-US" sz="2400">
                <a:solidFill>
                  <a:srgbClr val="000000"/>
                </a:solidFill>
                <a:latin typeface="Inter"/>
                <a:ea typeface="Inter"/>
              </a:rPr>
              <a:t> </a:t>
            </a:r>
            <a:r>
              <a:rPr lang="en-US" sz="2400" err="1">
                <a:solidFill>
                  <a:srgbClr val="000000"/>
                </a:solidFill>
                <a:latin typeface="Inter"/>
                <a:ea typeface="Inter"/>
              </a:rPr>
              <a:t>toodete</a:t>
            </a:r>
            <a:r>
              <a:rPr lang="en-US" sz="2400">
                <a:solidFill>
                  <a:srgbClr val="000000"/>
                </a:solidFill>
                <a:latin typeface="Inter"/>
                <a:ea typeface="Inter"/>
              </a:rPr>
              <a:t> </a:t>
            </a:r>
            <a:r>
              <a:rPr lang="en-US" sz="2400" err="1">
                <a:solidFill>
                  <a:srgbClr val="000000"/>
                </a:solidFill>
                <a:latin typeface="Inter"/>
                <a:ea typeface="Inter"/>
              </a:rPr>
              <a:t>kaupa</a:t>
            </a:r>
            <a:endParaRPr lang="en-US" sz="2400">
              <a:solidFill>
                <a:srgbClr val="000000"/>
              </a:solidFill>
              <a:latin typeface="Inter" panose="02000503000000020004" pitchFamily="2" charset="0"/>
            </a:endParaRPr>
          </a:p>
          <a:p>
            <a:pPr>
              <a:lnSpc>
                <a:spcPct val="150000"/>
              </a:lnSpc>
            </a:pPr>
            <a:r>
              <a:rPr lang="en-US" sz="2400" err="1">
                <a:solidFill>
                  <a:srgbClr val="000000"/>
                </a:solidFill>
                <a:latin typeface="Inter"/>
                <a:ea typeface="Inter"/>
              </a:rPr>
              <a:t>Võrdlus</a:t>
            </a:r>
            <a:r>
              <a:rPr lang="en-US" sz="2400">
                <a:solidFill>
                  <a:srgbClr val="000000"/>
                </a:solidFill>
                <a:latin typeface="Inter"/>
                <a:ea typeface="Inter"/>
              </a:rPr>
              <a:t> </a:t>
            </a:r>
            <a:r>
              <a:rPr lang="en-US" sz="2400" err="1">
                <a:solidFill>
                  <a:srgbClr val="000000"/>
                </a:solidFill>
                <a:latin typeface="Inter"/>
                <a:ea typeface="Inter"/>
              </a:rPr>
              <a:t>klientide</a:t>
            </a:r>
            <a:r>
              <a:rPr lang="en-US" sz="2400">
                <a:solidFill>
                  <a:srgbClr val="000000"/>
                </a:solidFill>
                <a:latin typeface="Inter"/>
                <a:ea typeface="Inter"/>
              </a:rPr>
              <a:t> </a:t>
            </a:r>
            <a:r>
              <a:rPr lang="en-US" sz="2400" err="1">
                <a:solidFill>
                  <a:srgbClr val="000000"/>
                </a:solidFill>
                <a:latin typeface="Inter"/>
                <a:ea typeface="Inter"/>
              </a:rPr>
              <a:t>kaupa</a:t>
            </a:r>
            <a:endParaRPr lang="en-US" sz="2400" err="1">
              <a:solidFill>
                <a:srgbClr val="000000"/>
              </a:solidFill>
              <a:latin typeface="Inter" panose="02000503000000020004" pitchFamily="2" charset="0"/>
            </a:endParaRPr>
          </a:p>
          <a:p>
            <a:pPr>
              <a:lnSpc>
                <a:spcPct val="150000"/>
              </a:lnSpc>
            </a:pPr>
            <a:r>
              <a:rPr lang="en-US" sz="2400" err="1">
                <a:solidFill>
                  <a:srgbClr val="000000"/>
                </a:solidFill>
                <a:ea typeface="Inter"/>
              </a:rPr>
              <a:t>Lisame</a:t>
            </a:r>
            <a:r>
              <a:rPr lang="en-US" sz="240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err="1">
                <a:solidFill>
                  <a:srgbClr val="000000"/>
                </a:solidFill>
                <a:ea typeface="Inter"/>
              </a:rPr>
              <a:t>filtrid</a:t>
            </a:r>
            <a:r>
              <a:rPr lang="en-US" sz="2400">
                <a:solidFill>
                  <a:srgbClr val="000000"/>
                </a:solidFill>
                <a:ea typeface="Inter"/>
              </a:rPr>
              <a:t> ja </a:t>
            </a:r>
            <a:r>
              <a:rPr lang="en-US" sz="2400" err="1">
                <a:solidFill>
                  <a:srgbClr val="000000"/>
                </a:solidFill>
                <a:ea typeface="Inter"/>
              </a:rPr>
              <a:t>vormistame</a:t>
            </a:r>
            <a:r>
              <a:rPr lang="en-US" sz="240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err="1">
                <a:solidFill>
                  <a:srgbClr val="000000"/>
                </a:solidFill>
                <a:ea typeface="Inter"/>
              </a:rPr>
              <a:t>töölehe</a:t>
            </a:r>
            <a:endParaRPr lang="en-US" sz="2400" err="1">
              <a:solidFill>
                <a:srgbClr val="000000"/>
              </a:solidFill>
            </a:endParaRPr>
          </a:p>
          <a:p>
            <a:pPr>
              <a:buNone/>
            </a:pPr>
            <a:br>
              <a:rPr lang="en-US"/>
            </a:br>
            <a:endParaRPr lang="en-US"/>
          </a:p>
          <a:p>
            <a:pPr marL="0" indent="0">
              <a:buNone/>
            </a:pPr>
            <a:endParaRPr lang="en-US" sz="1800">
              <a:solidFill>
                <a:srgbClr val="000000"/>
              </a:solidFill>
              <a:latin typeface="Consolas"/>
              <a:ea typeface="Inter"/>
            </a:endParaRPr>
          </a:p>
          <a:p>
            <a:pPr marL="0" indent="0">
              <a:buClr>
                <a:srgbClr val="121212"/>
              </a:buClr>
              <a:buNone/>
            </a:pPr>
            <a:br>
              <a:rPr lang="en-US"/>
            </a:br>
            <a:br>
              <a:rPr lang="en-US"/>
            </a:br>
            <a:endParaRPr lang="en-US"/>
          </a:p>
          <a:p>
            <a:pPr marL="514350" indent="-514350">
              <a:lnSpc>
                <a:spcPct val="150000"/>
              </a:lnSpc>
            </a:pPr>
            <a:endParaRPr lang="en-US" sz="2000"/>
          </a:p>
          <a:p>
            <a:pPr lvl="1">
              <a:lnSpc>
                <a:spcPct val="150000"/>
              </a:lnSpc>
            </a:pPr>
            <a:endParaRPr lang="en-US" sz="2000"/>
          </a:p>
          <a:p>
            <a:pPr lvl="1">
              <a:lnSpc>
                <a:spcPct val="150000"/>
              </a:lnSpc>
            </a:pPr>
            <a:endParaRPr lang="en-US" sz="2000"/>
          </a:p>
          <a:p>
            <a:pPr marL="514350">
              <a:lnSpc>
                <a:spcPct val="150000"/>
              </a:lnSpc>
              <a:buClr>
                <a:srgbClr val="121212"/>
              </a:buClr>
              <a:buFont typeface="Inter"/>
              <a:buChar char="‣"/>
            </a:pPr>
            <a:endParaRPr lang="en-US" sz="2800"/>
          </a:p>
          <a:p>
            <a:pPr marL="0" indent="0">
              <a:lnSpc>
                <a:spcPct val="150000"/>
              </a:lnSpc>
              <a:buNone/>
            </a:pPr>
            <a:endParaRPr lang="en-US" sz="2800"/>
          </a:p>
        </p:txBody>
      </p:sp>
    </p:spTree>
    <p:extLst>
      <p:ext uri="{BB962C8B-B14F-4D97-AF65-F5344CB8AC3E}">
        <p14:creationId xmlns:p14="http://schemas.microsoft.com/office/powerpoint/2010/main" val="399171497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A386CA-A7B8-4319-7419-BF62D28D27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AA7C8A-8F87-D756-93CE-95D8777D7008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0" indent="0">
              <a:lnSpc>
                <a:spcPct val="150000"/>
              </a:lnSpc>
              <a:buNone/>
            </a:pPr>
            <a:endParaRPr lang="en-US" sz="2800">
              <a:ea typeface="Inter"/>
            </a:endParaRPr>
          </a:p>
          <a:p>
            <a:pPr marL="457200" lvl="1" indent="0">
              <a:lnSpc>
                <a:spcPct val="150000"/>
              </a:lnSpc>
              <a:buNone/>
            </a:pPr>
            <a:endParaRPr lang="en-US" sz="2000">
              <a:ea typeface="Inter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9946E31F-1451-486B-1E52-AAED5798059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83493" y="2675333"/>
            <a:ext cx="3777666" cy="357043"/>
          </a:xfrm>
        </p:spPr>
        <p:txBody>
          <a:bodyPr/>
          <a:lstStyle/>
          <a:p>
            <a:r>
              <a:rPr lang="en-US"/>
              <a:t>Paus 14:45-15:00</a:t>
            </a:r>
          </a:p>
        </p:txBody>
      </p:sp>
    </p:spTree>
    <p:extLst>
      <p:ext uri="{BB962C8B-B14F-4D97-AF65-F5344CB8AC3E}">
        <p14:creationId xmlns:p14="http://schemas.microsoft.com/office/powerpoint/2010/main" val="118222554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3A7ACB-1E2D-C9B1-3B8F-6E0AD36E753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b="1" err="1"/>
              <a:t>Andmeanalüütika</a:t>
            </a:r>
            <a:r>
              <a:rPr lang="en-US" b="1"/>
              <a:t> </a:t>
            </a:r>
            <a:r>
              <a:rPr lang="en-US" b="1" err="1"/>
              <a:t>protsess</a:t>
            </a:r>
            <a:r>
              <a:rPr lang="en-US" b="1"/>
              <a:t> (PPDAC </a:t>
            </a:r>
            <a:r>
              <a:rPr lang="en-US" b="1" err="1"/>
              <a:t>mudel</a:t>
            </a:r>
            <a:r>
              <a:rPr lang="en-US" b="1"/>
              <a:t>)</a:t>
            </a:r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03C15759-F070-F30E-3C1D-CBFC5EE887D6}"/>
              </a:ext>
            </a:extLst>
          </p:cNvPr>
          <p:cNvGraphicFramePr>
            <a:graphicFrameLocks noGrp="1"/>
          </p:cNvGraphicFramePr>
          <p:nvPr>
            <p:ph sz="quarter" idx="10"/>
            <p:extLst>
              <p:ext uri="{D42A27DB-BD31-4B8C-83A1-F6EECF244321}">
                <p14:modId xmlns:p14="http://schemas.microsoft.com/office/powerpoint/2010/main" val="565259108"/>
              </p:ext>
            </p:extLst>
          </p:nvPr>
        </p:nvGraphicFramePr>
        <p:xfrm>
          <a:off x="702042" y="1395413"/>
          <a:ext cx="10941050" cy="446563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26" name="TextBox 25">
            <a:extLst>
              <a:ext uri="{FF2B5EF4-FFF2-40B4-BE49-F238E27FC236}">
                <a16:creationId xmlns:a16="http://schemas.microsoft.com/office/drawing/2014/main" id="{96E43EF2-8348-D835-5CED-DEFD45AE65F0}"/>
              </a:ext>
            </a:extLst>
          </p:cNvPr>
          <p:cNvSpPr txBox="1"/>
          <p:nvPr/>
        </p:nvSpPr>
        <p:spPr>
          <a:xfrm>
            <a:off x="2891854" y="5960309"/>
            <a:ext cx="6918981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400" dirty="0">
                <a:ea typeface="Inter"/>
              </a:rPr>
              <a:t>Allikas: </a:t>
            </a:r>
            <a:r>
              <a:rPr lang="en-US" sz="1400" dirty="0">
                <a:solidFill>
                  <a:srgbClr val="595959"/>
                </a:solidFill>
                <a:latin typeface="Arial"/>
                <a:ea typeface="Inter"/>
                <a:cs typeface="Arial"/>
              </a:rPr>
              <a:t>Wild, C.J. and </a:t>
            </a:r>
            <a:r>
              <a:rPr lang="en-US" sz="1400" err="1">
                <a:solidFill>
                  <a:srgbClr val="595959"/>
                </a:solidFill>
                <a:latin typeface="Arial"/>
                <a:ea typeface="Inter"/>
                <a:cs typeface="Arial"/>
              </a:rPr>
              <a:t>Pfannkuch</a:t>
            </a:r>
            <a:r>
              <a:rPr lang="en-US" sz="1400" dirty="0">
                <a:solidFill>
                  <a:srgbClr val="595959"/>
                </a:solidFill>
                <a:latin typeface="Arial"/>
                <a:ea typeface="Inter"/>
                <a:cs typeface="Arial"/>
              </a:rPr>
              <a:t>, M. 1999. Statistical Thinking in Empirical Enquiry.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03933318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F41F3D-0765-BADC-A201-26C3958C08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AAC80A-6C95-3956-40AA-83FFB93A8D2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3600" b="1" err="1"/>
              <a:t>Andmeanalüütika</a:t>
            </a:r>
            <a:r>
              <a:rPr lang="en-US" sz="3600" b="1"/>
              <a:t> </a:t>
            </a:r>
            <a:r>
              <a:rPr lang="en-US" sz="3600" b="1" err="1"/>
              <a:t>protsess</a:t>
            </a:r>
            <a:endParaRPr lang="en-US" err="1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3A75F6-1034-E843-78AE-BC98D64B3819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514350" indent="-514350">
              <a:lnSpc>
                <a:spcPct val="100000"/>
              </a:lnSpc>
              <a:buAutoNum type="arabicPeriod"/>
            </a:pPr>
            <a:r>
              <a:rPr lang="en-US" sz="2400" err="1">
                <a:solidFill>
                  <a:srgbClr val="121212"/>
                </a:solidFill>
                <a:latin typeface="Inter"/>
                <a:ea typeface="Inter"/>
                <a:cs typeface="Arial"/>
              </a:rPr>
              <a:t>Probleem</a:t>
            </a:r>
            <a:r>
              <a:rPr lang="en-US" sz="2400">
                <a:solidFill>
                  <a:srgbClr val="121212"/>
                </a:solidFill>
                <a:latin typeface="Inter"/>
                <a:ea typeface="Inter"/>
                <a:cs typeface="Arial"/>
              </a:rPr>
              <a:t> - mis </a:t>
            </a:r>
            <a:r>
              <a:rPr lang="en-US" sz="2400" err="1">
                <a:solidFill>
                  <a:srgbClr val="121212"/>
                </a:solidFill>
                <a:latin typeface="Inter"/>
                <a:ea typeface="Inter"/>
                <a:cs typeface="Arial"/>
              </a:rPr>
              <a:t>küsimusele</a:t>
            </a:r>
            <a:r>
              <a:rPr lang="en-US" sz="2400">
                <a:solidFill>
                  <a:srgbClr val="121212"/>
                </a:solidFill>
                <a:latin typeface="Inter"/>
                <a:ea typeface="Inter"/>
                <a:cs typeface="Arial"/>
              </a:rPr>
              <a:t> </a:t>
            </a:r>
            <a:r>
              <a:rPr lang="en-US" sz="2400" err="1">
                <a:solidFill>
                  <a:srgbClr val="121212"/>
                </a:solidFill>
                <a:latin typeface="Inter"/>
                <a:ea typeface="Inter"/>
                <a:cs typeface="Arial"/>
              </a:rPr>
              <a:t>otsite</a:t>
            </a:r>
            <a:r>
              <a:rPr lang="en-US" sz="2400">
                <a:solidFill>
                  <a:srgbClr val="121212"/>
                </a:solidFill>
                <a:latin typeface="Inter"/>
                <a:ea typeface="Inter"/>
                <a:cs typeface="Arial"/>
              </a:rPr>
              <a:t> </a:t>
            </a:r>
            <a:r>
              <a:rPr lang="en-US" sz="2400" err="1">
                <a:solidFill>
                  <a:srgbClr val="121212"/>
                </a:solidFill>
                <a:latin typeface="Inter"/>
                <a:ea typeface="Inter"/>
                <a:cs typeface="Arial"/>
              </a:rPr>
              <a:t>vastust</a:t>
            </a:r>
            <a:r>
              <a:rPr lang="en-US" sz="2400">
                <a:solidFill>
                  <a:srgbClr val="121212"/>
                </a:solidFill>
                <a:latin typeface="Inter"/>
                <a:ea typeface="Inter"/>
                <a:cs typeface="Arial"/>
              </a:rPr>
              <a:t>?</a:t>
            </a:r>
            <a:br>
              <a:rPr lang="en-US" sz="2400">
                <a:latin typeface="Inter"/>
                <a:ea typeface="Inter"/>
                <a:cs typeface="Arial"/>
              </a:rPr>
            </a:br>
            <a:endParaRPr lang="en-US" sz="2400">
              <a:solidFill>
                <a:srgbClr val="121212"/>
              </a:solidFill>
              <a:latin typeface="Inter" panose="02000503000000020004" pitchFamily="2" charset="0"/>
              <a:cs typeface="Arial"/>
            </a:endParaRPr>
          </a:p>
          <a:p>
            <a:pPr marL="514350" indent="-514350">
              <a:lnSpc>
                <a:spcPct val="100000"/>
              </a:lnSpc>
              <a:buAutoNum type="arabicPeriod"/>
            </a:pPr>
            <a:r>
              <a:rPr lang="en-US" sz="2400" err="1">
                <a:solidFill>
                  <a:srgbClr val="121212"/>
                </a:solidFill>
                <a:latin typeface="Inter"/>
                <a:ea typeface="Inter"/>
                <a:cs typeface="Arial"/>
              </a:rPr>
              <a:t>Plaan</a:t>
            </a:r>
            <a:r>
              <a:rPr lang="en-US" sz="2400">
                <a:solidFill>
                  <a:srgbClr val="121212"/>
                </a:solidFill>
                <a:latin typeface="Inter"/>
                <a:ea typeface="Inter"/>
                <a:cs typeface="Arial"/>
              </a:rPr>
              <a:t> - </a:t>
            </a:r>
            <a:r>
              <a:rPr lang="en-US" sz="2400" err="1">
                <a:solidFill>
                  <a:srgbClr val="121212"/>
                </a:solidFill>
                <a:latin typeface="Inter"/>
                <a:ea typeface="Inter"/>
                <a:cs typeface="Arial"/>
              </a:rPr>
              <a:t>mida</a:t>
            </a:r>
            <a:r>
              <a:rPr lang="en-US" sz="2400">
                <a:solidFill>
                  <a:srgbClr val="121212"/>
                </a:solidFill>
                <a:latin typeface="Inter"/>
                <a:ea typeface="Inter"/>
                <a:cs typeface="Arial"/>
              </a:rPr>
              <a:t>, </a:t>
            </a:r>
            <a:r>
              <a:rPr lang="en-US" sz="2400" err="1">
                <a:solidFill>
                  <a:srgbClr val="121212"/>
                </a:solidFill>
                <a:latin typeface="Inter"/>
                <a:ea typeface="Inter"/>
                <a:cs typeface="Arial"/>
              </a:rPr>
              <a:t>kuidas</a:t>
            </a:r>
            <a:r>
              <a:rPr lang="en-US" sz="2400">
                <a:solidFill>
                  <a:srgbClr val="121212"/>
                </a:solidFill>
                <a:latin typeface="Inter"/>
                <a:ea typeface="Inter"/>
                <a:cs typeface="Arial"/>
              </a:rPr>
              <a:t> ja </a:t>
            </a:r>
            <a:r>
              <a:rPr lang="en-US" sz="2400" err="1">
                <a:solidFill>
                  <a:srgbClr val="121212"/>
                </a:solidFill>
                <a:latin typeface="Inter"/>
                <a:ea typeface="Inter"/>
                <a:cs typeface="Arial"/>
              </a:rPr>
              <a:t>kui</a:t>
            </a:r>
            <a:r>
              <a:rPr lang="en-US" sz="2400">
                <a:solidFill>
                  <a:srgbClr val="121212"/>
                </a:solidFill>
                <a:latin typeface="Inter"/>
                <a:ea typeface="Inter"/>
                <a:cs typeface="Arial"/>
              </a:rPr>
              <a:t> </a:t>
            </a:r>
            <a:r>
              <a:rPr lang="en-US" sz="2400" err="1">
                <a:solidFill>
                  <a:srgbClr val="121212"/>
                </a:solidFill>
                <a:latin typeface="Inter"/>
                <a:ea typeface="Inter"/>
                <a:cs typeface="Arial"/>
              </a:rPr>
              <a:t>tihti</a:t>
            </a:r>
            <a:r>
              <a:rPr lang="en-US" sz="2400">
                <a:solidFill>
                  <a:srgbClr val="121212"/>
                </a:solidFill>
                <a:latin typeface="Inter"/>
                <a:ea typeface="Inter"/>
                <a:cs typeface="Arial"/>
              </a:rPr>
              <a:t> </a:t>
            </a:r>
            <a:r>
              <a:rPr lang="en-US" sz="2400" err="1">
                <a:solidFill>
                  <a:srgbClr val="121212"/>
                </a:solidFill>
                <a:latin typeface="Inter"/>
                <a:ea typeface="Inter"/>
                <a:cs typeface="Arial"/>
              </a:rPr>
              <a:t>mõõdate</a:t>
            </a:r>
            <a:r>
              <a:rPr lang="en-US" sz="2400">
                <a:solidFill>
                  <a:srgbClr val="121212"/>
                </a:solidFill>
                <a:latin typeface="Inter"/>
                <a:ea typeface="Inter"/>
                <a:cs typeface="Arial"/>
              </a:rPr>
              <a:t>? </a:t>
            </a:r>
            <a:r>
              <a:rPr lang="en-US" sz="2400" err="1">
                <a:solidFill>
                  <a:srgbClr val="121212"/>
                </a:solidFill>
                <a:latin typeface="Inter"/>
                <a:ea typeface="Inter"/>
                <a:cs typeface="Arial"/>
              </a:rPr>
              <a:t>Milliste</a:t>
            </a:r>
            <a:r>
              <a:rPr lang="en-US" sz="2400">
                <a:solidFill>
                  <a:srgbClr val="121212"/>
                </a:solidFill>
                <a:latin typeface="Inter"/>
                <a:ea typeface="Inter"/>
                <a:cs typeface="Arial"/>
              </a:rPr>
              <a:t> </a:t>
            </a:r>
            <a:r>
              <a:rPr lang="en-US" sz="2400" err="1">
                <a:solidFill>
                  <a:srgbClr val="121212"/>
                </a:solidFill>
                <a:latin typeface="Inter"/>
                <a:ea typeface="Inter"/>
                <a:cs typeface="Arial"/>
              </a:rPr>
              <a:t>eetika</a:t>
            </a:r>
            <a:r>
              <a:rPr lang="en-US" sz="2400">
                <a:solidFill>
                  <a:srgbClr val="121212"/>
                </a:solidFill>
                <a:latin typeface="Inter"/>
                <a:ea typeface="Inter"/>
                <a:cs typeface="Arial"/>
              </a:rPr>
              <a:t> ja </a:t>
            </a:r>
            <a:r>
              <a:rPr lang="en-US" sz="2400" err="1">
                <a:solidFill>
                  <a:srgbClr val="121212"/>
                </a:solidFill>
                <a:latin typeface="Inter"/>
                <a:ea typeface="Inter"/>
                <a:cs typeface="Arial"/>
              </a:rPr>
              <a:t>andmekaitse</a:t>
            </a:r>
            <a:r>
              <a:rPr lang="en-US" sz="2400">
                <a:solidFill>
                  <a:srgbClr val="121212"/>
                </a:solidFill>
                <a:latin typeface="Inter"/>
                <a:ea typeface="Inter"/>
                <a:cs typeface="Arial"/>
              </a:rPr>
              <a:t> </a:t>
            </a:r>
            <a:r>
              <a:rPr lang="en-US" sz="2400" err="1">
                <a:solidFill>
                  <a:srgbClr val="121212"/>
                </a:solidFill>
                <a:latin typeface="Inter"/>
                <a:ea typeface="Inter"/>
                <a:cs typeface="Arial"/>
              </a:rPr>
              <a:t>nõuetega</a:t>
            </a:r>
            <a:r>
              <a:rPr lang="en-US" sz="2400">
                <a:solidFill>
                  <a:srgbClr val="121212"/>
                </a:solidFill>
                <a:latin typeface="Inter"/>
                <a:ea typeface="Inter"/>
                <a:cs typeface="Arial"/>
              </a:rPr>
              <a:t> </a:t>
            </a:r>
            <a:r>
              <a:rPr lang="en-US" sz="2400" err="1">
                <a:solidFill>
                  <a:srgbClr val="121212"/>
                </a:solidFill>
                <a:latin typeface="Inter"/>
                <a:ea typeface="Inter"/>
                <a:cs typeface="Arial"/>
              </a:rPr>
              <a:t>peate</a:t>
            </a:r>
            <a:r>
              <a:rPr lang="en-US" sz="2400">
                <a:solidFill>
                  <a:srgbClr val="121212"/>
                </a:solidFill>
                <a:latin typeface="Inter"/>
                <a:ea typeface="Inter"/>
                <a:cs typeface="Arial"/>
              </a:rPr>
              <a:t> </a:t>
            </a:r>
            <a:r>
              <a:rPr lang="en-US" sz="2400" err="1">
                <a:solidFill>
                  <a:srgbClr val="121212"/>
                </a:solidFill>
                <a:latin typeface="Inter"/>
                <a:ea typeface="Inter"/>
                <a:cs typeface="Arial"/>
              </a:rPr>
              <a:t>arvestama</a:t>
            </a:r>
            <a:r>
              <a:rPr lang="en-US" sz="2400">
                <a:solidFill>
                  <a:srgbClr val="121212"/>
                </a:solidFill>
                <a:latin typeface="Inter"/>
                <a:ea typeface="Inter"/>
                <a:cs typeface="Arial"/>
              </a:rPr>
              <a:t>? Kus </a:t>
            </a:r>
            <a:r>
              <a:rPr lang="en-US" sz="2400" err="1">
                <a:solidFill>
                  <a:srgbClr val="121212"/>
                </a:solidFill>
                <a:latin typeface="Inter"/>
                <a:ea typeface="Inter"/>
                <a:cs typeface="Arial"/>
              </a:rPr>
              <a:t>andmed</a:t>
            </a:r>
            <a:r>
              <a:rPr lang="en-US" sz="2400">
                <a:solidFill>
                  <a:srgbClr val="121212"/>
                </a:solidFill>
                <a:latin typeface="Inter"/>
                <a:ea typeface="Inter"/>
                <a:cs typeface="Arial"/>
              </a:rPr>
              <a:t> </a:t>
            </a:r>
            <a:r>
              <a:rPr lang="en-US" sz="2400" err="1">
                <a:solidFill>
                  <a:srgbClr val="121212"/>
                </a:solidFill>
                <a:latin typeface="Inter"/>
                <a:ea typeface="Inter"/>
                <a:cs typeface="Arial"/>
              </a:rPr>
              <a:t>salvestate</a:t>
            </a:r>
            <a:r>
              <a:rPr lang="en-US" sz="2400">
                <a:solidFill>
                  <a:srgbClr val="121212"/>
                </a:solidFill>
                <a:latin typeface="Inter"/>
                <a:ea typeface="Inter"/>
                <a:cs typeface="Arial"/>
              </a:rPr>
              <a:t>?</a:t>
            </a:r>
            <a:br>
              <a:rPr lang="en-US" sz="2400"/>
            </a:br>
            <a:endParaRPr lang="en-US" sz="2400">
              <a:cs typeface="Arial"/>
            </a:endParaRPr>
          </a:p>
          <a:p>
            <a:pPr marL="514350" indent="-514350">
              <a:lnSpc>
                <a:spcPct val="100000"/>
              </a:lnSpc>
              <a:buClr>
                <a:srgbClr val="121212"/>
              </a:buClr>
              <a:buAutoNum type="arabicPeriod"/>
            </a:pPr>
            <a:r>
              <a:rPr lang="en-US" sz="2400" err="1">
                <a:solidFill>
                  <a:srgbClr val="121212"/>
                </a:solidFill>
                <a:latin typeface="Inter"/>
                <a:ea typeface="Inter"/>
                <a:cs typeface="Arial"/>
              </a:rPr>
              <a:t>Andmestik</a:t>
            </a:r>
            <a:r>
              <a:rPr lang="en-US" sz="2400">
                <a:solidFill>
                  <a:srgbClr val="121212"/>
                </a:solidFill>
                <a:latin typeface="Inter"/>
                <a:ea typeface="Inter"/>
                <a:cs typeface="Arial"/>
              </a:rPr>
              <a:t> – </a:t>
            </a:r>
            <a:r>
              <a:rPr lang="en-US" sz="2400" err="1">
                <a:solidFill>
                  <a:srgbClr val="121212"/>
                </a:solidFill>
                <a:latin typeface="Inter"/>
                <a:ea typeface="Inter"/>
                <a:cs typeface="Arial"/>
              </a:rPr>
              <a:t>andmete</a:t>
            </a:r>
            <a:r>
              <a:rPr lang="en-US" sz="2400">
                <a:solidFill>
                  <a:srgbClr val="121212"/>
                </a:solidFill>
                <a:latin typeface="Inter"/>
                <a:ea typeface="Inter"/>
                <a:cs typeface="Arial"/>
              </a:rPr>
              <a:t> </a:t>
            </a:r>
            <a:r>
              <a:rPr lang="en-US" sz="2400" err="1">
                <a:solidFill>
                  <a:srgbClr val="121212"/>
                </a:solidFill>
                <a:latin typeface="Inter"/>
                <a:ea typeface="Inter"/>
                <a:cs typeface="Arial"/>
              </a:rPr>
              <a:t>kirjeldus</a:t>
            </a:r>
            <a:r>
              <a:rPr lang="en-US" sz="2400">
                <a:solidFill>
                  <a:srgbClr val="121212"/>
                </a:solidFill>
                <a:latin typeface="Inter"/>
                <a:ea typeface="Inter"/>
                <a:cs typeface="Arial"/>
              </a:rPr>
              <a:t>, </a:t>
            </a:r>
            <a:r>
              <a:rPr lang="en-US" sz="2400" err="1">
                <a:solidFill>
                  <a:srgbClr val="121212"/>
                </a:solidFill>
                <a:latin typeface="Inter"/>
                <a:ea typeface="Inter"/>
                <a:cs typeface="Arial"/>
              </a:rPr>
              <a:t>andmete</a:t>
            </a:r>
            <a:r>
              <a:rPr lang="en-US" sz="2400">
                <a:solidFill>
                  <a:srgbClr val="121212"/>
                </a:solidFill>
                <a:latin typeface="Inter"/>
                <a:ea typeface="Inter"/>
                <a:cs typeface="Arial"/>
              </a:rPr>
              <a:t> </a:t>
            </a:r>
            <a:r>
              <a:rPr lang="en-US" sz="2400" err="1">
                <a:solidFill>
                  <a:srgbClr val="121212"/>
                </a:solidFill>
                <a:latin typeface="Inter"/>
                <a:ea typeface="Inter"/>
                <a:cs typeface="Arial"/>
              </a:rPr>
              <a:t>kogumine</a:t>
            </a:r>
            <a:r>
              <a:rPr lang="en-US" sz="2400">
                <a:solidFill>
                  <a:srgbClr val="121212"/>
                </a:solidFill>
                <a:latin typeface="Inter"/>
                <a:ea typeface="Inter"/>
                <a:cs typeface="Arial"/>
              </a:rPr>
              <a:t>, </a:t>
            </a:r>
            <a:r>
              <a:rPr lang="en-US" sz="2400" err="1">
                <a:solidFill>
                  <a:srgbClr val="121212"/>
                </a:solidFill>
                <a:latin typeface="Inter"/>
                <a:ea typeface="Inter"/>
                <a:cs typeface="Arial"/>
              </a:rPr>
              <a:t>andmekvaliteedi</a:t>
            </a:r>
            <a:r>
              <a:rPr lang="en-US" sz="2400">
                <a:solidFill>
                  <a:srgbClr val="121212"/>
                </a:solidFill>
                <a:latin typeface="Inter"/>
                <a:ea typeface="Inter"/>
                <a:cs typeface="Arial"/>
              </a:rPr>
              <a:t> </a:t>
            </a:r>
            <a:r>
              <a:rPr lang="en-US" sz="2400" err="1">
                <a:solidFill>
                  <a:srgbClr val="121212"/>
                </a:solidFill>
                <a:latin typeface="Inter"/>
                <a:ea typeface="Inter"/>
                <a:cs typeface="Arial"/>
              </a:rPr>
              <a:t>kontrollid</a:t>
            </a:r>
            <a:r>
              <a:rPr lang="en-US" sz="2400">
                <a:solidFill>
                  <a:srgbClr val="121212"/>
                </a:solidFill>
                <a:latin typeface="Inter"/>
                <a:ea typeface="Inter"/>
                <a:cs typeface="Arial"/>
              </a:rPr>
              <a:t>, </a:t>
            </a:r>
            <a:r>
              <a:rPr lang="en-US" sz="2400" err="1">
                <a:solidFill>
                  <a:srgbClr val="121212"/>
                </a:solidFill>
                <a:latin typeface="Inter"/>
                <a:ea typeface="Inter"/>
                <a:cs typeface="Arial"/>
              </a:rPr>
              <a:t>turvaline</a:t>
            </a:r>
            <a:r>
              <a:rPr lang="en-US" sz="2400">
                <a:solidFill>
                  <a:srgbClr val="121212"/>
                </a:solidFill>
                <a:latin typeface="Inter"/>
                <a:ea typeface="Inter"/>
                <a:cs typeface="Arial"/>
              </a:rPr>
              <a:t> </a:t>
            </a:r>
            <a:r>
              <a:rPr lang="en-US" sz="2400" err="1">
                <a:solidFill>
                  <a:srgbClr val="121212"/>
                </a:solidFill>
                <a:latin typeface="Inter"/>
                <a:ea typeface="Inter"/>
                <a:cs typeface="Arial"/>
              </a:rPr>
              <a:t>ligipääs</a:t>
            </a:r>
            <a:br>
              <a:rPr lang="en-US" sz="2400"/>
            </a:br>
            <a:endParaRPr lang="en-US" sz="2400">
              <a:cs typeface="Arial"/>
            </a:endParaRPr>
          </a:p>
          <a:p>
            <a:pPr marL="514350" indent="-514350">
              <a:lnSpc>
                <a:spcPct val="100000"/>
              </a:lnSpc>
              <a:buClr>
                <a:srgbClr val="121212"/>
              </a:buClr>
              <a:buAutoNum type="arabicPeriod"/>
            </a:pPr>
            <a:r>
              <a:rPr lang="en-US" sz="2400" err="1">
                <a:solidFill>
                  <a:srgbClr val="121212"/>
                </a:solidFill>
                <a:latin typeface="Inter"/>
                <a:ea typeface="Inter"/>
                <a:cs typeface="Arial"/>
              </a:rPr>
              <a:t>Analüüs</a:t>
            </a:r>
            <a:r>
              <a:rPr lang="en-US" sz="2400">
                <a:solidFill>
                  <a:srgbClr val="121212"/>
                </a:solidFill>
                <a:latin typeface="Inter"/>
                <a:ea typeface="Inter"/>
                <a:cs typeface="Arial"/>
              </a:rPr>
              <a:t> - </a:t>
            </a:r>
            <a:r>
              <a:rPr lang="en-US" sz="2400" err="1">
                <a:solidFill>
                  <a:srgbClr val="121212"/>
                </a:solidFill>
                <a:latin typeface="Inter"/>
                <a:ea typeface="Inter"/>
                <a:cs typeface="Arial"/>
              </a:rPr>
              <a:t>milliseid</a:t>
            </a:r>
            <a:r>
              <a:rPr lang="en-US" sz="2400">
                <a:solidFill>
                  <a:srgbClr val="121212"/>
                </a:solidFill>
                <a:latin typeface="Inter"/>
                <a:ea typeface="Inter"/>
                <a:cs typeface="Arial"/>
              </a:rPr>
              <a:t> </a:t>
            </a:r>
            <a:r>
              <a:rPr lang="en-US" sz="2400" err="1">
                <a:solidFill>
                  <a:srgbClr val="121212"/>
                </a:solidFill>
                <a:latin typeface="Inter"/>
                <a:ea typeface="Inter"/>
                <a:cs typeface="Arial"/>
              </a:rPr>
              <a:t>visuaale</a:t>
            </a:r>
            <a:r>
              <a:rPr lang="en-US" sz="2400">
                <a:solidFill>
                  <a:srgbClr val="121212"/>
                </a:solidFill>
                <a:latin typeface="Inter"/>
                <a:ea typeface="Inter"/>
                <a:cs typeface="Arial"/>
              </a:rPr>
              <a:t> </a:t>
            </a:r>
            <a:r>
              <a:rPr lang="en-US" sz="2400" err="1">
                <a:solidFill>
                  <a:srgbClr val="121212"/>
                </a:solidFill>
                <a:latin typeface="Inter"/>
                <a:ea typeface="Inter"/>
                <a:cs typeface="Arial"/>
              </a:rPr>
              <a:t>loote</a:t>
            </a:r>
            <a:r>
              <a:rPr lang="en-US" sz="2400">
                <a:solidFill>
                  <a:srgbClr val="121212"/>
                </a:solidFill>
                <a:latin typeface="Inter"/>
                <a:ea typeface="Inter"/>
                <a:cs typeface="Arial"/>
              </a:rPr>
              <a:t> </a:t>
            </a:r>
            <a:r>
              <a:rPr lang="en-US" sz="2400" err="1">
                <a:solidFill>
                  <a:srgbClr val="121212"/>
                </a:solidFill>
                <a:latin typeface="Inter"/>
                <a:ea typeface="Inter"/>
                <a:cs typeface="Arial"/>
              </a:rPr>
              <a:t>või</a:t>
            </a:r>
            <a:r>
              <a:rPr lang="en-US" sz="2400">
                <a:solidFill>
                  <a:srgbClr val="121212"/>
                </a:solidFill>
                <a:latin typeface="Inter"/>
                <a:ea typeface="Inter"/>
                <a:cs typeface="Arial"/>
              </a:rPr>
              <a:t> </a:t>
            </a:r>
            <a:r>
              <a:rPr lang="en-US" sz="2400" err="1">
                <a:solidFill>
                  <a:srgbClr val="121212"/>
                </a:solidFill>
                <a:latin typeface="Inter"/>
                <a:ea typeface="Inter"/>
                <a:cs typeface="Arial"/>
              </a:rPr>
              <a:t>statistilist</a:t>
            </a:r>
            <a:r>
              <a:rPr lang="en-US" sz="2400">
                <a:solidFill>
                  <a:srgbClr val="121212"/>
                </a:solidFill>
                <a:latin typeface="Inter"/>
                <a:ea typeface="Inter"/>
                <a:cs typeface="Arial"/>
              </a:rPr>
              <a:t> </a:t>
            </a:r>
            <a:r>
              <a:rPr lang="en-US" sz="2400" err="1">
                <a:solidFill>
                  <a:srgbClr val="121212"/>
                </a:solidFill>
                <a:latin typeface="Inter"/>
                <a:ea typeface="Inter"/>
                <a:cs typeface="Arial"/>
              </a:rPr>
              <a:t>analüüsi</a:t>
            </a:r>
            <a:r>
              <a:rPr lang="en-US" sz="2400">
                <a:solidFill>
                  <a:srgbClr val="121212"/>
                </a:solidFill>
                <a:latin typeface="Inter"/>
                <a:ea typeface="Inter"/>
                <a:cs typeface="Arial"/>
              </a:rPr>
              <a:t> </a:t>
            </a:r>
            <a:r>
              <a:rPr lang="en-US" sz="2400" err="1">
                <a:solidFill>
                  <a:srgbClr val="121212"/>
                </a:solidFill>
                <a:latin typeface="Inter"/>
                <a:ea typeface="Inter"/>
                <a:cs typeface="Arial"/>
              </a:rPr>
              <a:t>kasutate</a:t>
            </a:r>
            <a:r>
              <a:rPr lang="en-US" sz="2400">
                <a:solidFill>
                  <a:srgbClr val="121212"/>
                </a:solidFill>
                <a:latin typeface="Inter"/>
                <a:ea typeface="Inter"/>
                <a:cs typeface="Arial"/>
              </a:rPr>
              <a:t>?</a:t>
            </a:r>
            <a:br>
              <a:rPr lang="en-US" sz="2400"/>
            </a:br>
            <a:endParaRPr lang="en-US" sz="2400"/>
          </a:p>
          <a:p>
            <a:pPr marL="514350" indent="-514350">
              <a:lnSpc>
                <a:spcPct val="100000"/>
              </a:lnSpc>
              <a:buClr>
                <a:srgbClr val="121212"/>
              </a:buClr>
              <a:buAutoNum type="arabicPeriod"/>
            </a:pPr>
            <a:r>
              <a:rPr lang="en-US" sz="2400" err="1">
                <a:solidFill>
                  <a:srgbClr val="121212"/>
                </a:solidFill>
                <a:latin typeface="Inter"/>
                <a:ea typeface="Inter"/>
                <a:cs typeface="Arial"/>
              </a:rPr>
              <a:t>Järeldus</a:t>
            </a:r>
            <a:r>
              <a:rPr lang="en-US" sz="2400">
                <a:solidFill>
                  <a:srgbClr val="121212"/>
                </a:solidFill>
                <a:latin typeface="Inter"/>
                <a:ea typeface="Inter"/>
                <a:cs typeface="Arial"/>
              </a:rPr>
              <a:t> - vastus </a:t>
            </a:r>
            <a:r>
              <a:rPr lang="en-US" sz="2400" err="1">
                <a:solidFill>
                  <a:srgbClr val="121212"/>
                </a:solidFill>
                <a:latin typeface="Inter"/>
                <a:ea typeface="Inter"/>
                <a:cs typeface="Arial"/>
              </a:rPr>
              <a:t>algsele</a:t>
            </a:r>
            <a:r>
              <a:rPr lang="en-US" sz="2400">
                <a:solidFill>
                  <a:srgbClr val="121212"/>
                </a:solidFill>
                <a:latin typeface="Inter"/>
                <a:ea typeface="Inter"/>
                <a:cs typeface="Arial"/>
              </a:rPr>
              <a:t> </a:t>
            </a:r>
            <a:r>
              <a:rPr lang="en-US" sz="2400" err="1">
                <a:solidFill>
                  <a:srgbClr val="121212"/>
                </a:solidFill>
                <a:latin typeface="Inter"/>
                <a:ea typeface="Inter"/>
                <a:cs typeface="Arial"/>
              </a:rPr>
              <a:t>küsimusele</a:t>
            </a:r>
            <a:r>
              <a:rPr lang="en-US" sz="2400">
                <a:solidFill>
                  <a:srgbClr val="121212"/>
                </a:solidFill>
                <a:latin typeface="Inter"/>
                <a:ea typeface="Inter"/>
                <a:cs typeface="Arial"/>
              </a:rPr>
              <a:t>, </a:t>
            </a:r>
            <a:r>
              <a:rPr lang="en-US" sz="2400" err="1">
                <a:solidFill>
                  <a:srgbClr val="121212"/>
                </a:solidFill>
                <a:latin typeface="Inter"/>
                <a:ea typeface="Inter"/>
                <a:cs typeface="Arial"/>
              </a:rPr>
              <a:t>lisaküsimused</a:t>
            </a:r>
            <a:r>
              <a:rPr lang="en-US" sz="2400">
                <a:solidFill>
                  <a:srgbClr val="121212"/>
                </a:solidFill>
                <a:latin typeface="Inter"/>
                <a:ea typeface="Inter"/>
                <a:cs typeface="Arial"/>
              </a:rPr>
              <a:t>, mis </a:t>
            </a:r>
            <a:r>
              <a:rPr lang="en-US" sz="2400" err="1">
                <a:solidFill>
                  <a:srgbClr val="121212"/>
                </a:solidFill>
                <a:latin typeface="Inter"/>
                <a:ea typeface="Inter"/>
                <a:cs typeface="Arial"/>
              </a:rPr>
              <a:t>edasi</a:t>
            </a:r>
            <a:r>
              <a:rPr lang="en-US" sz="2400">
                <a:solidFill>
                  <a:srgbClr val="121212"/>
                </a:solidFill>
                <a:latin typeface="Inter"/>
                <a:ea typeface="Inter"/>
                <a:cs typeface="Arial"/>
              </a:rPr>
              <a:t>? </a:t>
            </a:r>
            <a:endParaRPr lang="en-US" sz="2400">
              <a:cs typeface="Arial"/>
            </a:endParaRPr>
          </a:p>
          <a:p>
            <a:pPr marL="514350" indent="-514350">
              <a:lnSpc>
                <a:spcPct val="150000"/>
              </a:lnSpc>
              <a:buClr>
                <a:srgbClr val="121212"/>
              </a:buClr>
              <a:buAutoNum type="arabicPeriod"/>
            </a:pPr>
            <a:endParaRPr lang="en-US" sz="2800"/>
          </a:p>
          <a:p>
            <a:pPr marL="0" indent="0">
              <a:lnSpc>
                <a:spcPct val="150000"/>
              </a:lnSpc>
              <a:buNone/>
            </a:pPr>
            <a:endParaRPr lang="en-US" sz="2800"/>
          </a:p>
        </p:txBody>
      </p:sp>
    </p:spTree>
    <p:extLst>
      <p:ext uri="{BB962C8B-B14F-4D97-AF65-F5344CB8AC3E}">
        <p14:creationId xmlns:p14="http://schemas.microsoft.com/office/powerpoint/2010/main" val="167849770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F92AE1-D327-E283-19D4-C033E353D2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3F70C-A018-88C4-5923-02A636A799F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b="1" err="1"/>
              <a:t>Andmeanalüütika</a:t>
            </a:r>
            <a:r>
              <a:rPr lang="en-US" b="1"/>
              <a:t> </a:t>
            </a:r>
            <a:r>
              <a:rPr lang="en-US" b="1" err="1"/>
              <a:t>protsessi</a:t>
            </a:r>
            <a:r>
              <a:rPr lang="en-US" b="1"/>
              <a:t> </a:t>
            </a:r>
            <a:r>
              <a:rPr lang="en-US" b="1" err="1"/>
              <a:t>näide</a:t>
            </a:r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B32317BF-E0ED-C3B2-B929-2F5669413BDA}"/>
              </a:ext>
            </a:extLst>
          </p:cNvPr>
          <p:cNvGraphicFramePr>
            <a:graphicFrameLocks noGrp="1"/>
          </p:cNvGraphicFramePr>
          <p:nvPr>
            <p:ph sz="quarter" idx="10"/>
          </p:nvPr>
        </p:nvGraphicFramePr>
        <p:xfrm>
          <a:off x="702042" y="1395413"/>
          <a:ext cx="10941050" cy="446563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26" name="TextBox 25">
            <a:extLst>
              <a:ext uri="{FF2B5EF4-FFF2-40B4-BE49-F238E27FC236}">
                <a16:creationId xmlns:a16="http://schemas.microsoft.com/office/drawing/2014/main" id="{FBBC25D6-59BB-878D-6B10-6FCC36C8357C}"/>
              </a:ext>
            </a:extLst>
          </p:cNvPr>
          <p:cNvSpPr txBox="1"/>
          <p:nvPr/>
        </p:nvSpPr>
        <p:spPr>
          <a:xfrm>
            <a:off x="6959353" y="1572231"/>
            <a:ext cx="440361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buFont typeface="Arial"/>
              <a:buChar char="•"/>
            </a:pPr>
            <a:r>
              <a:rPr lang="en-US">
                <a:solidFill>
                  <a:srgbClr val="121212"/>
                </a:solidFill>
                <a:latin typeface="Inter"/>
                <a:ea typeface="Inter"/>
                <a:cs typeface="Roboto"/>
              </a:rPr>
              <a:t>Kui </a:t>
            </a:r>
            <a:r>
              <a:rPr lang="en-US" err="1">
                <a:solidFill>
                  <a:srgbClr val="121212"/>
                </a:solidFill>
                <a:latin typeface="Inter"/>
                <a:ea typeface="Inter"/>
                <a:cs typeface="Roboto"/>
              </a:rPr>
              <a:t>palju</a:t>
            </a:r>
            <a:r>
              <a:rPr lang="en-US">
                <a:solidFill>
                  <a:srgbClr val="121212"/>
                </a:solidFill>
                <a:latin typeface="Inter"/>
                <a:ea typeface="Inter"/>
                <a:cs typeface="Roboto"/>
              </a:rPr>
              <a:t> on </a:t>
            </a:r>
            <a:r>
              <a:rPr lang="en-US" err="1">
                <a:solidFill>
                  <a:srgbClr val="121212"/>
                </a:solidFill>
                <a:latin typeface="Inter"/>
                <a:ea typeface="Inter"/>
                <a:cs typeface="Roboto"/>
              </a:rPr>
              <a:t>ettevõttel</a:t>
            </a:r>
            <a:r>
              <a:rPr lang="en-US">
                <a:solidFill>
                  <a:srgbClr val="121212"/>
                </a:solidFill>
                <a:latin typeface="Inter"/>
                <a:ea typeface="Inter"/>
                <a:cs typeface="Roboto"/>
              </a:rPr>
              <a:t> </a:t>
            </a:r>
            <a:r>
              <a:rPr lang="en-US" err="1">
                <a:solidFill>
                  <a:srgbClr val="121212"/>
                </a:solidFill>
                <a:latin typeface="Inter"/>
                <a:ea typeface="Inter"/>
                <a:cs typeface="Roboto"/>
              </a:rPr>
              <a:t>võlas</a:t>
            </a:r>
            <a:r>
              <a:rPr lang="en-US">
                <a:solidFill>
                  <a:srgbClr val="121212"/>
                </a:solidFill>
                <a:latin typeface="Inter"/>
                <a:ea typeface="Inter"/>
                <a:cs typeface="Roboto"/>
              </a:rPr>
              <a:t> </a:t>
            </a:r>
            <a:r>
              <a:rPr lang="en-US" err="1">
                <a:solidFill>
                  <a:srgbClr val="121212"/>
                </a:solidFill>
                <a:latin typeface="Inter"/>
                <a:ea typeface="Inter"/>
                <a:cs typeface="Roboto"/>
              </a:rPr>
              <a:t>kliente</a:t>
            </a:r>
            <a:r>
              <a:rPr lang="en-US">
                <a:solidFill>
                  <a:srgbClr val="121212"/>
                </a:solidFill>
                <a:latin typeface="Inter"/>
                <a:ea typeface="Inter"/>
                <a:cs typeface="Roboto"/>
              </a:rPr>
              <a:t>?</a:t>
            </a:r>
            <a:endParaRPr lang="en-US">
              <a:solidFill>
                <a:srgbClr val="121212"/>
              </a:solidFill>
              <a:latin typeface="Inter"/>
              <a:ea typeface="Inter"/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E31D66F4-DF89-4026-8E1D-61737431193C}"/>
              </a:ext>
            </a:extLst>
          </p:cNvPr>
          <p:cNvSpPr txBox="1"/>
          <p:nvPr/>
        </p:nvSpPr>
        <p:spPr>
          <a:xfrm>
            <a:off x="8747122" y="2676154"/>
            <a:ext cx="3153148" cy="184665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buFont typeface="Arial"/>
              <a:buChar char="•"/>
            </a:pPr>
            <a:r>
              <a:rPr lang="en-US" sz="1600" err="1">
                <a:solidFill>
                  <a:srgbClr val="121212"/>
                </a:solidFill>
                <a:latin typeface="Inter"/>
                <a:ea typeface="Inter"/>
                <a:cs typeface="Roboto"/>
              </a:rPr>
              <a:t>Definitsioon</a:t>
            </a:r>
            <a:r>
              <a:rPr lang="en-US" sz="1600">
                <a:solidFill>
                  <a:srgbClr val="121212"/>
                </a:solidFill>
                <a:latin typeface="Inter"/>
                <a:ea typeface="Inter"/>
                <a:cs typeface="Roboto"/>
              </a:rPr>
              <a:t>: </a:t>
            </a:r>
            <a:r>
              <a:rPr lang="en-US" sz="1600" err="1">
                <a:solidFill>
                  <a:srgbClr val="121212"/>
                </a:solidFill>
                <a:latin typeface="Inter"/>
                <a:ea typeface="Inter"/>
                <a:cs typeface="Roboto"/>
              </a:rPr>
              <a:t>Klient</a:t>
            </a:r>
            <a:r>
              <a:rPr lang="en-US" sz="1600">
                <a:solidFill>
                  <a:srgbClr val="121212"/>
                </a:solidFill>
                <a:latin typeface="Inter"/>
                <a:ea typeface="Inter"/>
                <a:cs typeface="Roboto"/>
              </a:rPr>
              <a:t>, </a:t>
            </a:r>
            <a:r>
              <a:rPr lang="en-US" sz="1600" err="1">
                <a:solidFill>
                  <a:srgbClr val="121212"/>
                </a:solidFill>
                <a:latin typeface="Inter"/>
                <a:ea typeface="Inter"/>
                <a:cs typeface="Roboto"/>
              </a:rPr>
              <a:t>Võlg</a:t>
            </a:r>
            <a:endParaRPr lang="en-US" sz="1600">
              <a:solidFill>
                <a:srgbClr val="121212"/>
              </a:solidFill>
              <a:latin typeface="Inter"/>
              <a:ea typeface="Inter"/>
              <a:cs typeface="Roboto"/>
            </a:endParaRPr>
          </a:p>
          <a:p>
            <a:pPr marL="285750" indent="-285750">
              <a:buFont typeface="Arial"/>
              <a:buChar char="•"/>
            </a:pPr>
            <a:r>
              <a:rPr lang="en-US" sz="1600" err="1">
                <a:solidFill>
                  <a:srgbClr val="121212"/>
                </a:solidFill>
                <a:latin typeface="Inter"/>
                <a:ea typeface="Inter"/>
                <a:cs typeface="Roboto"/>
              </a:rPr>
              <a:t>Andmed</a:t>
            </a:r>
            <a:r>
              <a:rPr lang="en-US" sz="1600">
                <a:solidFill>
                  <a:srgbClr val="121212"/>
                </a:solidFill>
                <a:latin typeface="Inter"/>
                <a:ea typeface="Inter"/>
                <a:cs typeface="Roboto"/>
              </a:rPr>
              <a:t> </a:t>
            </a:r>
            <a:r>
              <a:rPr lang="en-US" sz="1600" err="1">
                <a:solidFill>
                  <a:srgbClr val="121212"/>
                </a:solidFill>
                <a:latin typeface="Inter"/>
                <a:ea typeface="Inter"/>
                <a:cs typeface="Roboto"/>
              </a:rPr>
              <a:t>raamatupidamissüsteemist</a:t>
            </a:r>
            <a:endParaRPr lang="en-US" sz="1600" err="1">
              <a:ea typeface="Inter"/>
              <a:cs typeface="Roboto"/>
            </a:endParaRPr>
          </a:p>
          <a:p>
            <a:pPr marL="285750" indent="-285750">
              <a:buFont typeface="Arial"/>
              <a:buChar char="•"/>
            </a:pPr>
            <a:r>
              <a:rPr lang="en-US" sz="1600" err="1">
                <a:solidFill>
                  <a:srgbClr val="121212"/>
                </a:solidFill>
                <a:latin typeface="Inter"/>
                <a:ea typeface="Inter"/>
                <a:cs typeface="Roboto"/>
              </a:rPr>
              <a:t>Pidev</a:t>
            </a:r>
            <a:r>
              <a:rPr lang="en-US" sz="1600">
                <a:solidFill>
                  <a:srgbClr val="121212"/>
                </a:solidFill>
                <a:latin typeface="Inter"/>
                <a:ea typeface="Inter"/>
                <a:cs typeface="Roboto"/>
              </a:rPr>
              <a:t> </a:t>
            </a:r>
            <a:r>
              <a:rPr lang="en-US" sz="1600" err="1">
                <a:solidFill>
                  <a:srgbClr val="121212"/>
                </a:solidFill>
                <a:latin typeface="Inter"/>
                <a:ea typeface="Inter"/>
                <a:cs typeface="Roboto"/>
              </a:rPr>
              <a:t>ülevaade</a:t>
            </a:r>
            <a:endParaRPr lang="en-US" sz="1600">
              <a:ea typeface="Inter"/>
            </a:endParaRPr>
          </a:p>
          <a:p>
            <a:pPr marL="285750" indent="-285750">
              <a:buFont typeface="Arial"/>
              <a:buChar char="•"/>
            </a:pPr>
            <a:r>
              <a:rPr lang="en-US" sz="1600" err="1">
                <a:solidFill>
                  <a:srgbClr val="121212"/>
                </a:solidFill>
                <a:latin typeface="Inter"/>
                <a:ea typeface="Inter"/>
                <a:cs typeface="Roboto"/>
              </a:rPr>
              <a:t>Andmete</a:t>
            </a:r>
            <a:r>
              <a:rPr lang="en-US" sz="1600">
                <a:solidFill>
                  <a:srgbClr val="121212"/>
                </a:solidFill>
                <a:latin typeface="Inter"/>
                <a:ea typeface="Inter"/>
                <a:cs typeface="Roboto"/>
              </a:rPr>
              <a:t> </a:t>
            </a:r>
            <a:r>
              <a:rPr lang="en-US" sz="1600" err="1">
                <a:solidFill>
                  <a:srgbClr val="121212"/>
                </a:solidFill>
                <a:latin typeface="Inter"/>
                <a:ea typeface="Inter"/>
                <a:cs typeface="Roboto"/>
              </a:rPr>
              <a:t>nähtavus</a:t>
            </a:r>
            <a:r>
              <a:rPr lang="en-US" sz="1600">
                <a:solidFill>
                  <a:srgbClr val="121212"/>
                </a:solidFill>
                <a:latin typeface="Inter"/>
                <a:ea typeface="Inter"/>
                <a:cs typeface="Roboto"/>
              </a:rPr>
              <a:t> </a:t>
            </a:r>
            <a:r>
              <a:rPr lang="en-US" sz="1600" err="1">
                <a:solidFill>
                  <a:srgbClr val="121212"/>
                </a:solidFill>
                <a:latin typeface="Inter"/>
                <a:ea typeface="Inter"/>
                <a:cs typeface="Roboto"/>
              </a:rPr>
              <a:t>äriüksuse</a:t>
            </a:r>
            <a:r>
              <a:rPr lang="en-US" sz="1600">
                <a:solidFill>
                  <a:srgbClr val="121212"/>
                </a:solidFill>
                <a:latin typeface="Inter"/>
                <a:ea typeface="Inter"/>
                <a:cs typeface="Roboto"/>
              </a:rPr>
              <a:t> </a:t>
            </a:r>
            <a:r>
              <a:rPr lang="en-US" sz="1600" err="1">
                <a:solidFill>
                  <a:srgbClr val="121212"/>
                </a:solidFill>
                <a:latin typeface="Inter"/>
                <a:ea typeface="Inter"/>
                <a:cs typeface="Roboto"/>
              </a:rPr>
              <a:t>kaupa</a:t>
            </a:r>
            <a:endParaRPr lang="en-US" sz="1600" err="1"/>
          </a:p>
          <a:p>
            <a:pPr marL="285750" indent="-285750">
              <a:buFont typeface="Arial"/>
              <a:buChar char="•"/>
            </a:pPr>
            <a:endParaRPr lang="en-US">
              <a:solidFill>
                <a:srgbClr val="121212"/>
              </a:solidFill>
              <a:latin typeface="Inter"/>
              <a:ea typeface="Inter"/>
              <a:cs typeface="Roboto"/>
            </a:endParaRP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AA49CD1A-9C6F-825B-3A71-A6E66A25F142}"/>
              </a:ext>
            </a:extLst>
          </p:cNvPr>
          <p:cNvSpPr txBox="1"/>
          <p:nvPr/>
        </p:nvSpPr>
        <p:spPr>
          <a:xfrm>
            <a:off x="8112122" y="4815615"/>
            <a:ext cx="3377840" cy="135421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buFont typeface="Arial"/>
              <a:buChar char="•"/>
            </a:pPr>
            <a:r>
              <a:rPr lang="en-US" sz="1600" err="1">
                <a:ea typeface="Inter"/>
                <a:cs typeface="Roboto"/>
              </a:rPr>
              <a:t>Raamatupidamissüsteemist</a:t>
            </a:r>
            <a:r>
              <a:rPr lang="en-US" sz="1600">
                <a:ea typeface="Inter"/>
                <a:cs typeface="Roboto"/>
              </a:rPr>
              <a:t> </a:t>
            </a:r>
            <a:r>
              <a:rPr lang="en-US" sz="1600" err="1">
                <a:ea typeface="Inter"/>
                <a:cs typeface="Roboto"/>
              </a:rPr>
              <a:t>andmelattu</a:t>
            </a:r>
            <a:r>
              <a:rPr lang="en-US" sz="1600">
                <a:ea typeface="Inter"/>
                <a:cs typeface="Roboto"/>
              </a:rPr>
              <a:t>, </a:t>
            </a:r>
            <a:r>
              <a:rPr lang="en-US" sz="1600" err="1">
                <a:ea typeface="Inter"/>
                <a:cs typeface="Roboto"/>
              </a:rPr>
              <a:t>laost</a:t>
            </a:r>
            <a:r>
              <a:rPr lang="en-US" sz="1600">
                <a:ea typeface="Inter"/>
                <a:cs typeface="Roboto"/>
              </a:rPr>
              <a:t> PowerBIsse</a:t>
            </a:r>
          </a:p>
          <a:p>
            <a:pPr marL="285750" indent="-285750">
              <a:buFont typeface="Arial"/>
              <a:buChar char="•"/>
            </a:pPr>
            <a:r>
              <a:rPr lang="en-US" sz="1600" err="1">
                <a:solidFill>
                  <a:srgbClr val="121212"/>
                </a:solidFill>
                <a:latin typeface="Inter"/>
                <a:ea typeface="Inter"/>
                <a:cs typeface="Roboto"/>
              </a:rPr>
              <a:t>Ligipääsu</a:t>
            </a:r>
            <a:r>
              <a:rPr lang="en-US" sz="1600">
                <a:solidFill>
                  <a:srgbClr val="121212"/>
                </a:solidFill>
                <a:latin typeface="Inter"/>
                <a:ea typeface="Inter"/>
                <a:cs typeface="Roboto"/>
              </a:rPr>
              <a:t> </a:t>
            </a:r>
            <a:r>
              <a:rPr lang="en-US" sz="1600" err="1">
                <a:solidFill>
                  <a:srgbClr val="121212"/>
                </a:solidFill>
                <a:latin typeface="Inter"/>
                <a:ea typeface="Inter"/>
                <a:cs typeface="Roboto"/>
              </a:rPr>
              <a:t>seadistamine</a:t>
            </a:r>
          </a:p>
          <a:p>
            <a:pPr marL="285750" indent="-285750">
              <a:buFont typeface="Arial"/>
              <a:buChar char="•"/>
            </a:pPr>
            <a:r>
              <a:rPr lang="en-US" sz="1600" err="1">
                <a:solidFill>
                  <a:srgbClr val="121212"/>
                </a:solidFill>
                <a:latin typeface="Inter"/>
                <a:ea typeface="Inter"/>
                <a:cs typeface="Roboto"/>
              </a:rPr>
              <a:t>Andmekvaliteedi</a:t>
            </a:r>
            <a:r>
              <a:rPr lang="en-US" sz="1600">
                <a:solidFill>
                  <a:srgbClr val="121212"/>
                </a:solidFill>
                <a:latin typeface="Inter"/>
                <a:ea typeface="Inter"/>
                <a:cs typeface="Roboto"/>
              </a:rPr>
              <a:t> </a:t>
            </a:r>
            <a:r>
              <a:rPr lang="en-US" sz="1600" err="1">
                <a:solidFill>
                  <a:srgbClr val="121212"/>
                </a:solidFill>
                <a:latin typeface="Inter"/>
                <a:ea typeface="Inter"/>
                <a:cs typeface="Roboto"/>
              </a:rPr>
              <a:t>kontrollid</a:t>
            </a:r>
          </a:p>
          <a:p>
            <a:pPr marL="285750" indent="-285750">
              <a:buFont typeface="Arial"/>
              <a:buChar char="•"/>
            </a:pPr>
            <a:endParaRPr lang="en-US">
              <a:solidFill>
                <a:srgbClr val="121212"/>
              </a:solidFill>
              <a:latin typeface="Inter"/>
              <a:ea typeface="Inter"/>
              <a:cs typeface="Roboto"/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D6B6FDF7-6444-A1CB-E21C-B3D3E9FF51DA}"/>
              </a:ext>
            </a:extLst>
          </p:cNvPr>
          <p:cNvSpPr txBox="1"/>
          <p:nvPr/>
        </p:nvSpPr>
        <p:spPr>
          <a:xfrm>
            <a:off x="824275" y="4815615"/>
            <a:ext cx="3377840" cy="184665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buFont typeface="Arial"/>
              <a:buChar char="•"/>
            </a:pPr>
            <a:r>
              <a:rPr lang="en-US" sz="1600" err="1">
                <a:solidFill>
                  <a:srgbClr val="121212"/>
                </a:solidFill>
                <a:latin typeface="Inter"/>
                <a:ea typeface="Inter"/>
                <a:cs typeface="Roboto"/>
              </a:rPr>
              <a:t>PowerBI</a:t>
            </a:r>
            <a:r>
              <a:rPr lang="en-US" sz="1600">
                <a:solidFill>
                  <a:srgbClr val="121212"/>
                </a:solidFill>
                <a:latin typeface="Inter"/>
                <a:ea typeface="Inter"/>
                <a:cs typeface="Roboto"/>
              </a:rPr>
              <a:t> </a:t>
            </a:r>
            <a:r>
              <a:rPr lang="en-US" sz="1600" err="1">
                <a:solidFill>
                  <a:srgbClr val="121212"/>
                </a:solidFill>
                <a:latin typeface="Inter"/>
                <a:ea typeface="Inter"/>
                <a:cs typeface="Roboto"/>
              </a:rPr>
              <a:t>raport</a:t>
            </a:r>
            <a:r>
              <a:rPr lang="en-US" sz="1600">
                <a:solidFill>
                  <a:srgbClr val="121212"/>
                </a:solidFill>
                <a:latin typeface="Inter"/>
                <a:ea typeface="Inter"/>
                <a:cs typeface="Roboto"/>
              </a:rPr>
              <a:t>: </a:t>
            </a:r>
            <a:endParaRPr lang="en-US" sz="1600">
              <a:solidFill>
                <a:srgbClr val="121212"/>
              </a:solidFill>
              <a:latin typeface="Inter"/>
              <a:ea typeface="Inter"/>
            </a:endParaRPr>
          </a:p>
          <a:p>
            <a:pPr marL="742950" lvl="1" indent="-285750">
              <a:buFont typeface="Arial"/>
              <a:buChar char="•"/>
            </a:pPr>
            <a:r>
              <a:rPr lang="en-US" sz="1600" err="1">
                <a:solidFill>
                  <a:srgbClr val="121212"/>
                </a:solidFill>
                <a:latin typeface="Inter"/>
                <a:ea typeface="Inter"/>
                <a:cs typeface="Roboto"/>
              </a:rPr>
              <a:t>Võlas</a:t>
            </a:r>
            <a:r>
              <a:rPr lang="en-US" sz="1600">
                <a:solidFill>
                  <a:srgbClr val="121212"/>
                </a:solidFill>
                <a:latin typeface="Inter"/>
                <a:ea typeface="Inter"/>
                <a:cs typeface="Roboto"/>
              </a:rPr>
              <a:t> </a:t>
            </a:r>
            <a:r>
              <a:rPr lang="en-US" sz="1600" err="1">
                <a:solidFill>
                  <a:srgbClr val="121212"/>
                </a:solidFill>
                <a:latin typeface="Inter"/>
                <a:ea typeface="Inter"/>
                <a:cs typeface="Roboto"/>
              </a:rPr>
              <a:t>olevate</a:t>
            </a:r>
            <a:r>
              <a:rPr lang="en-US" sz="1600">
                <a:solidFill>
                  <a:srgbClr val="121212"/>
                </a:solidFill>
                <a:latin typeface="Inter"/>
                <a:ea typeface="Inter"/>
                <a:cs typeface="Roboto"/>
              </a:rPr>
              <a:t> </a:t>
            </a:r>
            <a:r>
              <a:rPr lang="en-US" sz="1600" err="1">
                <a:solidFill>
                  <a:srgbClr val="121212"/>
                </a:solidFill>
                <a:latin typeface="Inter"/>
                <a:ea typeface="Inter"/>
                <a:cs typeface="Roboto"/>
              </a:rPr>
              <a:t>klientide</a:t>
            </a:r>
            <a:r>
              <a:rPr lang="en-US" sz="1600">
                <a:solidFill>
                  <a:srgbClr val="121212"/>
                </a:solidFill>
                <a:latin typeface="Inter"/>
                <a:ea typeface="Inter"/>
                <a:cs typeface="Roboto"/>
              </a:rPr>
              <a:t> arv ja summa</a:t>
            </a:r>
            <a:endParaRPr lang="en-US" sz="1600">
              <a:solidFill>
                <a:srgbClr val="121212"/>
              </a:solidFill>
              <a:latin typeface="Inter"/>
              <a:ea typeface="Inter"/>
            </a:endParaRPr>
          </a:p>
          <a:p>
            <a:pPr marL="742950" lvl="1" indent="-285750">
              <a:buFont typeface="Arial"/>
              <a:buChar char="•"/>
            </a:pPr>
            <a:r>
              <a:rPr lang="en-US" sz="1600" err="1">
                <a:solidFill>
                  <a:srgbClr val="121212"/>
                </a:solidFill>
                <a:latin typeface="Inter"/>
                <a:ea typeface="Inter"/>
                <a:cs typeface="Roboto"/>
              </a:rPr>
              <a:t>Võlglaste</a:t>
            </a:r>
            <a:r>
              <a:rPr lang="en-US" sz="1600">
                <a:solidFill>
                  <a:srgbClr val="121212"/>
                </a:solidFill>
                <a:latin typeface="Inter"/>
                <a:ea typeface="Inter"/>
                <a:cs typeface="Roboto"/>
              </a:rPr>
              <a:t> </a:t>
            </a:r>
            <a:r>
              <a:rPr lang="en-US" sz="1600" err="1">
                <a:solidFill>
                  <a:srgbClr val="121212"/>
                </a:solidFill>
                <a:latin typeface="Inter"/>
                <a:ea typeface="Inter"/>
                <a:cs typeface="Roboto"/>
              </a:rPr>
              <a:t>nimekiri</a:t>
            </a:r>
            <a:r>
              <a:rPr lang="en-US" sz="1600">
                <a:solidFill>
                  <a:srgbClr val="121212"/>
                </a:solidFill>
                <a:latin typeface="Inter"/>
                <a:ea typeface="Inter"/>
                <a:cs typeface="Roboto"/>
              </a:rPr>
              <a:t> </a:t>
            </a:r>
            <a:r>
              <a:rPr lang="en-US" sz="1600" err="1">
                <a:solidFill>
                  <a:srgbClr val="121212"/>
                </a:solidFill>
                <a:latin typeface="Inter"/>
                <a:ea typeface="Inter"/>
                <a:cs typeface="Roboto"/>
              </a:rPr>
              <a:t>tabelina</a:t>
            </a:r>
            <a:endParaRPr lang="en-US" sz="1600" err="1">
              <a:solidFill>
                <a:srgbClr val="121212"/>
              </a:solidFill>
              <a:latin typeface="Inter"/>
              <a:ea typeface="Inter"/>
            </a:endParaRPr>
          </a:p>
          <a:p>
            <a:pPr marL="285750" indent="-285750">
              <a:buFont typeface="Arial"/>
              <a:buChar char="•"/>
            </a:pPr>
            <a:endParaRPr lang="en-US" sz="1600">
              <a:solidFill>
                <a:srgbClr val="121212"/>
              </a:solidFill>
              <a:latin typeface="Inter"/>
              <a:ea typeface="Inter"/>
              <a:cs typeface="Roboto"/>
            </a:endParaRPr>
          </a:p>
          <a:p>
            <a:pPr marL="285750" indent="-285750">
              <a:buFont typeface="Arial"/>
              <a:buChar char="•"/>
            </a:pPr>
            <a:endParaRPr lang="en-US">
              <a:solidFill>
                <a:srgbClr val="121212"/>
              </a:solidFill>
              <a:latin typeface="Inter"/>
              <a:ea typeface="Inter"/>
              <a:cs typeface="Roboto"/>
            </a:endParaRP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BA36B15D-09C7-E237-FA40-FA87A5701E5A}"/>
              </a:ext>
            </a:extLst>
          </p:cNvPr>
          <p:cNvSpPr txBox="1"/>
          <p:nvPr/>
        </p:nvSpPr>
        <p:spPr>
          <a:xfrm>
            <a:off x="101352" y="2676152"/>
            <a:ext cx="3377840" cy="135421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buFont typeface="Arial"/>
              <a:buChar char="•"/>
            </a:pPr>
            <a:r>
              <a:rPr lang="en-US" sz="1600" err="1">
                <a:solidFill>
                  <a:srgbClr val="121212"/>
                </a:solidFill>
                <a:latin typeface="Inter"/>
                <a:ea typeface="Inter"/>
                <a:cs typeface="Roboto"/>
              </a:rPr>
              <a:t>Raporti</a:t>
            </a:r>
            <a:r>
              <a:rPr lang="en-US" sz="1600">
                <a:solidFill>
                  <a:srgbClr val="121212"/>
                </a:solidFill>
                <a:latin typeface="Inter"/>
                <a:ea typeface="Inter"/>
                <a:cs typeface="Roboto"/>
              </a:rPr>
              <a:t> </a:t>
            </a:r>
            <a:r>
              <a:rPr lang="en-US" sz="1600" err="1">
                <a:solidFill>
                  <a:srgbClr val="121212"/>
                </a:solidFill>
                <a:latin typeface="Inter"/>
                <a:ea typeface="Inter"/>
                <a:cs typeface="Roboto"/>
              </a:rPr>
              <a:t>esitlus</a:t>
            </a:r>
            <a:r>
              <a:rPr lang="en-US" sz="1600">
                <a:solidFill>
                  <a:srgbClr val="121212"/>
                </a:solidFill>
                <a:latin typeface="Inter"/>
                <a:ea typeface="Inter"/>
                <a:cs typeface="Roboto"/>
              </a:rPr>
              <a:t> </a:t>
            </a:r>
            <a:r>
              <a:rPr lang="en-US" sz="1600" err="1">
                <a:solidFill>
                  <a:srgbClr val="121212"/>
                </a:solidFill>
                <a:latin typeface="Inter"/>
                <a:ea typeface="Inter"/>
                <a:cs typeface="Roboto"/>
              </a:rPr>
              <a:t>juhtkonnale</a:t>
            </a:r>
            <a:endParaRPr lang="en-US" err="1">
              <a:ea typeface="Inter"/>
            </a:endParaRPr>
          </a:p>
          <a:p>
            <a:pPr marL="285750" indent="-285750">
              <a:buFont typeface="Arial"/>
              <a:buChar char="•"/>
            </a:pPr>
            <a:r>
              <a:rPr lang="en-US" sz="1600" err="1">
                <a:solidFill>
                  <a:srgbClr val="121212"/>
                </a:solidFill>
                <a:latin typeface="Inter"/>
                <a:ea typeface="Inter"/>
                <a:cs typeface="Roboto"/>
              </a:rPr>
              <a:t>Uued</a:t>
            </a:r>
            <a:r>
              <a:rPr lang="en-US" sz="1600">
                <a:solidFill>
                  <a:srgbClr val="121212"/>
                </a:solidFill>
                <a:latin typeface="Inter"/>
                <a:ea typeface="Inter"/>
                <a:cs typeface="Roboto"/>
              </a:rPr>
              <a:t> </a:t>
            </a:r>
            <a:r>
              <a:rPr lang="en-US" sz="1600" err="1">
                <a:solidFill>
                  <a:srgbClr val="121212"/>
                </a:solidFill>
                <a:latin typeface="Inter"/>
                <a:ea typeface="Inter"/>
                <a:cs typeface="Roboto"/>
              </a:rPr>
              <a:t>küsimused</a:t>
            </a:r>
            <a:r>
              <a:rPr lang="en-US" sz="1600">
                <a:solidFill>
                  <a:srgbClr val="121212"/>
                </a:solidFill>
                <a:latin typeface="Inter"/>
                <a:ea typeface="Inter"/>
                <a:cs typeface="Roboto"/>
              </a:rPr>
              <a:t>: </a:t>
            </a:r>
            <a:r>
              <a:rPr lang="en-US" sz="1600" err="1">
                <a:solidFill>
                  <a:srgbClr val="121212"/>
                </a:solidFill>
                <a:latin typeface="Inter"/>
                <a:ea typeface="Inter"/>
                <a:cs typeface="Roboto"/>
              </a:rPr>
              <a:t>kui</a:t>
            </a:r>
            <a:r>
              <a:rPr lang="en-US" sz="1600">
                <a:solidFill>
                  <a:srgbClr val="121212"/>
                </a:solidFill>
                <a:latin typeface="Inter"/>
                <a:ea typeface="Inter"/>
                <a:cs typeface="Roboto"/>
              </a:rPr>
              <a:t> </a:t>
            </a:r>
            <a:r>
              <a:rPr lang="en-US" sz="1600" err="1">
                <a:solidFill>
                  <a:srgbClr val="121212"/>
                </a:solidFill>
                <a:latin typeface="Inter"/>
                <a:ea typeface="Inter"/>
                <a:cs typeface="Roboto"/>
              </a:rPr>
              <a:t>vanad</a:t>
            </a:r>
            <a:r>
              <a:rPr lang="en-US" sz="1600">
                <a:solidFill>
                  <a:srgbClr val="121212"/>
                </a:solidFill>
                <a:latin typeface="Inter"/>
                <a:ea typeface="Inter"/>
                <a:cs typeface="Roboto"/>
              </a:rPr>
              <a:t> on </a:t>
            </a:r>
            <a:r>
              <a:rPr lang="en-US" sz="1600" err="1">
                <a:solidFill>
                  <a:srgbClr val="121212"/>
                </a:solidFill>
                <a:latin typeface="Inter"/>
                <a:ea typeface="Inter"/>
                <a:cs typeface="Roboto"/>
              </a:rPr>
              <a:t>võlad</a:t>
            </a:r>
            <a:r>
              <a:rPr lang="en-US" sz="1600">
                <a:solidFill>
                  <a:srgbClr val="121212"/>
                </a:solidFill>
                <a:latin typeface="Inter"/>
                <a:ea typeface="Inter"/>
                <a:cs typeface="Roboto"/>
              </a:rPr>
              <a:t>?</a:t>
            </a:r>
            <a:endParaRPr lang="en-US"/>
          </a:p>
          <a:p>
            <a:pPr marL="285750" indent="-285750">
              <a:buFont typeface="Arial"/>
              <a:buChar char="•"/>
            </a:pPr>
            <a:r>
              <a:rPr lang="en-US" sz="1600" err="1">
                <a:ea typeface="Inter"/>
                <a:cs typeface="Roboto"/>
              </a:rPr>
              <a:t>Võlglastele</a:t>
            </a:r>
            <a:r>
              <a:rPr lang="en-US" sz="1600">
                <a:ea typeface="Inter"/>
                <a:cs typeface="Roboto"/>
              </a:rPr>
              <a:t> </a:t>
            </a:r>
            <a:r>
              <a:rPr lang="en-US" sz="1600" err="1">
                <a:ea typeface="Inter"/>
                <a:cs typeface="Roboto"/>
              </a:rPr>
              <a:t>meeldetuletused</a:t>
            </a:r>
            <a:endParaRPr lang="en-US" sz="1600">
              <a:ea typeface="Inter"/>
              <a:cs typeface="Roboto"/>
            </a:endParaRPr>
          </a:p>
          <a:p>
            <a:pPr marL="285750" indent="-285750">
              <a:buFont typeface="Arial"/>
              <a:buChar char="•"/>
            </a:pPr>
            <a:endParaRPr lang="en-US">
              <a:solidFill>
                <a:srgbClr val="121212"/>
              </a:solidFill>
              <a:latin typeface="Inter"/>
              <a:ea typeface="Inter"/>
              <a:cs typeface="Roboto"/>
            </a:endParaRPr>
          </a:p>
        </p:txBody>
      </p:sp>
    </p:spTree>
    <p:extLst>
      <p:ext uri="{BB962C8B-B14F-4D97-AF65-F5344CB8AC3E}">
        <p14:creationId xmlns:p14="http://schemas.microsoft.com/office/powerpoint/2010/main" val="293131637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682BE7-0F1C-F1A5-49B7-68DAED408A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621F28-BF4F-866C-73C3-477B170AD9F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2800" b="1" err="1">
                <a:solidFill>
                  <a:srgbClr val="000000"/>
                </a:solidFill>
                <a:latin typeface="Arial"/>
                <a:cs typeface="Arial"/>
              </a:rPr>
              <a:t>Ülesanne</a:t>
            </a:r>
            <a:r>
              <a:rPr lang="en-US" sz="2800" b="1">
                <a:solidFill>
                  <a:srgbClr val="000000"/>
                </a:solidFill>
                <a:latin typeface="Arial"/>
                <a:cs typeface="Arial"/>
              </a:rPr>
              <a:t>: </a:t>
            </a:r>
            <a:r>
              <a:rPr lang="en-US" sz="2800" b="1" err="1">
                <a:solidFill>
                  <a:srgbClr val="000000"/>
                </a:solidFill>
                <a:latin typeface="Arial"/>
                <a:cs typeface="Arial"/>
              </a:rPr>
              <a:t>kuidas</a:t>
            </a:r>
            <a:r>
              <a:rPr lang="en-US" sz="2800" b="1">
                <a:solidFill>
                  <a:srgbClr val="000000"/>
                </a:solidFill>
                <a:latin typeface="Arial"/>
                <a:cs typeface="Arial"/>
              </a:rPr>
              <a:t> </a:t>
            </a:r>
            <a:r>
              <a:rPr lang="en-US" sz="2800" b="1" err="1">
                <a:solidFill>
                  <a:srgbClr val="000000"/>
                </a:solidFill>
                <a:latin typeface="Arial"/>
                <a:cs typeface="Arial"/>
              </a:rPr>
              <a:t>läheneksite</a:t>
            </a:r>
            <a:r>
              <a:rPr lang="en-US" sz="2800" b="1">
                <a:solidFill>
                  <a:srgbClr val="000000"/>
                </a:solidFill>
                <a:latin typeface="Arial"/>
                <a:cs typeface="Arial"/>
              </a:rPr>
              <a:t> </a:t>
            </a:r>
            <a:r>
              <a:rPr lang="en-US" sz="2800" b="1" err="1">
                <a:solidFill>
                  <a:srgbClr val="000000"/>
                </a:solidFill>
                <a:latin typeface="Arial"/>
                <a:cs typeface="Arial"/>
              </a:rPr>
              <a:t>probleemile</a:t>
            </a:r>
            <a:r>
              <a:rPr lang="en-US" sz="2800" b="1">
                <a:solidFill>
                  <a:srgbClr val="000000"/>
                </a:solidFill>
                <a:latin typeface="Arial"/>
                <a:cs typeface="Arial"/>
              </a:rPr>
              <a:t> </a:t>
            </a:r>
            <a:r>
              <a:rPr lang="en-US" sz="2800" b="1" err="1">
                <a:solidFill>
                  <a:srgbClr val="000000"/>
                </a:solidFill>
                <a:latin typeface="Arial"/>
                <a:cs typeface="Arial"/>
              </a:rPr>
              <a:t>andmeanalüütika</a:t>
            </a:r>
            <a:r>
              <a:rPr lang="en-US" sz="2800" b="1">
                <a:solidFill>
                  <a:srgbClr val="000000"/>
                </a:solidFill>
                <a:latin typeface="Arial"/>
                <a:cs typeface="Arial"/>
              </a:rPr>
              <a:t> </a:t>
            </a:r>
            <a:r>
              <a:rPr lang="en-US" sz="2800" b="1" err="1">
                <a:solidFill>
                  <a:srgbClr val="000000"/>
                </a:solidFill>
                <a:latin typeface="Arial"/>
                <a:cs typeface="Arial"/>
              </a:rPr>
              <a:t>protsessist</a:t>
            </a:r>
            <a:r>
              <a:rPr lang="en-US" sz="2800" b="1">
                <a:solidFill>
                  <a:srgbClr val="000000"/>
                </a:solidFill>
                <a:latin typeface="Arial"/>
                <a:cs typeface="Arial"/>
              </a:rPr>
              <a:t> </a:t>
            </a:r>
            <a:r>
              <a:rPr lang="en-US" sz="2800" b="1" err="1">
                <a:solidFill>
                  <a:srgbClr val="000000"/>
                </a:solidFill>
                <a:latin typeface="Arial"/>
                <a:cs typeface="Arial"/>
              </a:rPr>
              <a:t>lähtuvalt</a:t>
            </a:r>
            <a:r>
              <a:rPr lang="en-US" sz="2800" b="1">
                <a:solidFill>
                  <a:srgbClr val="000000"/>
                </a:solidFill>
                <a:latin typeface="Arial"/>
                <a:cs typeface="Arial"/>
              </a:rPr>
              <a:t>?</a:t>
            </a:r>
            <a:endParaRPr lang="en-US"/>
          </a:p>
        </p:txBody>
      </p:sp>
      <p:sp>
        <p:nvSpPr>
          <p:cNvPr id="28" name="Content Placeholder 27">
            <a:extLst>
              <a:ext uri="{FF2B5EF4-FFF2-40B4-BE49-F238E27FC236}">
                <a16:creationId xmlns:a16="http://schemas.microsoft.com/office/drawing/2014/main" id="{85D138DD-AD25-7EB4-F5DD-F35E414923B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1716648"/>
            <a:ext cx="10885021" cy="4163078"/>
          </a:xfrm>
        </p:spPr>
        <p:txBody>
          <a:bodyPr/>
          <a:lstStyle/>
          <a:p>
            <a:r>
              <a:rPr lang="en-US" sz="2400" err="1">
                <a:ea typeface="Inter"/>
              </a:rPr>
              <a:t>Müügijuht</a:t>
            </a:r>
            <a:r>
              <a:rPr lang="en-US" sz="2400">
                <a:ea typeface="Inter"/>
              </a:rPr>
              <a:t> </a:t>
            </a:r>
            <a:r>
              <a:rPr lang="en-US" sz="2400" err="1">
                <a:ea typeface="Inter"/>
              </a:rPr>
              <a:t>tuleb</a:t>
            </a:r>
            <a:r>
              <a:rPr lang="en-US" sz="2400">
                <a:ea typeface="Inter"/>
              </a:rPr>
              <a:t> </a:t>
            </a:r>
            <a:r>
              <a:rPr lang="en-US" sz="2400" err="1">
                <a:ea typeface="Inter"/>
              </a:rPr>
              <a:t>teie</a:t>
            </a:r>
            <a:r>
              <a:rPr lang="en-US" sz="2400">
                <a:ea typeface="Inter"/>
              </a:rPr>
              <a:t> </a:t>
            </a:r>
            <a:r>
              <a:rPr lang="en-US" sz="2400" err="1">
                <a:ea typeface="Inter"/>
              </a:rPr>
              <a:t>juurde</a:t>
            </a:r>
            <a:r>
              <a:rPr lang="en-US" sz="2400">
                <a:ea typeface="Inter"/>
              </a:rPr>
              <a:t> </a:t>
            </a:r>
            <a:r>
              <a:rPr lang="en-US" sz="2400" err="1">
                <a:ea typeface="Inter"/>
              </a:rPr>
              <a:t>murega</a:t>
            </a:r>
            <a:r>
              <a:rPr lang="en-US" sz="2400">
                <a:ea typeface="Inter"/>
              </a:rPr>
              <a:t>, et </a:t>
            </a:r>
            <a:r>
              <a:rPr lang="en-US" sz="2400" err="1">
                <a:ea typeface="Inter"/>
              </a:rPr>
              <a:t>müügitulu</a:t>
            </a:r>
            <a:r>
              <a:rPr lang="en-US" sz="2400">
                <a:ea typeface="Inter"/>
              </a:rPr>
              <a:t> on </a:t>
            </a:r>
            <a:r>
              <a:rPr lang="en-US" sz="2400" err="1">
                <a:ea typeface="Inter"/>
              </a:rPr>
              <a:t>languses</a:t>
            </a:r>
            <a:r>
              <a:rPr lang="en-US" sz="2400">
                <a:ea typeface="Inter"/>
              </a:rPr>
              <a:t> </a:t>
            </a:r>
            <a:r>
              <a:rPr lang="en-US" sz="2400" err="1">
                <a:ea typeface="Inter"/>
              </a:rPr>
              <a:t>ning</a:t>
            </a:r>
            <a:r>
              <a:rPr lang="en-US" sz="2400">
                <a:ea typeface="Inter"/>
              </a:rPr>
              <a:t> ta </a:t>
            </a:r>
            <a:r>
              <a:rPr lang="en-US" sz="2400" err="1">
                <a:ea typeface="Inter"/>
              </a:rPr>
              <a:t>sooviks</a:t>
            </a:r>
            <a:r>
              <a:rPr lang="en-US" sz="2400">
                <a:ea typeface="Inter"/>
              </a:rPr>
              <a:t> </a:t>
            </a:r>
            <a:r>
              <a:rPr lang="en-US" sz="2400" err="1">
                <a:ea typeface="Inter"/>
              </a:rPr>
              <a:t>teada</a:t>
            </a:r>
            <a:r>
              <a:rPr lang="en-US" sz="2400">
                <a:ea typeface="Inter"/>
              </a:rPr>
              <a:t>, </a:t>
            </a:r>
            <a:r>
              <a:rPr lang="en-US" sz="2400" err="1">
                <a:ea typeface="Inter"/>
              </a:rPr>
              <a:t>miks</a:t>
            </a:r>
            <a:r>
              <a:rPr lang="en-US" sz="2400">
                <a:ea typeface="Inter"/>
              </a:rPr>
              <a:t>.</a:t>
            </a:r>
          </a:p>
          <a:p>
            <a:pPr marL="0" indent="0">
              <a:buNone/>
            </a:pPr>
            <a:endParaRPr lang="en-US" sz="2400">
              <a:ea typeface="Inter"/>
            </a:endParaRPr>
          </a:p>
          <a:p>
            <a:pPr marL="285750" indent="-285750">
              <a:lnSpc>
                <a:spcPct val="150000"/>
              </a:lnSpc>
            </a:pPr>
            <a:r>
              <a:rPr lang="en-US" sz="2400" err="1">
                <a:ea typeface="Inter"/>
              </a:rPr>
              <a:t>Probleem</a:t>
            </a:r>
            <a:r>
              <a:rPr lang="en-US" sz="2400">
                <a:ea typeface="Inter"/>
              </a:rPr>
              <a:t> - mis </a:t>
            </a:r>
            <a:r>
              <a:rPr lang="en-US" sz="2400" err="1">
                <a:ea typeface="Inter"/>
              </a:rPr>
              <a:t>küsimusele</a:t>
            </a:r>
            <a:r>
              <a:rPr lang="en-US" sz="2400">
                <a:ea typeface="Inter"/>
              </a:rPr>
              <a:t> </a:t>
            </a:r>
            <a:r>
              <a:rPr lang="en-US" sz="2400" err="1">
                <a:ea typeface="Inter"/>
              </a:rPr>
              <a:t>otsite</a:t>
            </a:r>
            <a:r>
              <a:rPr lang="en-US" sz="2400">
                <a:ea typeface="Inter"/>
              </a:rPr>
              <a:t> </a:t>
            </a:r>
            <a:r>
              <a:rPr lang="en-US" sz="2400" err="1">
                <a:ea typeface="Inter"/>
              </a:rPr>
              <a:t>vastust</a:t>
            </a:r>
            <a:r>
              <a:rPr lang="en-US" sz="2400">
                <a:ea typeface="Inter"/>
              </a:rPr>
              <a:t>?</a:t>
            </a:r>
          </a:p>
          <a:p>
            <a:pPr>
              <a:lnSpc>
                <a:spcPct val="150000"/>
              </a:lnSpc>
            </a:pPr>
            <a:r>
              <a:rPr lang="en-US" sz="2400" err="1">
                <a:ea typeface="Inter"/>
              </a:rPr>
              <a:t>Plaan</a:t>
            </a:r>
            <a:r>
              <a:rPr lang="en-US" sz="2400">
                <a:ea typeface="Inter"/>
              </a:rPr>
              <a:t> - </a:t>
            </a:r>
            <a:r>
              <a:rPr lang="en-US" sz="2400" err="1">
                <a:ea typeface="Inter"/>
              </a:rPr>
              <a:t>kuidas</a:t>
            </a:r>
            <a:r>
              <a:rPr lang="en-US" sz="2400">
                <a:ea typeface="Inter"/>
              </a:rPr>
              <a:t> ja </a:t>
            </a:r>
            <a:r>
              <a:rPr lang="en-US" sz="2400" err="1">
                <a:ea typeface="Inter"/>
              </a:rPr>
              <a:t>mida</a:t>
            </a:r>
            <a:r>
              <a:rPr lang="en-US" sz="2400">
                <a:ea typeface="Inter"/>
              </a:rPr>
              <a:t> </a:t>
            </a:r>
            <a:r>
              <a:rPr lang="en-US" sz="2400" err="1">
                <a:ea typeface="Inter"/>
              </a:rPr>
              <a:t>mõõdate</a:t>
            </a:r>
            <a:r>
              <a:rPr lang="en-US" sz="2400">
                <a:ea typeface="Inter"/>
              </a:rPr>
              <a:t>? </a:t>
            </a:r>
          </a:p>
          <a:p>
            <a:pPr>
              <a:lnSpc>
                <a:spcPct val="150000"/>
              </a:lnSpc>
            </a:pPr>
            <a:r>
              <a:rPr lang="en-US" sz="2400" err="1">
                <a:ea typeface="Inter"/>
              </a:rPr>
              <a:t>Andmestik</a:t>
            </a:r>
            <a:r>
              <a:rPr lang="en-US" sz="2400">
                <a:ea typeface="Inter"/>
              </a:rPr>
              <a:t> - </a:t>
            </a:r>
            <a:r>
              <a:rPr lang="en-US" sz="2400" err="1">
                <a:ea typeface="Inter"/>
              </a:rPr>
              <a:t>kust</a:t>
            </a:r>
            <a:r>
              <a:rPr lang="en-US" sz="2400">
                <a:ea typeface="Inter"/>
              </a:rPr>
              <a:t> ja </a:t>
            </a:r>
            <a:r>
              <a:rPr lang="en-US" sz="2400" err="1">
                <a:ea typeface="Inter"/>
              </a:rPr>
              <a:t>kuidas</a:t>
            </a:r>
            <a:r>
              <a:rPr lang="en-US" sz="2400">
                <a:ea typeface="Inter"/>
              </a:rPr>
              <a:t> </a:t>
            </a:r>
            <a:r>
              <a:rPr lang="en-US" sz="2400" err="1">
                <a:ea typeface="Inter"/>
              </a:rPr>
              <a:t>kogute</a:t>
            </a:r>
            <a:r>
              <a:rPr lang="en-US" sz="2400">
                <a:ea typeface="Inter"/>
              </a:rPr>
              <a:t> </a:t>
            </a:r>
            <a:r>
              <a:rPr lang="en-US" sz="2400" err="1">
                <a:ea typeface="Inter"/>
              </a:rPr>
              <a:t>ning</a:t>
            </a:r>
            <a:r>
              <a:rPr lang="en-US" sz="2400">
                <a:ea typeface="Inter"/>
              </a:rPr>
              <a:t> </a:t>
            </a:r>
            <a:r>
              <a:rPr lang="en-US" sz="2400" err="1">
                <a:ea typeface="Inter"/>
              </a:rPr>
              <a:t>puhastate</a:t>
            </a:r>
            <a:r>
              <a:rPr lang="en-US" sz="2400">
                <a:ea typeface="Inter"/>
              </a:rPr>
              <a:t> </a:t>
            </a:r>
            <a:r>
              <a:rPr lang="en-US" sz="2400" err="1">
                <a:ea typeface="Inter"/>
              </a:rPr>
              <a:t>andmed</a:t>
            </a:r>
            <a:r>
              <a:rPr lang="en-US" sz="2400">
                <a:ea typeface="Inter"/>
              </a:rPr>
              <a:t>?</a:t>
            </a:r>
          </a:p>
          <a:p>
            <a:pPr>
              <a:lnSpc>
                <a:spcPct val="150000"/>
              </a:lnSpc>
            </a:pPr>
            <a:r>
              <a:rPr lang="en-US" sz="2400" err="1">
                <a:ea typeface="Inter"/>
              </a:rPr>
              <a:t>Analüüs</a:t>
            </a:r>
            <a:r>
              <a:rPr lang="en-US" sz="2400">
                <a:ea typeface="Inter"/>
              </a:rPr>
              <a:t> - </a:t>
            </a:r>
            <a:r>
              <a:rPr lang="en-US" sz="2400" err="1">
                <a:ea typeface="Inter"/>
              </a:rPr>
              <a:t>milliseid</a:t>
            </a:r>
            <a:r>
              <a:rPr lang="en-US" sz="2400">
                <a:ea typeface="Inter"/>
              </a:rPr>
              <a:t> </a:t>
            </a:r>
            <a:r>
              <a:rPr lang="en-US" sz="2400" err="1">
                <a:ea typeface="Inter"/>
              </a:rPr>
              <a:t>visuaale</a:t>
            </a:r>
            <a:r>
              <a:rPr lang="en-US" sz="2400">
                <a:ea typeface="Inter"/>
              </a:rPr>
              <a:t> </a:t>
            </a:r>
            <a:r>
              <a:rPr lang="en-US" sz="2400" err="1">
                <a:ea typeface="Inter"/>
              </a:rPr>
              <a:t>loote</a:t>
            </a:r>
            <a:r>
              <a:rPr lang="en-US" sz="2400">
                <a:ea typeface="Inter"/>
              </a:rPr>
              <a:t> </a:t>
            </a:r>
            <a:r>
              <a:rPr lang="en-US" sz="2400" err="1">
                <a:ea typeface="Inter"/>
              </a:rPr>
              <a:t>või</a:t>
            </a:r>
            <a:r>
              <a:rPr lang="en-US" sz="2400">
                <a:ea typeface="Inter"/>
              </a:rPr>
              <a:t> </a:t>
            </a:r>
            <a:r>
              <a:rPr lang="en-US" sz="2400" err="1">
                <a:ea typeface="Inter"/>
              </a:rPr>
              <a:t>statistilist</a:t>
            </a:r>
            <a:r>
              <a:rPr lang="en-US" sz="2400">
                <a:ea typeface="Inter"/>
              </a:rPr>
              <a:t> </a:t>
            </a:r>
            <a:r>
              <a:rPr lang="en-US" sz="2400" err="1">
                <a:ea typeface="Inter"/>
              </a:rPr>
              <a:t>analüüsi</a:t>
            </a:r>
            <a:r>
              <a:rPr lang="en-US" sz="2400">
                <a:ea typeface="Inter"/>
              </a:rPr>
              <a:t> </a:t>
            </a:r>
            <a:r>
              <a:rPr lang="en-US" sz="2400" err="1">
                <a:ea typeface="Inter"/>
              </a:rPr>
              <a:t>kasutate</a:t>
            </a:r>
            <a:r>
              <a:rPr lang="en-US" sz="2400">
                <a:ea typeface="Inter"/>
              </a:rPr>
              <a:t>?</a:t>
            </a:r>
          </a:p>
          <a:p>
            <a:pPr>
              <a:lnSpc>
                <a:spcPct val="150000"/>
              </a:lnSpc>
            </a:pPr>
            <a:r>
              <a:rPr lang="en-US" sz="2400" err="1">
                <a:ea typeface="Inter"/>
              </a:rPr>
              <a:t>Järeldus</a:t>
            </a:r>
            <a:r>
              <a:rPr lang="en-US" sz="2400">
                <a:ea typeface="Inter"/>
              </a:rPr>
              <a:t> - </a:t>
            </a:r>
            <a:r>
              <a:rPr lang="en-US" sz="2400" err="1">
                <a:ea typeface="Inter"/>
              </a:rPr>
              <a:t>mida</a:t>
            </a:r>
            <a:r>
              <a:rPr lang="en-US" sz="2400">
                <a:ea typeface="Inter"/>
              </a:rPr>
              <a:t> </a:t>
            </a:r>
            <a:r>
              <a:rPr lang="en-US" sz="2400" err="1">
                <a:ea typeface="Inter"/>
              </a:rPr>
              <a:t>esitlete</a:t>
            </a:r>
            <a:r>
              <a:rPr lang="en-US" sz="2400">
                <a:ea typeface="Inter"/>
              </a:rPr>
              <a:t>?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200634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5081C9-4D04-5D73-0F37-33344D6112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BC3CB3-13B0-E4BC-240B-E44D54C6015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3600" b="1" err="1"/>
              <a:t>Andmeanalüüsi</a:t>
            </a:r>
            <a:r>
              <a:rPr lang="en-US" sz="3600" b="1"/>
              <a:t> </a:t>
            </a:r>
            <a:r>
              <a:rPr lang="en-US" sz="3600" b="1" err="1"/>
              <a:t>tasandid</a:t>
            </a:r>
            <a:endParaRPr lang="en-US" err="1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FEFCD0-1FCC-3A63-E6B5-3F68D1BCF2A1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sz="2000" err="1">
                <a:ea typeface="Inter"/>
                <a:cs typeface="Arial"/>
              </a:rPr>
              <a:t>Kirjeldav</a:t>
            </a:r>
            <a:r>
              <a:rPr lang="en-US" sz="2000">
                <a:ea typeface="Inter"/>
                <a:cs typeface="Arial"/>
              </a:rPr>
              <a:t> </a:t>
            </a:r>
            <a:r>
              <a:rPr lang="en-US" sz="2000" err="1">
                <a:ea typeface="Inter"/>
                <a:cs typeface="Arial"/>
              </a:rPr>
              <a:t>analüüs</a:t>
            </a:r>
            <a:r>
              <a:rPr lang="en-US" sz="2000">
                <a:ea typeface="Inter"/>
                <a:cs typeface="Arial"/>
              </a:rPr>
              <a:t> - mis </a:t>
            </a:r>
            <a:r>
              <a:rPr lang="en-US" sz="2000" err="1">
                <a:ea typeface="Inter"/>
                <a:cs typeface="Arial"/>
              </a:rPr>
              <a:t>juhtus</a:t>
            </a:r>
            <a:r>
              <a:rPr lang="en-US" sz="2000">
                <a:ea typeface="Inter"/>
                <a:cs typeface="Arial"/>
              </a:rPr>
              <a:t>?</a:t>
            </a:r>
            <a:endParaRPr lang="en-US" sz="2000">
              <a:cs typeface="Arial"/>
            </a:endParaRPr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err="1">
                <a:ea typeface="Inter"/>
                <a:cs typeface="Arial"/>
              </a:rPr>
              <a:t>Nt</a:t>
            </a:r>
            <a:r>
              <a:rPr lang="en-US">
                <a:ea typeface="Inter"/>
                <a:cs typeface="Arial"/>
              </a:rPr>
              <a:t> </a:t>
            </a:r>
            <a:r>
              <a:rPr lang="en-US" err="1">
                <a:ea typeface="Inter"/>
                <a:cs typeface="Arial"/>
              </a:rPr>
              <a:t>võlas</a:t>
            </a:r>
            <a:r>
              <a:rPr lang="en-US">
                <a:ea typeface="Inter"/>
                <a:cs typeface="Arial"/>
              </a:rPr>
              <a:t> </a:t>
            </a:r>
            <a:r>
              <a:rPr lang="en-US" err="1">
                <a:ea typeface="Inter"/>
                <a:cs typeface="Arial"/>
              </a:rPr>
              <a:t>klientide</a:t>
            </a:r>
            <a:r>
              <a:rPr lang="en-US">
                <a:ea typeface="Inter"/>
                <a:cs typeface="Arial"/>
              </a:rPr>
              <a:t> </a:t>
            </a:r>
            <a:r>
              <a:rPr lang="en-US" err="1">
                <a:ea typeface="Inter"/>
                <a:cs typeface="Arial"/>
              </a:rPr>
              <a:t>arv</a:t>
            </a:r>
            <a:r>
              <a:rPr lang="en-US">
                <a:ea typeface="Inter"/>
                <a:cs typeface="Arial"/>
              </a:rPr>
              <a:t> on </a:t>
            </a:r>
            <a:r>
              <a:rPr lang="en-US" err="1">
                <a:ea typeface="Inter"/>
                <a:cs typeface="Arial"/>
              </a:rPr>
              <a:t>tõusnud</a:t>
            </a:r>
            <a:r>
              <a:rPr lang="en-US">
                <a:ea typeface="Inter"/>
                <a:cs typeface="Arial"/>
              </a:rPr>
              <a:t> </a:t>
            </a:r>
            <a:r>
              <a:rPr lang="en-US" err="1">
                <a:ea typeface="Inter"/>
                <a:cs typeface="Arial"/>
              </a:rPr>
              <a:t>eelmise</a:t>
            </a:r>
            <a:r>
              <a:rPr lang="en-US">
                <a:ea typeface="Inter"/>
                <a:cs typeface="Arial"/>
              </a:rPr>
              <a:t> </a:t>
            </a:r>
            <a:r>
              <a:rPr lang="en-US" err="1">
                <a:ea typeface="Inter"/>
                <a:cs typeface="Arial"/>
              </a:rPr>
              <a:t>aastaga</a:t>
            </a:r>
            <a:r>
              <a:rPr lang="en-US">
                <a:ea typeface="Inter"/>
                <a:cs typeface="Arial"/>
              </a:rPr>
              <a:t> </a:t>
            </a:r>
            <a:r>
              <a:rPr lang="en-US" err="1">
                <a:ea typeface="Inter"/>
                <a:cs typeface="Arial"/>
              </a:rPr>
              <a:t>võrreldes</a:t>
            </a:r>
            <a:endParaRPr lang="en-US">
              <a:ea typeface="Inter"/>
              <a:cs typeface="Arial"/>
            </a:endParaRPr>
          </a:p>
          <a:p>
            <a:pPr>
              <a:lnSpc>
                <a:spcPct val="150000"/>
              </a:lnSpc>
            </a:pPr>
            <a:r>
              <a:rPr lang="en-US" sz="2000" err="1">
                <a:ea typeface="Inter"/>
                <a:cs typeface="Arial"/>
              </a:rPr>
              <a:t>Diagnostiline</a:t>
            </a:r>
            <a:r>
              <a:rPr lang="en-US" sz="2000">
                <a:ea typeface="Inter"/>
                <a:cs typeface="Arial"/>
              </a:rPr>
              <a:t> </a:t>
            </a:r>
            <a:r>
              <a:rPr lang="en-US" sz="2000" err="1">
                <a:ea typeface="Inter"/>
                <a:cs typeface="Arial"/>
              </a:rPr>
              <a:t>analüüs</a:t>
            </a:r>
            <a:r>
              <a:rPr lang="en-US" sz="2000">
                <a:ea typeface="Inter"/>
                <a:cs typeface="Arial"/>
              </a:rPr>
              <a:t> - </a:t>
            </a:r>
            <a:r>
              <a:rPr lang="en-US" sz="2000" err="1">
                <a:ea typeface="Inter"/>
                <a:cs typeface="Arial"/>
              </a:rPr>
              <a:t>miks</a:t>
            </a:r>
            <a:r>
              <a:rPr lang="en-US" sz="2000">
                <a:ea typeface="Inter"/>
                <a:cs typeface="Arial"/>
              </a:rPr>
              <a:t> </a:t>
            </a:r>
            <a:r>
              <a:rPr lang="en-US" sz="2000" err="1">
                <a:ea typeface="Inter"/>
                <a:cs typeface="Arial"/>
              </a:rPr>
              <a:t>juhtus</a:t>
            </a:r>
            <a:r>
              <a:rPr lang="en-US" sz="2000">
                <a:ea typeface="Inter"/>
                <a:cs typeface="Arial"/>
              </a:rPr>
              <a:t>?</a:t>
            </a:r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err="1">
                <a:ea typeface="Inter"/>
                <a:cs typeface="Arial"/>
              </a:rPr>
              <a:t>Nt</a:t>
            </a:r>
            <a:r>
              <a:rPr lang="en-US">
                <a:ea typeface="Inter"/>
                <a:cs typeface="Arial"/>
              </a:rPr>
              <a:t> </a:t>
            </a:r>
            <a:r>
              <a:rPr lang="en-US" err="1">
                <a:ea typeface="Inter"/>
                <a:cs typeface="Arial"/>
              </a:rPr>
              <a:t>rohkem</a:t>
            </a:r>
            <a:r>
              <a:rPr lang="en-US">
                <a:ea typeface="Inter"/>
                <a:cs typeface="Arial"/>
              </a:rPr>
              <a:t> </a:t>
            </a:r>
            <a:r>
              <a:rPr lang="en-US" err="1">
                <a:ea typeface="Inter"/>
                <a:cs typeface="Arial"/>
              </a:rPr>
              <a:t>noori</a:t>
            </a:r>
            <a:r>
              <a:rPr lang="en-US">
                <a:ea typeface="Inter"/>
                <a:cs typeface="Arial"/>
              </a:rPr>
              <a:t> </a:t>
            </a:r>
            <a:r>
              <a:rPr lang="en-US" err="1">
                <a:ea typeface="Inter"/>
                <a:cs typeface="Arial"/>
              </a:rPr>
              <a:t>kliente</a:t>
            </a:r>
            <a:r>
              <a:rPr lang="en-US">
                <a:ea typeface="Inter"/>
                <a:cs typeface="Arial"/>
              </a:rPr>
              <a:t> </a:t>
            </a:r>
            <a:r>
              <a:rPr lang="en-US" err="1">
                <a:ea typeface="Inter"/>
                <a:cs typeface="Arial"/>
              </a:rPr>
              <a:t>ning</a:t>
            </a:r>
            <a:r>
              <a:rPr lang="en-US">
                <a:ea typeface="Inter"/>
                <a:cs typeface="Arial"/>
              </a:rPr>
              <a:t> </a:t>
            </a:r>
            <a:r>
              <a:rPr lang="en-US" err="1">
                <a:ea typeface="Inter"/>
                <a:cs typeface="Arial"/>
              </a:rPr>
              <a:t>nooremas</a:t>
            </a:r>
            <a:r>
              <a:rPr lang="en-US">
                <a:ea typeface="Inter"/>
                <a:cs typeface="Arial"/>
              </a:rPr>
              <a:t> </a:t>
            </a:r>
            <a:r>
              <a:rPr lang="en-US" err="1">
                <a:ea typeface="Inter"/>
                <a:cs typeface="Arial"/>
              </a:rPr>
              <a:t>vanusrühmas</a:t>
            </a:r>
            <a:r>
              <a:rPr lang="en-US">
                <a:ea typeface="Inter"/>
                <a:cs typeface="Arial"/>
              </a:rPr>
              <a:t> </a:t>
            </a:r>
            <a:r>
              <a:rPr lang="en-US" err="1">
                <a:ea typeface="Inter"/>
                <a:cs typeface="Arial"/>
              </a:rPr>
              <a:t>võlgnevuste</a:t>
            </a:r>
            <a:r>
              <a:rPr lang="en-US">
                <a:ea typeface="Inter"/>
                <a:cs typeface="Arial"/>
              </a:rPr>
              <a:t> hulk </a:t>
            </a:r>
            <a:r>
              <a:rPr lang="en-US" err="1">
                <a:ea typeface="Inter"/>
                <a:cs typeface="Arial"/>
              </a:rPr>
              <a:t>suurem</a:t>
            </a:r>
            <a:endParaRPr lang="en-US">
              <a:ea typeface="Inter"/>
              <a:cs typeface="Arial"/>
            </a:endParaRPr>
          </a:p>
          <a:p>
            <a:pPr>
              <a:lnSpc>
                <a:spcPct val="150000"/>
              </a:lnSpc>
            </a:pPr>
            <a:r>
              <a:rPr lang="en-US" sz="2000" err="1">
                <a:ea typeface="Inter"/>
                <a:cs typeface="Arial"/>
              </a:rPr>
              <a:t>Ennustav</a:t>
            </a:r>
            <a:r>
              <a:rPr lang="en-US" sz="2000">
                <a:ea typeface="Inter"/>
                <a:cs typeface="Arial"/>
              </a:rPr>
              <a:t> </a:t>
            </a:r>
            <a:r>
              <a:rPr lang="en-US" sz="2000" err="1">
                <a:ea typeface="Inter"/>
                <a:cs typeface="Arial"/>
              </a:rPr>
              <a:t>analüüs</a:t>
            </a:r>
            <a:r>
              <a:rPr lang="en-US" sz="2000">
                <a:ea typeface="Inter"/>
                <a:cs typeface="Arial"/>
              </a:rPr>
              <a:t> - mis </a:t>
            </a:r>
            <a:r>
              <a:rPr lang="en-US" sz="2000" err="1">
                <a:ea typeface="Inter"/>
                <a:cs typeface="Arial"/>
              </a:rPr>
              <a:t>edasi</a:t>
            </a:r>
            <a:r>
              <a:rPr lang="en-US" sz="2000">
                <a:ea typeface="Inter"/>
                <a:cs typeface="Arial"/>
              </a:rPr>
              <a:t> </a:t>
            </a:r>
            <a:r>
              <a:rPr lang="en-US" sz="2000" err="1">
                <a:ea typeface="Inter"/>
                <a:cs typeface="Arial"/>
              </a:rPr>
              <a:t>juhtub</a:t>
            </a:r>
            <a:r>
              <a:rPr lang="en-US" sz="2000">
                <a:ea typeface="Inter"/>
                <a:cs typeface="Arial"/>
              </a:rPr>
              <a:t>?</a:t>
            </a:r>
            <a:endParaRPr lang="en-US" sz="2000" err="1">
              <a:cs typeface="Arial"/>
            </a:endParaRPr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err="1">
                <a:ea typeface="Inter"/>
                <a:cs typeface="Arial"/>
              </a:rPr>
              <a:t>Nt</a:t>
            </a:r>
            <a:r>
              <a:rPr lang="en-US">
                <a:ea typeface="Inter"/>
                <a:cs typeface="Arial"/>
              </a:rPr>
              <a:t> </a:t>
            </a:r>
            <a:r>
              <a:rPr lang="en-US" err="1">
                <a:ea typeface="Inter"/>
                <a:cs typeface="Arial"/>
              </a:rPr>
              <a:t>võlgnevuste</a:t>
            </a:r>
            <a:r>
              <a:rPr lang="en-US">
                <a:ea typeface="Inter"/>
                <a:cs typeface="Arial"/>
              </a:rPr>
              <a:t> </a:t>
            </a:r>
            <a:r>
              <a:rPr lang="en-US" err="1">
                <a:ea typeface="Inter"/>
                <a:cs typeface="Arial"/>
              </a:rPr>
              <a:t>arv</a:t>
            </a:r>
            <a:r>
              <a:rPr lang="en-US">
                <a:ea typeface="Inter"/>
                <a:cs typeface="Arial"/>
              </a:rPr>
              <a:t> </a:t>
            </a:r>
            <a:r>
              <a:rPr lang="en-US" err="1">
                <a:ea typeface="Inter"/>
                <a:cs typeface="Arial"/>
              </a:rPr>
              <a:t>jätkab</a:t>
            </a:r>
            <a:r>
              <a:rPr lang="en-US">
                <a:ea typeface="Inter"/>
                <a:cs typeface="Arial"/>
              </a:rPr>
              <a:t> </a:t>
            </a:r>
            <a:r>
              <a:rPr lang="en-US" err="1">
                <a:ea typeface="Inter"/>
                <a:cs typeface="Arial"/>
              </a:rPr>
              <a:t>kasvamist</a:t>
            </a:r>
            <a:endParaRPr lang="en-US">
              <a:ea typeface="Inter"/>
              <a:cs typeface="Arial"/>
            </a:endParaRPr>
          </a:p>
          <a:p>
            <a:pPr>
              <a:lnSpc>
                <a:spcPct val="150000"/>
              </a:lnSpc>
            </a:pPr>
            <a:r>
              <a:rPr lang="en-US" sz="2000" err="1">
                <a:ea typeface="Inter"/>
                <a:cs typeface="Arial"/>
              </a:rPr>
              <a:t>Normatiivne</a:t>
            </a:r>
            <a:r>
              <a:rPr lang="en-US" sz="2000">
                <a:ea typeface="Inter"/>
                <a:cs typeface="Arial"/>
              </a:rPr>
              <a:t> </a:t>
            </a:r>
            <a:r>
              <a:rPr lang="en-US" sz="2000" err="1">
                <a:ea typeface="Inter"/>
                <a:cs typeface="Arial"/>
              </a:rPr>
              <a:t>analüüs</a:t>
            </a:r>
            <a:r>
              <a:rPr lang="en-US" sz="2000">
                <a:ea typeface="Inter"/>
                <a:cs typeface="Arial"/>
              </a:rPr>
              <a:t> - </a:t>
            </a:r>
            <a:r>
              <a:rPr lang="en-US" sz="2000" err="1">
                <a:ea typeface="Inter"/>
                <a:cs typeface="Arial"/>
              </a:rPr>
              <a:t>mida</a:t>
            </a:r>
            <a:r>
              <a:rPr lang="en-US" sz="2000">
                <a:ea typeface="Inter"/>
                <a:cs typeface="Arial"/>
              </a:rPr>
              <a:t> </a:t>
            </a:r>
            <a:r>
              <a:rPr lang="en-US" sz="2000" err="1">
                <a:ea typeface="Inter"/>
                <a:cs typeface="Arial"/>
              </a:rPr>
              <a:t>tuleks</a:t>
            </a:r>
            <a:r>
              <a:rPr lang="en-US" sz="2000">
                <a:ea typeface="Inter"/>
                <a:cs typeface="Arial"/>
              </a:rPr>
              <a:t> </a:t>
            </a:r>
            <a:r>
              <a:rPr lang="en-US" sz="2000" err="1">
                <a:ea typeface="Inter"/>
                <a:cs typeface="Arial"/>
              </a:rPr>
              <a:t>teha</a:t>
            </a:r>
            <a:r>
              <a:rPr lang="en-US" sz="2000">
                <a:ea typeface="Inter"/>
                <a:cs typeface="Arial"/>
              </a:rPr>
              <a:t>?</a:t>
            </a:r>
            <a:endParaRPr lang="en-US" sz="2000">
              <a:cs typeface="Arial"/>
            </a:endParaRPr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err="1">
                <a:ea typeface="Inter"/>
                <a:cs typeface="Arial"/>
              </a:rPr>
              <a:t>Nt</a:t>
            </a:r>
            <a:r>
              <a:rPr lang="en-US">
                <a:ea typeface="Inter"/>
                <a:cs typeface="Arial"/>
              </a:rPr>
              <a:t> </a:t>
            </a:r>
            <a:r>
              <a:rPr lang="en-US" err="1">
                <a:ea typeface="Inter"/>
                <a:cs typeface="Arial"/>
              </a:rPr>
              <a:t>võlga</a:t>
            </a:r>
            <a:r>
              <a:rPr lang="en-US">
                <a:ea typeface="Inter"/>
                <a:cs typeface="Arial"/>
              </a:rPr>
              <a:t> </a:t>
            </a:r>
            <a:r>
              <a:rPr lang="en-US" err="1">
                <a:ea typeface="Inter"/>
                <a:cs typeface="Arial"/>
              </a:rPr>
              <a:t>sattumise</a:t>
            </a:r>
            <a:r>
              <a:rPr lang="en-US">
                <a:ea typeface="Inter"/>
                <a:cs typeface="Arial"/>
              </a:rPr>
              <a:t> </a:t>
            </a:r>
            <a:r>
              <a:rPr lang="en-US" err="1">
                <a:ea typeface="Inter"/>
                <a:cs typeface="Arial"/>
              </a:rPr>
              <a:t>skoor</a:t>
            </a:r>
            <a:r>
              <a:rPr lang="en-US">
                <a:ea typeface="Inter"/>
                <a:cs typeface="Arial"/>
              </a:rPr>
              <a:t> </a:t>
            </a:r>
            <a:r>
              <a:rPr lang="en-US" err="1">
                <a:ea typeface="Inter"/>
                <a:cs typeface="Arial"/>
              </a:rPr>
              <a:t>kliendile</a:t>
            </a:r>
            <a:r>
              <a:rPr lang="en-US">
                <a:ea typeface="Inter"/>
                <a:cs typeface="Arial"/>
              </a:rPr>
              <a:t> </a:t>
            </a:r>
            <a:r>
              <a:rPr lang="en-US" err="1">
                <a:ea typeface="Inter"/>
                <a:cs typeface="Arial"/>
              </a:rPr>
              <a:t>ning</a:t>
            </a:r>
            <a:r>
              <a:rPr lang="en-US">
                <a:ea typeface="Inter"/>
                <a:cs typeface="Arial"/>
              </a:rPr>
              <a:t> </a:t>
            </a:r>
            <a:r>
              <a:rPr lang="en-US" err="1">
                <a:ea typeface="Inter"/>
                <a:cs typeface="Arial"/>
              </a:rPr>
              <a:t>selle</a:t>
            </a:r>
            <a:r>
              <a:rPr lang="en-US">
                <a:ea typeface="Inter"/>
                <a:cs typeface="Arial"/>
              </a:rPr>
              <a:t> </a:t>
            </a:r>
            <a:r>
              <a:rPr lang="en-US" err="1">
                <a:ea typeface="Inter"/>
                <a:cs typeface="Arial"/>
              </a:rPr>
              <a:t>põhjal</a:t>
            </a:r>
            <a:r>
              <a:rPr lang="en-US">
                <a:ea typeface="Inter"/>
                <a:cs typeface="Arial"/>
              </a:rPr>
              <a:t> </a:t>
            </a:r>
            <a:r>
              <a:rPr lang="en-US" err="1">
                <a:ea typeface="Inter"/>
                <a:cs typeface="Arial"/>
              </a:rPr>
              <a:t>otsus</a:t>
            </a:r>
            <a:r>
              <a:rPr lang="en-US">
                <a:ea typeface="Inter"/>
                <a:cs typeface="Arial"/>
              </a:rPr>
              <a:t>, kas </a:t>
            </a:r>
            <a:r>
              <a:rPr lang="en-US" err="1">
                <a:ea typeface="Inter"/>
                <a:cs typeface="Arial"/>
              </a:rPr>
              <a:t>kliendile</a:t>
            </a:r>
            <a:r>
              <a:rPr lang="en-US">
                <a:ea typeface="Inter"/>
                <a:cs typeface="Arial"/>
              </a:rPr>
              <a:t> </a:t>
            </a:r>
            <a:r>
              <a:rPr lang="en-US" err="1">
                <a:ea typeface="Inter"/>
                <a:cs typeface="Arial"/>
              </a:rPr>
              <a:t>laenu</a:t>
            </a:r>
            <a:r>
              <a:rPr lang="en-US">
                <a:ea typeface="Inter"/>
                <a:cs typeface="Arial"/>
              </a:rPr>
              <a:t> </a:t>
            </a:r>
            <a:r>
              <a:rPr lang="en-US" err="1">
                <a:ea typeface="Inter"/>
                <a:cs typeface="Arial"/>
              </a:rPr>
              <a:t>anda</a:t>
            </a:r>
            <a:endParaRPr lang="en-US" err="1">
              <a:cs typeface="Arial"/>
            </a:endParaRPr>
          </a:p>
          <a:p>
            <a:pPr>
              <a:lnSpc>
                <a:spcPct val="150000"/>
              </a:lnSpc>
            </a:pPr>
            <a:endParaRPr lang="en-US" sz="2000">
              <a:cs typeface="Arial"/>
            </a:endParaRP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67AAB86B-E9FD-D1B5-3C1A-E80EC6D468EF}"/>
              </a:ext>
            </a:extLst>
          </p:cNvPr>
          <p:cNvPicPr>
            <a:picLocks noGrp="1" noChangeAspect="1"/>
          </p:cNvPicPr>
          <p:nvPr>
            <p:ph sz="quarter" idx="11"/>
          </p:nvPr>
        </p:nvPicPr>
        <p:blipFill>
          <a:blip r:embed="rId3"/>
          <a:stretch>
            <a:fillRect/>
          </a:stretch>
        </p:blipFill>
        <p:spPr>
          <a:xfrm>
            <a:off x="6209506" y="1667668"/>
            <a:ext cx="5353050" cy="3667125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3DD38531-8E1E-5586-430C-823A30405A56}"/>
              </a:ext>
            </a:extLst>
          </p:cNvPr>
          <p:cNvSpPr txBox="1"/>
          <p:nvPr/>
        </p:nvSpPr>
        <p:spPr>
          <a:xfrm>
            <a:off x="6497052" y="5444289"/>
            <a:ext cx="4922921" cy="61555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600" err="1">
                <a:ea typeface="Inter"/>
              </a:rPr>
              <a:t>Joonise</a:t>
            </a:r>
            <a:r>
              <a:rPr lang="en-US" sz="1600">
                <a:ea typeface="Inter"/>
              </a:rPr>
              <a:t> </a:t>
            </a:r>
            <a:r>
              <a:rPr lang="en-US" sz="1600" err="1">
                <a:ea typeface="Inter"/>
              </a:rPr>
              <a:t>allikas</a:t>
            </a:r>
            <a:r>
              <a:rPr lang="en-US" sz="1600">
                <a:ea typeface="Inter"/>
              </a:rPr>
              <a:t>: </a:t>
            </a:r>
            <a:r>
              <a:rPr lang="en-US" sz="1600">
                <a:ea typeface="Inter"/>
                <a:hlinkClick r:id="rId4"/>
              </a:rPr>
              <a:t>Data analytics maturity models</a:t>
            </a:r>
            <a:endParaRPr lang="en-US" sz="1600">
              <a:ea typeface="Inter"/>
            </a:endParaRPr>
          </a:p>
          <a:p>
            <a:endParaRPr lang="en-US">
              <a:ea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12674850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9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CD2BB4-A1B2-857E-3877-DCEF4E8F98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3F7B17-9672-F584-C85A-E78F554ED96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2800" b="1" err="1">
                <a:solidFill>
                  <a:srgbClr val="000000"/>
                </a:solidFill>
                <a:latin typeface="Arial"/>
                <a:cs typeface="Arial"/>
              </a:rPr>
              <a:t>Andmetega</a:t>
            </a:r>
            <a:r>
              <a:rPr lang="en-US" sz="2800" b="1">
                <a:solidFill>
                  <a:srgbClr val="000000"/>
                </a:solidFill>
                <a:latin typeface="Arial"/>
                <a:cs typeface="Arial"/>
              </a:rPr>
              <a:t> </a:t>
            </a:r>
            <a:r>
              <a:rPr lang="en-US" sz="2800" b="1" err="1">
                <a:solidFill>
                  <a:srgbClr val="000000"/>
                </a:solidFill>
                <a:latin typeface="Arial"/>
                <a:cs typeface="Arial"/>
              </a:rPr>
              <a:t>seotud</a:t>
            </a:r>
            <a:r>
              <a:rPr lang="en-US" sz="2800" b="1">
                <a:solidFill>
                  <a:srgbClr val="000000"/>
                </a:solidFill>
                <a:latin typeface="Arial"/>
                <a:cs typeface="Arial"/>
              </a:rPr>
              <a:t> </a:t>
            </a:r>
            <a:r>
              <a:rPr lang="en-US" sz="2800" b="1" err="1">
                <a:solidFill>
                  <a:srgbClr val="000000"/>
                </a:solidFill>
                <a:latin typeface="Arial"/>
                <a:cs typeface="Arial"/>
              </a:rPr>
              <a:t>rollid</a:t>
            </a:r>
            <a:r>
              <a:rPr lang="en-US" sz="2800" b="1">
                <a:solidFill>
                  <a:srgbClr val="000000"/>
                </a:solidFill>
                <a:latin typeface="Arial"/>
                <a:cs typeface="Arial"/>
              </a:rPr>
              <a:t> </a:t>
            </a:r>
            <a:r>
              <a:rPr lang="en-US" sz="2800" b="1" err="1">
                <a:solidFill>
                  <a:srgbClr val="000000"/>
                </a:solidFill>
                <a:latin typeface="Arial"/>
                <a:cs typeface="Arial"/>
              </a:rPr>
              <a:t>ettevõttes</a:t>
            </a:r>
            <a:r>
              <a:rPr lang="en-US" sz="2800" b="1">
                <a:solidFill>
                  <a:srgbClr val="000000"/>
                </a:solidFill>
                <a:latin typeface="Arial"/>
                <a:cs typeface="Arial"/>
              </a:rPr>
              <a:t> - </a:t>
            </a:r>
            <a:r>
              <a:rPr lang="en-US" sz="2800" b="1" err="1">
                <a:solidFill>
                  <a:srgbClr val="000000"/>
                </a:solidFill>
                <a:latin typeface="Arial"/>
                <a:cs typeface="Arial"/>
              </a:rPr>
              <a:t>näide</a:t>
            </a:r>
            <a:endParaRPr lang="en-US" sz="2800" b="1">
              <a:solidFill>
                <a:srgbClr val="000000"/>
              </a:solidFill>
              <a:latin typeface="Arial"/>
              <a:cs typeface="Arial"/>
            </a:endParaRPr>
          </a:p>
        </p:txBody>
      </p:sp>
      <p:pic>
        <p:nvPicPr>
          <p:cNvPr id="12" name="Picture 11" descr="BoomData | 6 Tips To Build An Effective Data &amp; Analytics Project Team">
            <a:extLst>
              <a:ext uri="{FF2B5EF4-FFF2-40B4-BE49-F238E27FC236}">
                <a16:creationId xmlns:a16="http://schemas.microsoft.com/office/drawing/2014/main" id="{B7A97A16-34C4-310A-E7F3-33A61328EF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10952" y="1147779"/>
            <a:ext cx="6874041" cy="4913363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51E3CF30-C446-69AE-6E48-2C150A83E902}"/>
              </a:ext>
            </a:extLst>
          </p:cNvPr>
          <p:cNvSpPr txBox="1"/>
          <p:nvPr/>
        </p:nvSpPr>
        <p:spPr>
          <a:xfrm>
            <a:off x="5644815" y="6065920"/>
            <a:ext cx="2356184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ea typeface="Inter"/>
              </a:rPr>
              <a:t>Allikas: </a:t>
            </a:r>
            <a:r>
              <a:rPr lang="en-US">
                <a:ea typeface="Inter"/>
                <a:hlinkClick r:id="rId3"/>
              </a:rPr>
              <a:t>BoomData</a:t>
            </a:r>
            <a:endParaRPr lang="en-US">
              <a:ea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334265637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41FF73-162C-31CA-3B52-7B58E0EBB5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16E3DD-306D-FD12-607D-28C711F82FA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3600" b="1" err="1"/>
              <a:t>Andmetöötlusega</a:t>
            </a:r>
            <a:r>
              <a:rPr lang="en-US" sz="3600" b="1"/>
              <a:t> </a:t>
            </a:r>
            <a:r>
              <a:rPr lang="en-US" sz="3600" b="1" err="1"/>
              <a:t>seotud</a:t>
            </a:r>
            <a:r>
              <a:rPr lang="en-US" sz="3600" b="1"/>
              <a:t> </a:t>
            </a:r>
            <a:r>
              <a:rPr lang="en-US" sz="3600" b="1" err="1"/>
              <a:t>rollid</a:t>
            </a:r>
            <a:r>
              <a:rPr lang="en-US" sz="3600" b="1"/>
              <a:t> </a:t>
            </a:r>
            <a:r>
              <a:rPr lang="en-US" sz="3600" b="1" err="1"/>
              <a:t>tööturul</a:t>
            </a:r>
            <a:endParaRPr lang="en-US" err="1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244833-C9C4-ABA2-4D9B-BC604A9614BB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514350" indent="-514350">
              <a:lnSpc>
                <a:spcPct val="150000"/>
              </a:lnSpc>
            </a:pPr>
            <a:r>
              <a:rPr lang="en-US" sz="2000">
                <a:solidFill>
                  <a:srgbClr val="121212"/>
                </a:solidFill>
                <a:latin typeface="Inter"/>
                <a:ea typeface="Inter"/>
                <a:cs typeface="Arial"/>
                <a:hlinkClick r:id="rId3"/>
              </a:rPr>
              <a:t>Andmehaldur</a:t>
            </a:r>
            <a:r>
              <a:rPr lang="en-US" sz="2000">
                <a:solidFill>
                  <a:srgbClr val="121212"/>
                </a:solidFill>
                <a:latin typeface="Inter"/>
                <a:ea typeface="Inter"/>
                <a:cs typeface="Arial"/>
              </a:rPr>
              <a:t> (Data Steward)</a:t>
            </a:r>
            <a:endParaRPr lang="en-US"/>
          </a:p>
          <a:p>
            <a:pPr marL="514350" indent="-514350">
              <a:lnSpc>
                <a:spcPct val="150000"/>
              </a:lnSpc>
            </a:pPr>
            <a:r>
              <a:rPr lang="en-US" sz="2000">
                <a:solidFill>
                  <a:srgbClr val="121212"/>
                </a:solidFill>
                <a:latin typeface="Inter"/>
                <a:ea typeface="Inter"/>
                <a:cs typeface="Arial"/>
                <a:hlinkClick r:id="rId4"/>
              </a:rPr>
              <a:t>Andmeinsener</a:t>
            </a:r>
            <a:r>
              <a:rPr lang="en-US" sz="2000">
                <a:solidFill>
                  <a:srgbClr val="121212"/>
                </a:solidFill>
                <a:latin typeface="Inter"/>
                <a:ea typeface="Inter"/>
                <a:cs typeface="Arial"/>
              </a:rPr>
              <a:t> (Data Engineer)</a:t>
            </a:r>
            <a:endParaRPr lang="en-US" sz="2000">
              <a:solidFill>
                <a:srgbClr val="121212"/>
              </a:solidFill>
              <a:latin typeface="Inter" panose="02000503000000020004" pitchFamily="2" charset="0"/>
              <a:cs typeface="Arial"/>
            </a:endParaRPr>
          </a:p>
          <a:p>
            <a:pPr marL="514350" indent="-514350">
              <a:lnSpc>
                <a:spcPct val="150000"/>
              </a:lnSpc>
            </a:pPr>
            <a:r>
              <a:rPr lang="en-US" sz="2000" err="1">
                <a:solidFill>
                  <a:srgbClr val="121212"/>
                </a:solidFill>
                <a:latin typeface="Inter"/>
                <a:ea typeface="Inter"/>
                <a:cs typeface="Arial"/>
              </a:rPr>
              <a:t>Analüütika</a:t>
            </a:r>
            <a:r>
              <a:rPr lang="en-US" sz="2000">
                <a:solidFill>
                  <a:srgbClr val="121212"/>
                </a:solidFill>
                <a:latin typeface="Inter"/>
                <a:ea typeface="Inter"/>
                <a:cs typeface="Arial"/>
              </a:rPr>
              <a:t> </a:t>
            </a:r>
            <a:r>
              <a:rPr lang="en-US" sz="2000" err="1">
                <a:solidFill>
                  <a:srgbClr val="121212"/>
                </a:solidFill>
                <a:latin typeface="Inter"/>
                <a:ea typeface="Inter"/>
                <a:cs typeface="Arial"/>
              </a:rPr>
              <a:t>insener</a:t>
            </a:r>
            <a:r>
              <a:rPr lang="en-US" sz="2000">
                <a:solidFill>
                  <a:srgbClr val="121212"/>
                </a:solidFill>
                <a:latin typeface="Inter"/>
                <a:ea typeface="Inter"/>
                <a:cs typeface="Arial"/>
              </a:rPr>
              <a:t> (Analytics Engineer)</a:t>
            </a:r>
            <a:endParaRPr lang="en-US" sz="2000"/>
          </a:p>
          <a:p>
            <a:pPr marL="514350" indent="-514350">
              <a:lnSpc>
                <a:spcPct val="150000"/>
              </a:lnSpc>
            </a:pPr>
            <a:r>
              <a:rPr lang="en-US" sz="2000">
                <a:solidFill>
                  <a:srgbClr val="121212"/>
                </a:solidFill>
                <a:latin typeface="Inter"/>
                <a:ea typeface="Inter"/>
                <a:cs typeface="Arial"/>
                <a:hlinkClick r:id="rId5"/>
              </a:rPr>
              <a:t>Andmeanalüütik</a:t>
            </a:r>
            <a:r>
              <a:rPr lang="en-US" sz="2000">
                <a:solidFill>
                  <a:srgbClr val="121212"/>
                </a:solidFill>
                <a:latin typeface="Inter"/>
                <a:ea typeface="Inter"/>
                <a:cs typeface="Arial"/>
              </a:rPr>
              <a:t> (Data Analyst)</a:t>
            </a:r>
          </a:p>
          <a:p>
            <a:pPr marL="514350" indent="-514350">
              <a:lnSpc>
                <a:spcPct val="150000"/>
              </a:lnSpc>
            </a:pPr>
            <a:r>
              <a:rPr lang="en-US" sz="2000" err="1">
                <a:solidFill>
                  <a:srgbClr val="121212"/>
                </a:solidFill>
                <a:latin typeface="Inter"/>
                <a:ea typeface="Inter"/>
                <a:cs typeface="Arial"/>
              </a:rPr>
              <a:t>Äriteabe</a:t>
            </a:r>
            <a:r>
              <a:rPr lang="en-US" sz="2000">
                <a:solidFill>
                  <a:srgbClr val="121212"/>
                </a:solidFill>
                <a:latin typeface="Inter"/>
                <a:ea typeface="Inter"/>
                <a:cs typeface="Arial"/>
              </a:rPr>
              <a:t> </a:t>
            </a:r>
            <a:r>
              <a:rPr lang="en-US" sz="2000" err="1">
                <a:solidFill>
                  <a:srgbClr val="121212"/>
                </a:solidFill>
                <a:latin typeface="Inter"/>
                <a:ea typeface="Inter"/>
                <a:cs typeface="Arial"/>
              </a:rPr>
              <a:t>analüütik</a:t>
            </a:r>
            <a:r>
              <a:rPr lang="en-US" sz="2000">
                <a:solidFill>
                  <a:srgbClr val="121212"/>
                </a:solidFill>
                <a:latin typeface="Inter"/>
                <a:ea typeface="Inter"/>
                <a:cs typeface="Arial"/>
              </a:rPr>
              <a:t> (Business Intelligence Analyst)</a:t>
            </a:r>
            <a:endParaRPr lang="en-US" sz="2000"/>
          </a:p>
          <a:p>
            <a:pPr marL="514350" indent="-514350">
              <a:lnSpc>
                <a:spcPct val="150000"/>
              </a:lnSpc>
            </a:pPr>
            <a:r>
              <a:rPr lang="en-US" sz="2000" err="1">
                <a:solidFill>
                  <a:srgbClr val="121212"/>
                </a:solidFill>
                <a:latin typeface="Inter"/>
                <a:ea typeface="Inter"/>
                <a:cs typeface="Arial"/>
              </a:rPr>
              <a:t>Tooteanalüütik</a:t>
            </a:r>
            <a:r>
              <a:rPr lang="en-US" sz="2000">
                <a:solidFill>
                  <a:srgbClr val="121212"/>
                </a:solidFill>
                <a:latin typeface="Inter"/>
                <a:ea typeface="Inter"/>
                <a:cs typeface="Arial"/>
              </a:rPr>
              <a:t> (Product Data Analyst)</a:t>
            </a:r>
            <a:endParaRPr lang="en-US" sz="2000"/>
          </a:p>
          <a:p>
            <a:pPr marL="514350" indent="-514350">
              <a:lnSpc>
                <a:spcPct val="150000"/>
              </a:lnSpc>
            </a:pPr>
            <a:r>
              <a:rPr lang="en-US" sz="2000" err="1">
                <a:solidFill>
                  <a:srgbClr val="121212"/>
                </a:solidFill>
                <a:latin typeface="Inter"/>
                <a:ea typeface="Inter"/>
                <a:cs typeface="Arial"/>
              </a:rPr>
              <a:t>Turundusanalüütik</a:t>
            </a:r>
            <a:r>
              <a:rPr lang="en-US" sz="2000">
                <a:solidFill>
                  <a:srgbClr val="121212"/>
                </a:solidFill>
                <a:latin typeface="Inter"/>
                <a:ea typeface="Inter"/>
                <a:cs typeface="Arial"/>
              </a:rPr>
              <a:t> (Marketing Analyst)</a:t>
            </a:r>
            <a:endParaRPr lang="en-US" sz="2000"/>
          </a:p>
          <a:p>
            <a:pPr marL="514350" indent="-514350">
              <a:lnSpc>
                <a:spcPct val="150000"/>
              </a:lnSpc>
            </a:pPr>
            <a:r>
              <a:rPr lang="en-US" sz="2000" err="1">
                <a:solidFill>
                  <a:srgbClr val="121212"/>
                </a:solidFill>
                <a:latin typeface="Inter"/>
                <a:ea typeface="Inter"/>
                <a:cs typeface="Arial"/>
              </a:rPr>
              <a:t>Andmeteadlane</a:t>
            </a:r>
            <a:r>
              <a:rPr lang="en-US" sz="2000">
                <a:solidFill>
                  <a:srgbClr val="121212"/>
                </a:solidFill>
                <a:latin typeface="Inter"/>
                <a:ea typeface="Inter"/>
                <a:cs typeface="Arial"/>
              </a:rPr>
              <a:t> (Data Scientist)</a:t>
            </a:r>
            <a:endParaRPr lang="en-US" sz="2000"/>
          </a:p>
          <a:p>
            <a:pPr marL="514350" indent="-514350">
              <a:lnSpc>
                <a:spcPct val="150000"/>
              </a:lnSpc>
            </a:pPr>
            <a:r>
              <a:rPr lang="en-US" sz="2000" err="1">
                <a:solidFill>
                  <a:srgbClr val="121212"/>
                </a:solidFill>
                <a:latin typeface="Inter"/>
                <a:ea typeface="Inter"/>
                <a:cs typeface="Arial"/>
              </a:rPr>
              <a:t>Ärianalüütik</a:t>
            </a:r>
            <a:r>
              <a:rPr lang="en-US" sz="2000">
                <a:solidFill>
                  <a:srgbClr val="121212"/>
                </a:solidFill>
                <a:latin typeface="Inter"/>
                <a:ea typeface="Inter"/>
                <a:cs typeface="Arial"/>
              </a:rPr>
              <a:t> (Business Analyst)</a:t>
            </a:r>
            <a:endParaRPr lang="en-US" sz="2000"/>
          </a:p>
          <a:p>
            <a:pPr marL="514350" indent="-514350">
              <a:lnSpc>
                <a:spcPct val="150000"/>
              </a:lnSpc>
              <a:buClr>
                <a:srgbClr val="121212"/>
              </a:buClr>
            </a:pPr>
            <a:r>
              <a:rPr lang="en-US" sz="2000">
                <a:solidFill>
                  <a:srgbClr val="121212"/>
                </a:solidFill>
                <a:latin typeface="Inter"/>
                <a:ea typeface="Inter"/>
                <a:cs typeface="Arial"/>
              </a:rPr>
              <a:t>…</a:t>
            </a:r>
            <a:endParaRPr lang="en-US" sz="2000"/>
          </a:p>
          <a:p>
            <a:pPr marL="514350" indent="-514350">
              <a:lnSpc>
                <a:spcPct val="150000"/>
              </a:lnSpc>
              <a:buClr>
                <a:srgbClr val="121212"/>
              </a:buClr>
            </a:pPr>
            <a:r>
              <a:rPr lang="en-US" sz="2000">
                <a:solidFill>
                  <a:srgbClr val="121212"/>
                </a:solidFill>
                <a:latin typeface="Inter"/>
                <a:ea typeface="Inter"/>
                <a:cs typeface="Arial"/>
              </a:rPr>
              <a:t>Iga </a:t>
            </a:r>
            <a:r>
              <a:rPr lang="en-US" sz="2000" err="1">
                <a:solidFill>
                  <a:srgbClr val="121212"/>
                </a:solidFill>
                <a:latin typeface="Inter"/>
                <a:ea typeface="Inter"/>
                <a:cs typeface="Arial"/>
              </a:rPr>
              <a:t>töötaja</a:t>
            </a:r>
            <a:r>
              <a:rPr lang="en-US" sz="2000">
                <a:solidFill>
                  <a:srgbClr val="121212"/>
                </a:solidFill>
                <a:latin typeface="Inter"/>
                <a:ea typeface="Inter"/>
                <a:cs typeface="Arial"/>
              </a:rPr>
              <a:t> </a:t>
            </a:r>
            <a:r>
              <a:rPr lang="en-US" sz="2000" err="1">
                <a:solidFill>
                  <a:srgbClr val="121212"/>
                </a:solidFill>
                <a:latin typeface="Inter"/>
                <a:ea typeface="Inter"/>
                <a:cs typeface="Arial"/>
              </a:rPr>
              <a:t>võib</a:t>
            </a:r>
            <a:r>
              <a:rPr lang="en-US" sz="2000">
                <a:solidFill>
                  <a:srgbClr val="121212"/>
                </a:solidFill>
                <a:latin typeface="Inter"/>
                <a:ea typeface="Inter"/>
                <a:cs typeface="Arial"/>
              </a:rPr>
              <a:t> </a:t>
            </a:r>
            <a:r>
              <a:rPr lang="en-US" sz="2000" err="1">
                <a:solidFill>
                  <a:srgbClr val="121212"/>
                </a:solidFill>
                <a:latin typeface="Inter"/>
                <a:ea typeface="Inter"/>
                <a:cs typeface="Arial"/>
              </a:rPr>
              <a:t>rakendada</a:t>
            </a:r>
            <a:r>
              <a:rPr lang="en-US" sz="2000">
                <a:solidFill>
                  <a:srgbClr val="121212"/>
                </a:solidFill>
                <a:latin typeface="Inter"/>
                <a:ea typeface="Inter"/>
                <a:cs typeface="Arial"/>
              </a:rPr>
              <a:t> </a:t>
            </a:r>
            <a:r>
              <a:rPr lang="en-US" sz="2000" err="1">
                <a:solidFill>
                  <a:srgbClr val="121212"/>
                </a:solidFill>
                <a:latin typeface="Inter"/>
                <a:ea typeface="Inter"/>
                <a:cs typeface="Arial"/>
              </a:rPr>
              <a:t>andmeanalüütika</a:t>
            </a:r>
            <a:r>
              <a:rPr lang="en-US" sz="2000">
                <a:solidFill>
                  <a:srgbClr val="121212"/>
                </a:solidFill>
                <a:latin typeface="Inter"/>
                <a:ea typeface="Inter"/>
                <a:cs typeface="Arial"/>
              </a:rPr>
              <a:t> </a:t>
            </a:r>
            <a:r>
              <a:rPr lang="en-US" sz="2000" err="1">
                <a:solidFill>
                  <a:srgbClr val="121212"/>
                </a:solidFill>
                <a:latin typeface="Inter"/>
                <a:ea typeface="Inter"/>
                <a:cs typeface="Arial"/>
              </a:rPr>
              <a:t>protsessi</a:t>
            </a:r>
            <a:r>
              <a:rPr lang="en-US" sz="2000">
                <a:solidFill>
                  <a:srgbClr val="121212"/>
                </a:solidFill>
                <a:latin typeface="Inter"/>
                <a:ea typeface="Inter"/>
                <a:cs typeface="Arial"/>
              </a:rPr>
              <a:t> ja </a:t>
            </a:r>
            <a:r>
              <a:rPr lang="en-US" sz="2000" err="1">
                <a:solidFill>
                  <a:srgbClr val="121212"/>
                </a:solidFill>
                <a:latin typeface="Inter"/>
                <a:ea typeface="Inter"/>
                <a:cs typeface="Arial"/>
              </a:rPr>
              <a:t>töövahendeid</a:t>
            </a:r>
            <a:endParaRPr lang="en-US" sz="2000" err="1"/>
          </a:p>
          <a:p>
            <a:pPr marL="514350" indent="-514350">
              <a:lnSpc>
                <a:spcPct val="150000"/>
              </a:lnSpc>
              <a:buClr>
                <a:srgbClr val="121212"/>
              </a:buClr>
            </a:pPr>
            <a:endParaRPr lang="en-US" sz="2800"/>
          </a:p>
          <a:p>
            <a:pPr marL="0" indent="0">
              <a:lnSpc>
                <a:spcPct val="150000"/>
              </a:lnSpc>
              <a:buNone/>
            </a:pPr>
            <a:endParaRPr lang="en-US" sz="2800"/>
          </a:p>
        </p:txBody>
      </p:sp>
    </p:spTree>
    <p:extLst>
      <p:ext uri="{BB962C8B-B14F-4D97-AF65-F5344CB8AC3E}">
        <p14:creationId xmlns:p14="http://schemas.microsoft.com/office/powerpoint/2010/main" val="103802303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F35997-00E4-6097-C29C-B63E464342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560C9D-07D6-23E4-2658-78AAAF9C6C6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3600" b="1" dirty="0" err="1"/>
              <a:t>Tagasiside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EC98CF-3D15-FD7A-00D9-C0EEA94608C4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514350" indent="-514350">
              <a:lnSpc>
                <a:spcPct val="150000"/>
              </a:lnSpc>
            </a:pPr>
            <a:endParaRPr lang="en-US" sz="2800">
              <a:ea typeface="Inter"/>
            </a:endParaRPr>
          </a:p>
          <a:p>
            <a:pPr marL="514350" indent="-514350">
              <a:lnSpc>
                <a:spcPct val="150000"/>
              </a:lnSpc>
            </a:pPr>
            <a:r>
              <a:rPr lang="en-US" sz="2800" dirty="0" err="1">
                <a:ea typeface="Inter"/>
              </a:rPr>
              <a:t>Mõtted</a:t>
            </a:r>
            <a:r>
              <a:rPr lang="en-US" sz="2800" dirty="0">
                <a:ea typeface="Inter"/>
              </a:rPr>
              <a:t> ja </a:t>
            </a:r>
            <a:r>
              <a:rPr lang="en-US" sz="2800" dirty="0" err="1">
                <a:ea typeface="Inter"/>
              </a:rPr>
              <a:t>tunded</a:t>
            </a:r>
            <a:r>
              <a:rPr lang="en-US" sz="2800" dirty="0">
                <a:ea typeface="Inter"/>
              </a:rPr>
              <a:t> </a:t>
            </a:r>
            <a:r>
              <a:rPr lang="en-US" sz="2800" dirty="0" err="1">
                <a:ea typeface="Inter"/>
              </a:rPr>
              <a:t>pärast</a:t>
            </a:r>
            <a:r>
              <a:rPr lang="en-US" sz="2800" dirty="0">
                <a:ea typeface="Inter"/>
              </a:rPr>
              <a:t> </a:t>
            </a:r>
            <a:r>
              <a:rPr lang="en-US" sz="2800" dirty="0" err="1">
                <a:ea typeface="Inter"/>
              </a:rPr>
              <a:t>esimest</a:t>
            </a:r>
            <a:r>
              <a:rPr lang="en-US" sz="2800" dirty="0">
                <a:ea typeface="Inter"/>
              </a:rPr>
              <a:t> </a:t>
            </a:r>
            <a:r>
              <a:rPr lang="en-US" sz="2800" dirty="0" err="1">
                <a:ea typeface="Inter"/>
              </a:rPr>
              <a:t>päeva</a:t>
            </a:r>
            <a:r>
              <a:rPr lang="en-US" sz="2800" dirty="0">
                <a:ea typeface="Inter"/>
              </a:rPr>
              <a:t>.</a:t>
            </a:r>
            <a:endParaRPr lang="en-US" sz="2800" dirty="0"/>
          </a:p>
          <a:p>
            <a:pPr marL="0" indent="0">
              <a:lnSpc>
                <a:spcPct val="150000"/>
              </a:lnSpc>
              <a:buNone/>
            </a:pPr>
            <a:endParaRPr lang="en-US" sz="2800"/>
          </a:p>
        </p:txBody>
      </p:sp>
    </p:spTree>
    <p:extLst>
      <p:ext uri="{BB962C8B-B14F-4D97-AF65-F5344CB8AC3E}">
        <p14:creationId xmlns:p14="http://schemas.microsoft.com/office/powerpoint/2010/main" val="1024012602"/>
      </p:ext>
    </p:extLst>
  </p:cSld>
  <p:clrMapOvr>
    <a:masterClrMapping/>
  </p:clrMapOvr>
</p:sld>
</file>

<file path=ppt/theme/theme1.xml><?xml version="1.0" encoding="utf-8"?>
<a:theme xmlns:a="http://schemas.openxmlformats.org/drawingml/2006/main" name="BCS">
  <a:themeElements>
    <a:clrScheme name="Custom 18">
      <a:dk1>
        <a:srgbClr val="121212"/>
      </a:dk1>
      <a:lt1>
        <a:srgbClr val="FFFFFF"/>
      </a:lt1>
      <a:dk2>
        <a:srgbClr val="584FF5"/>
      </a:dk2>
      <a:lt2>
        <a:srgbClr val="F2F2F2"/>
      </a:lt2>
      <a:accent1>
        <a:srgbClr val="584FF5"/>
      </a:accent1>
      <a:accent2>
        <a:srgbClr val="EC6249"/>
      </a:accent2>
      <a:accent3>
        <a:srgbClr val="FAE060"/>
      </a:accent3>
      <a:accent4>
        <a:srgbClr val="54BA77"/>
      </a:accent4>
      <a:accent5>
        <a:srgbClr val="F0F0FF"/>
      </a:accent5>
      <a:accent6>
        <a:srgbClr val="EEF7F5"/>
      </a:accent6>
      <a:hlink>
        <a:srgbClr val="121212"/>
      </a:hlink>
      <a:folHlink>
        <a:srgbClr val="121212"/>
      </a:folHlink>
    </a:clrScheme>
    <a:fontScheme name="Custom 28">
      <a:majorFont>
        <a:latin typeface="Inter Bold"/>
        <a:ea typeface=""/>
        <a:cs typeface=""/>
      </a:majorFont>
      <a:minorFont>
        <a:latin typeface="Inter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C4D27B8FA8976546BCD79313C588588D" ma:contentTypeVersion="8" ma:contentTypeDescription="Create a new document." ma:contentTypeScope="" ma:versionID="a112c56f6fe148a79025c76584832af0">
  <xsd:schema xmlns:xsd="http://www.w3.org/2001/XMLSchema" xmlns:xs="http://www.w3.org/2001/XMLSchema" xmlns:p="http://schemas.microsoft.com/office/2006/metadata/properties" xmlns:ns2="a1a2d923-8fea-42f1-bd41-9cdfff65694e" targetNamespace="http://schemas.microsoft.com/office/2006/metadata/properties" ma:root="true" ma:fieldsID="97c8655d467eaa9470a714421e7268c0" ns2:_="">
    <xsd:import namespace="a1a2d923-8fea-42f1-bd41-9cdfff65694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1a2d923-8fea-42f1-bd41-9cdfff65694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9CF4F972-2392-44D0-AA45-41AC4FDC4A59}">
  <ds:schemaRefs>
    <ds:schemaRef ds:uri="a1a2d923-8fea-42f1-bd41-9cdfff65694e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9DC439CA-6F1C-4005-ACA6-A52E04DEE0A7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5BDF4908-A52A-47DD-A794-6E02D71942FC}">
  <ds:schemaRefs>
    <ds:schemaRef ds:uri="http://schemas.microsoft.com/office/2006/metadata/properties"/>
    <ds:schemaRef ds:uri="http://schemas.microsoft.com/office/infopath/2007/PartnerControl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60</TotalTime>
  <Words>1692</Words>
  <Application>Microsoft Office PowerPoint</Application>
  <PresentationFormat>Widescreen</PresentationFormat>
  <Paragraphs>271</Paragraphs>
  <Slides>29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13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43" baseType="lpstr">
      <vt:lpstr>Inter,Sans-Serif</vt:lpstr>
      <vt:lpstr>Calibri</vt:lpstr>
      <vt:lpstr>Arial</vt:lpstr>
      <vt:lpstr>Poppins SemiBold</vt:lpstr>
      <vt:lpstr>Arial,Sans-Serif</vt:lpstr>
      <vt:lpstr>Courier New,monospace</vt:lpstr>
      <vt:lpstr>Consolas</vt:lpstr>
      <vt:lpstr>Wingdings,Sans-Serif</vt:lpstr>
      <vt:lpstr>Inter</vt:lpstr>
      <vt:lpstr>Wingdings</vt:lpstr>
      <vt:lpstr>Courier New</vt:lpstr>
      <vt:lpstr>Noto Serif</vt:lpstr>
      <vt:lpstr>Inter Bold</vt:lpstr>
      <vt:lpstr>BCS</vt:lpstr>
      <vt:lpstr>Vali Andmetarkus!</vt:lpstr>
      <vt:lpstr>Päevakava - I päev</vt:lpstr>
      <vt:lpstr>Minust: Virve Räni</vt:lpstr>
      <vt:lpstr>Saame tuttavaks</vt:lpstr>
      <vt:lpstr>Koolituse eesmärgid</vt:lpstr>
      <vt:lpstr>Koolituse teekond</vt:lpstr>
      <vt:lpstr>Koolituse ülesehitus</vt:lpstr>
      <vt:lpstr>Töövahendid</vt:lpstr>
      <vt:lpstr>Grupitöö osad</vt:lpstr>
      <vt:lpstr>Grupitöö teemad</vt:lpstr>
      <vt:lpstr>Paus 10:30-10:45</vt:lpstr>
      <vt:lpstr>Power BI Desktop - sissejuhatus</vt:lpstr>
      <vt:lpstr>Probleemipüstitus - näide</vt:lpstr>
      <vt:lpstr>Andmete mudeldamine Power BI-s</vt:lpstr>
      <vt:lpstr>Andmete mudeldamine Power BI-s</vt:lpstr>
      <vt:lpstr>Lõunapaus 12:15-13:15</vt:lpstr>
      <vt:lpstr>Power BI Desktop – DAX - arvutatud tulp vs mõõdik</vt:lpstr>
      <vt:lpstr>Esimesed visuaalid - müügid ajas</vt:lpstr>
      <vt:lpstr>YTD Sales mõõdik</vt:lpstr>
      <vt:lpstr>Loome graafikud</vt:lpstr>
      <vt:lpstr>Paus 14:45-15:00</vt:lpstr>
      <vt:lpstr>Andmeanalüütika protsess (PPDAC mudel)</vt:lpstr>
      <vt:lpstr>Andmeanalüütika protsess</vt:lpstr>
      <vt:lpstr>Andmeanalüütika protsessi näide</vt:lpstr>
      <vt:lpstr>Ülesanne: kuidas läheneksite probleemile andmeanalüütika protsessist lähtuvalt?</vt:lpstr>
      <vt:lpstr>Andmeanalüüsi tasandid</vt:lpstr>
      <vt:lpstr>Andmetega seotud rollid ettevõttes - näide</vt:lpstr>
      <vt:lpstr>Andmetöötlusega seotud rollid tööturul</vt:lpstr>
      <vt:lpstr>Tagasiside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 Office User</dc:creator>
  <cp:lastModifiedBy>Virve Räni</cp:lastModifiedBy>
  <cp:revision>27</cp:revision>
  <dcterms:created xsi:type="dcterms:W3CDTF">2021-08-27T11:35:28Z</dcterms:created>
  <dcterms:modified xsi:type="dcterms:W3CDTF">2026-03-29T12:52:43Z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0x010100C4D27B8FA8976546BCD79313C588588D</vt:lpwstr>
  </property>
</Properties>
</file>