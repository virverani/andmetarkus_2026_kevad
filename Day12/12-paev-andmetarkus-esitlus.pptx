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417" r:id="rId5"/>
    <p:sldId id="491" r:id="rId6"/>
    <p:sldId id="647" r:id="rId7"/>
    <p:sldId id="499" r:id="rId8"/>
    <p:sldId id="622" r:id="rId9"/>
    <p:sldId id="459" r:id="rId10"/>
    <p:sldId id="656" r:id="rId11"/>
    <p:sldId id="458" r:id="rId12"/>
    <p:sldId id="498" r:id="rId13"/>
    <p:sldId id="613" r:id="rId14"/>
    <p:sldId id="455" r:id="rId15"/>
    <p:sldId id="456" r:id="rId16"/>
    <p:sldId id="509" r:id="rId17"/>
    <p:sldId id="562" r:id="rId18"/>
    <p:sldId id="452" r:id="rId19"/>
    <p:sldId id="453" r:id="rId20"/>
    <p:sldId id="454" r:id="rId21"/>
    <p:sldId id="496" r:id="rId22"/>
    <p:sldId id="500" r:id="rId23"/>
    <p:sldId id="510" r:id="rId24"/>
    <p:sldId id="502" r:id="rId25"/>
    <p:sldId id="497" r:id="rId26"/>
    <p:sldId id="561" r:id="rId27"/>
    <p:sldId id="574" r:id="rId28"/>
    <p:sldId id="659" r:id="rId29"/>
    <p:sldId id="660" r:id="rId30"/>
    <p:sldId id="657" r:id="rId31"/>
    <p:sldId id="621" r:id="rId32"/>
    <p:sldId id="658" r:id="rId33"/>
  </p:sldIdLst>
  <p:sldSz cx="12192000" cy="6858000"/>
  <p:notesSz cx="6858000" cy="9144000"/>
  <p:embeddedFontLst>
    <p:embeddedFont>
      <p:font typeface="Inter" panose="020B0604020202020204" charset="0"/>
      <p:regular r:id="rId36"/>
      <p:bold r:id="rId37"/>
      <p:italic r:id="rId38"/>
      <p:boldItalic r:id="rId39"/>
    </p:embeddedFont>
    <p:embeddedFont>
      <p:font typeface="Inter Bold" panose="020B0604020202020204" charset="0"/>
      <p:bold r:id="rId40"/>
    </p:embeddedFont>
    <p:embeddedFont>
      <p:font typeface="Noto Serif" panose="02020600060500020200" pitchFamily="18" charset="0"/>
      <p:regular r:id="rId41"/>
      <p:bold r:id="rId42"/>
      <p:italic r:id="rId43"/>
      <p:boldItalic r:id="rId44"/>
    </p:embeddedFont>
    <p:embeddedFont>
      <p:font typeface="Poppins SemiBold" panose="00000700000000000000" pitchFamily="2" charset="0"/>
      <p:bold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09D37-9C75-40EB-A9D0-8BDF00BF6831}" v="386" dt="2026-04-15T10:03:41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undo custSel addSld delSld modSld sldOrd">
      <pc:chgData name="Virve Räni" userId="161a7437-7ef4-49ec-91bf-54882f313dfe" providerId="ADAL" clId="{6D754EED-65AA-4A21-B175-6769012CF487}" dt="2026-04-15T10:12:18.229" v="2098" actId="790"/>
      <pc:docMkLst>
        <pc:docMk/>
      </pc:docMkLst>
      <pc:sldChg chg="modSp add del mod">
        <pc:chgData name="Virve Räni" userId="161a7437-7ef4-49ec-91bf-54882f313dfe" providerId="ADAL" clId="{6D754EED-65AA-4A21-B175-6769012CF487}" dt="2026-04-14T06:07:13.021" v="488" actId="47"/>
        <pc:sldMkLst>
          <pc:docMk/>
          <pc:sldMk cId="3572360407" sldId="264"/>
        </pc:sldMkLst>
        <pc:spChg chg="mod">
          <ac:chgData name="Virve Räni" userId="161a7437-7ef4-49ec-91bf-54882f313dfe" providerId="ADAL" clId="{6D754EED-65AA-4A21-B175-6769012CF487}" dt="2026-04-14T05:56:51.402" v="429" actId="1076"/>
          <ac:spMkLst>
            <pc:docMk/>
            <pc:sldMk cId="3572360407" sldId="264"/>
            <ac:spMk id="2" creationId="{26A6CB8C-60AD-A793-08C5-3D00C56DF2CD}"/>
          </ac:spMkLst>
        </pc:spChg>
        <pc:grpChg chg="mod">
          <ac:chgData name="Virve Räni" userId="161a7437-7ef4-49ec-91bf-54882f313dfe" providerId="ADAL" clId="{6D754EED-65AA-4A21-B175-6769012CF487}" dt="2026-04-14T05:56:57.074" v="430" actId="1076"/>
          <ac:grpSpMkLst>
            <pc:docMk/>
            <pc:sldMk cId="3572360407" sldId="264"/>
            <ac:grpSpMk id="11" creationId="{A24882A6-E476-E477-EEE1-95FD2563CD8F}"/>
          </ac:grpSpMkLst>
        </pc:grpChg>
        <pc:grpChg chg="mod">
          <ac:chgData name="Virve Räni" userId="161a7437-7ef4-49ec-91bf-54882f313dfe" providerId="ADAL" clId="{6D754EED-65AA-4A21-B175-6769012CF487}" dt="2026-04-14T05:57:03.103" v="431" actId="1076"/>
          <ac:grpSpMkLst>
            <pc:docMk/>
            <pc:sldMk cId="3572360407" sldId="264"/>
            <ac:grpSpMk id="20" creationId="{0E21B6C2-B4AC-4BC8-6D92-6B63182C70A4}"/>
          </ac:grpSpMkLst>
        </pc:gr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4169291970" sldId="417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4169291970" sldId="417"/>
            <ac:spMk id="5" creationId="{3496B8E7-2B01-285F-88ED-B3ADE66A3D31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4169291970" sldId="417"/>
            <ac:spMk id="23" creationId="{382D4282-6F49-4A70-83AA-7E8F5DD56DC2}"/>
          </ac:spMkLst>
        </pc:spChg>
      </pc:sldChg>
      <pc:sldChg chg="add del ord">
        <pc:chgData name="Virve Räni" userId="161a7437-7ef4-49ec-91bf-54882f313dfe" providerId="ADAL" clId="{6D754EED-65AA-4A21-B175-6769012CF487}" dt="2026-04-14T06:12:56.063" v="967" actId="47"/>
        <pc:sldMkLst>
          <pc:docMk/>
          <pc:sldMk cId="2238996130" sldId="420"/>
        </pc:sldMkLst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971682894" sldId="452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971682894" sldId="452"/>
            <ac:spMk id="2" creationId="{FB241848-4024-90AE-900F-04E4741A925C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971682894" sldId="452"/>
            <ac:spMk id="3" creationId="{0A63A1DC-52C0-C27A-ACA7-742018645543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1605723234" sldId="453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605723234" sldId="453"/>
            <ac:spMk id="2" creationId="{618C0EB4-26E6-205E-5F39-DF444BAE8EAE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605723234" sldId="453"/>
            <ac:spMk id="3" creationId="{6AB6ED8E-9BC2-B5B5-F959-BE9395BBE00A}"/>
          </ac:spMkLst>
        </pc:spChg>
        <pc:graphicFrameChg chg="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1605723234" sldId="453"/>
            <ac:graphicFrameMk id="4" creationId="{1C9C2953-B2E8-41F0-27A3-70014EF99105}"/>
          </ac:graphicFrameMkLst>
        </pc:graphicFrame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2627330612" sldId="454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627330612" sldId="454"/>
            <ac:spMk id="2" creationId="{C22E456C-F309-CC4D-4753-C979AEEEBC72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627330612" sldId="454"/>
            <ac:spMk id="3" creationId="{0B513B9B-1033-3C86-0A44-8323AE0C30F8}"/>
          </ac:spMkLst>
        </pc:spChg>
        <pc:graphicFrameChg chg="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2627330612" sldId="454"/>
            <ac:graphicFrameMk id="4" creationId="{4DA7E59D-57C7-5298-8A0B-FA47579CBCC0}"/>
          </ac:graphicFrameMkLst>
        </pc:graphicFrame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2153243940" sldId="455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153243940" sldId="455"/>
            <ac:spMk id="2" creationId="{182FDE2C-A918-B467-39CC-0CA615231B50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153243940" sldId="455"/>
            <ac:spMk id="3" creationId="{8572AAA2-C000-7AE3-A32A-B4655669206D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1758259910" sldId="456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758259910" sldId="456"/>
            <ac:spMk id="2" creationId="{E928FE9D-12DB-C358-5029-80F5162E7C42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758259910" sldId="456"/>
            <ac:spMk id="3" creationId="{0ABC2CC2-0EA9-D1A6-4021-7E9D6B51327D}"/>
          </ac:spMkLst>
        </pc:spChg>
        <pc:graphicFrameChg chg="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1758259910" sldId="456"/>
            <ac:graphicFrameMk id="5" creationId="{83E4B4BA-894E-911D-BC2B-DA493025625C}"/>
          </ac:graphicFrameMkLst>
        </pc:graphicFrameChg>
      </pc:sldChg>
      <pc:sldChg chg="modSp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868596080" sldId="458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868596080" sldId="458"/>
            <ac:spMk id="2" creationId="{7EC809B3-7FAE-491E-F632-107E9BEF88A7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868596080" sldId="458"/>
            <ac:spMk id="3" creationId="{04D5DFD8-5D97-11AA-F254-89CB1F727F9D}"/>
          </ac:spMkLst>
        </pc:spChg>
      </pc:sldChg>
      <pc:sldChg chg="modSp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1174531915" sldId="459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174531915" sldId="459"/>
            <ac:spMk id="2" creationId="{A1F6CD75-E3B6-B11F-4635-7DC822D17DFC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174531915" sldId="459"/>
            <ac:spMk id="3" creationId="{87BFB843-B90D-7AE8-0C1E-274865E9BE47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621123409" sldId="491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621123409" sldId="491"/>
            <ac:spMk id="2" creationId="{4A3DE7CB-D025-5C37-DDED-83BAF2B56062}"/>
          </ac:spMkLst>
        </pc:spChg>
        <pc:graphicFrameChg chg="mod 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3621123409" sldId="491"/>
            <ac:graphicFrameMk id="5" creationId="{9EAD0368-D5F4-A2D8-4857-3146CC68212C}"/>
          </ac:graphicFrameMkLst>
        </pc:graphicFrame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311797835" sldId="496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311797835" sldId="496"/>
            <ac:spMk id="2" creationId="{A13B66E5-0CB9-E251-0040-819DC496DEDB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311797835" sldId="496"/>
            <ac:spMk id="3" creationId="{811846F2-0E47-FFA4-3C42-8C91B6996F1A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286914797" sldId="497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286914797" sldId="497"/>
            <ac:spMk id="2" creationId="{4FCC34FE-3AA7-31B6-1D11-0C380744AB72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286914797" sldId="497"/>
            <ac:spMk id="3" creationId="{4BB4F9CD-23B9-F9BB-29F2-F74C7E4957C1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286914797" sldId="497"/>
            <ac:spMk id="4" creationId="{F5691EF3-CDC9-F07E-BCDA-8BF376700902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1892651774" sldId="498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892651774" sldId="498"/>
            <ac:spMk id="2" creationId="{43B76E1A-6DB3-9248-E8A0-C56FC5FBBB30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892651774" sldId="498"/>
            <ac:spMk id="8" creationId="{D3A36189-7B2E-0F2F-0BB4-7FFE0EB87904}"/>
          </ac:spMkLst>
        </pc:spChg>
      </pc:sldChg>
      <pc:sldChg chg="modSp mod ord addAnim delAnim modAnim">
        <pc:chgData name="Virve Räni" userId="161a7437-7ef4-49ec-91bf-54882f313dfe" providerId="ADAL" clId="{6D754EED-65AA-4A21-B175-6769012CF487}" dt="2026-04-15T10:12:18.229" v="2098" actId="790"/>
        <pc:sldMkLst>
          <pc:docMk/>
          <pc:sldMk cId="1100480778" sldId="499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100480778" sldId="499"/>
            <ac:spMk id="2" creationId="{1F0F7ED1-B1D5-3DF3-7DCE-31C037794705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100480778" sldId="499"/>
            <ac:spMk id="3" creationId="{C7231CC0-FF96-CB18-76A7-CC64FF3E5A65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1501543890" sldId="500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1543890" sldId="500"/>
            <ac:spMk id="2" creationId="{F07902B6-C2BB-2D0C-329D-FEF3AFB55DBA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1543890" sldId="500"/>
            <ac:spMk id="3" creationId="{A3345AC9-14F7-F43C-F38E-2D4AE76BE2D0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1543890" sldId="500"/>
            <ac:spMk id="4" creationId="{7C305968-47C4-A055-CEA5-A9A3272FD1E8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1505008034" sldId="502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5008034" sldId="502"/>
            <ac:spMk id="2" creationId="{84077615-0AE5-9D46-F051-4696482F5E44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5008034" sldId="502"/>
            <ac:spMk id="3" creationId="{A87665DA-49F3-761E-E1F4-807F27E71D67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505008034" sldId="502"/>
            <ac:spMk id="4" creationId="{BAE9E0AB-C5DB-350A-19C1-61C3AFE6776D}"/>
          </ac:spMkLst>
        </pc:spChg>
        <pc:graphicFrameChg chg="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1505008034" sldId="502"/>
            <ac:graphicFrameMk id="7" creationId="{A99D0AB8-967C-F77A-8C31-55BD002EF8F5}"/>
          </ac:graphicFrameMkLst>
        </pc:graphicFrame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055350471" sldId="509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055350471" sldId="509"/>
            <ac:spMk id="2" creationId="{87A305F1-A190-5E6C-8299-F42DFCA8153F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055350471" sldId="509"/>
            <ac:spMk id="3" creationId="{4C1D8078-5DF0-C04A-1000-A757CCCB9B3B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055350471" sldId="509"/>
            <ac:spMk id="5" creationId="{6B2BDE1D-C69A-D7A3-24A4-0D3BDA24EE43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468310050" sldId="510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468310050" sldId="510"/>
            <ac:spMk id="2" creationId="{2EF53EA2-150D-D910-85D4-CCE940301878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468310050" sldId="510"/>
            <ac:spMk id="3" creationId="{C7BB5AB7-7CAF-E94F-6970-A27EFE3934C9}"/>
          </ac:spMkLst>
        </pc:spChg>
      </pc:sldChg>
      <pc:sldChg chg="modSp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3284150055" sldId="561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284150055" sldId="561"/>
            <ac:spMk id="3" creationId="{3914B79C-FAF7-6934-1DAD-99EDFE457FAB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284150055" sldId="561"/>
            <ac:spMk id="5" creationId="{19190094-A671-5A3B-26E9-FEDEED690B6A}"/>
          </ac:spMkLst>
        </pc:spChg>
      </pc:sldChg>
      <pc:sldChg chg="modSp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3129493901" sldId="562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129493901" sldId="562"/>
            <ac:spMk id="3" creationId="{691C4630-31D8-6499-4D21-1DAEF95AE5BC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129493901" sldId="562"/>
            <ac:spMk id="5" creationId="{1ED33368-2038-3DB3-CDE5-FB9253607125}"/>
          </ac:spMkLst>
        </pc:spChg>
      </pc:sldChg>
      <pc:sldChg chg="modSp add mod">
        <pc:chgData name="Virve Räni" userId="161a7437-7ef4-49ec-91bf-54882f313dfe" providerId="ADAL" clId="{6D754EED-65AA-4A21-B175-6769012CF487}" dt="2026-04-15T10:12:18.229" v="2098" actId="790"/>
        <pc:sldMkLst>
          <pc:docMk/>
          <pc:sldMk cId="645017635" sldId="574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645017635" sldId="574"/>
            <ac:spMk id="2" creationId="{D4725537-CB3E-C083-F8A7-F00B6AE12D6E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645017635" sldId="574"/>
            <ac:spMk id="3" creationId="{721CFECB-31FC-C645-D35E-8C1758638C04}"/>
          </ac:spMkLst>
        </pc:spChg>
      </pc:sldChg>
      <pc:sldChg chg="modSp mod">
        <pc:chgData name="Virve Räni" userId="161a7437-7ef4-49ec-91bf-54882f313dfe" providerId="ADAL" clId="{6D754EED-65AA-4A21-B175-6769012CF487}" dt="2026-04-15T10:12:18.229" v="2098" actId="790"/>
        <pc:sldMkLst>
          <pc:docMk/>
          <pc:sldMk cId="3671455624" sldId="613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671455624" sldId="613"/>
            <ac:spMk id="2" creationId="{FDF7ED97-5D9B-0830-BF5C-065B482AAA9A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671455624" sldId="613"/>
            <ac:spMk id="3" creationId="{80E50F48-24A0-92FF-D210-739EA567CCD2}"/>
          </ac:spMkLst>
        </pc:spChg>
      </pc:sldChg>
      <pc:sldChg chg="modSp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892811100" sldId="621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892811100" sldId="621"/>
            <ac:spMk id="3" creationId="{88887197-AE28-0817-98B8-3F5AC5EF4CFD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892811100" sldId="621"/>
            <ac:spMk id="5" creationId="{4D5E7578-D42C-B3A7-9799-6306D8D21A05}"/>
          </ac:spMkLst>
        </pc:spChg>
      </pc:sldChg>
      <pc:sldChg chg="addSp delSp modSp new mod">
        <pc:chgData name="Virve Räni" userId="161a7437-7ef4-49ec-91bf-54882f313dfe" providerId="ADAL" clId="{6D754EED-65AA-4A21-B175-6769012CF487}" dt="2026-04-15T10:12:18.229" v="2098" actId="790"/>
        <pc:sldMkLst>
          <pc:docMk/>
          <pc:sldMk cId="2424721111" sldId="622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424721111" sldId="622"/>
            <ac:spMk id="2" creationId="{01BDB4B1-9527-1475-535E-9F9EA27407A8}"/>
          </ac:spMkLst>
        </pc:spChg>
        <pc:spChg chg="add 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424721111" sldId="622"/>
            <ac:spMk id="15" creationId="{AE5A3B15-F89C-BAD3-D814-45021695EAA4}"/>
          </ac:spMkLst>
        </pc:spChg>
        <pc:spChg chg="add 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424721111" sldId="622"/>
            <ac:spMk id="16" creationId="{4516AF46-3745-C210-FEEB-DA3F5D4A883D}"/>
          </ac:spMkLst>
        </pc:spChg>
        <pc:picChg chg="add mod">
          <ac:chgData name="Virve Räni" userId="161a7437-7ef4-49ec-91bf-54882f313dfe" providerId="ADAL" clId="{6D754EED-65AA-4A21-B175-6769012CF487}" dt="2026-04-14T06:05:53.067" v="484" actId="1076"/>
          <ac:picMkLst>
            <pc:docMk/>
            <pc:sldMk cId="2424721111" sldId="622"/>
            <ac:picMk id="10" creationId="{C8B62139-0000-D61B-C1B7-97DBD9F05D5C}"/>
          </ac:picMkLst>
        </pc:picChg>
        <pc:picChg chg="add mod">
          <ac:chgData name="Virve Räni" userId="161a7437-7ef4-49ec-91bf-54882f313dfe" providerId="ADAL" clId="{6D754EED-65AA-4A21-B175-6769012CF487}" dt="2026-04-14T06:05:53.067" v="484" actId="1076"/>
          <ac:picMkLst>
            <pc:docMk/>
            <pc:sldMk cId="2424721111" sldId="622"/>
            <ac:picMk id="14" creationId="{5FEB7CC5-DEC7-7634-5C55-7BEDD4F2DD81}"/>
          </ac:picMkLst>
        </pc:picChg>
        <pc:cxnChg chg="add mod">
          <ac:chgData name="Virve Räni" userId="161a7437-7ef4-49ec-91bf-54882f313dfe" providerId="ADAL" clId="{6D754EED-65AA-4A21-B175-6769012CF487}" dt="2026-04-14T06:05:53.067" v="484" actId="1076"/>
          <ac:cxnSpMkLst>
            <pc:docMk/>
            <pc:sldMk cId="2424721111" sldId="622"/>
            <ac:cxnSpMk id="12" creationId="{BF57DF53-2FF4-0068-E057-802D2289EA59}"/>
          </ac:cxnSpMkLst>
        </pc:cxnChg>
      </pc:sldChg>
      <pc:sldChg chg="modSp add mod ord">
        <pc:chgData name="Virve Räni" userId="161a7437-7ef4-49ec-91bf-54882f313dfe" providerId="ADAL" clId="{6D754EED-65AA-4A21-B175-6769012CF487}" dt="2026-04-15T10:12:18.229" v="2098" actId="790"/>
        <pc:sldMkLst>
          <pc:docMk/>
          <pc:sldMk cId="569809018" sldId="647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569809018" sldId="647"/>
            <ac:spMk id="2" creationId="{0149489B-9CF9-9460-4D66-44EEAFD3DACB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569809018" sldId="647"/>
            <ac:spMk id="4" creationId="{0B6BFE79-28E9-BF3C-B1BA-9463C5006C35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569809018" sldId="647"/>
            <ac:spMk id="5" creationId="{9862407F-6B02-E42F-5913-A797FD3255BE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569809018" sldId="647"/>
            <ac:spMk id="6" creationId="{1F9E29BB-9212-3D21-4730-919E552492B7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569809018" sldId="647"/>
            <ac:spMk id="7" creationId="{AD6484DF-D2D2-FCC4-628F-F98E1900A2D7}"/>
          </ac:spMkLst>
        </pc:spChg>
      </pc:sldChg>
      <pc:sldChg chg="modSp add mod">
        <pc:chgData name="Virve Räni" userId="161a7437-7ef4-49ec-91bf-54882f313dfe" providerId="ADAL" clId="{6D754EED-65AA-4A21-B175-6769012CF487}" dt="2026-04-15T10:12:18.229" v="2098" actId="790"/>
        <pc:sldMkLst>
          <pc:docMk/>
          <pc:sldMk cId="2339573158" sldId="656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339573158" sldId="656"/>
            <ac:spMk id="2" creationId="{4CD840EC-1C23-818C-D76D-D5CC7A7F72D3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339573158" sldId="656"/>
            <ac:spMk id="8" creationId="{0096135F-15E1-B214-D752-4B4089E62679}"/>
          </ac:spMkLst>
        </pc:spChg>
        <pc:graphicFrameChg chg="modGraphic">
          <ac:chgData name="Virve Räni" userId="161a7437-7ef4-49ec-91bf-54882f313dfe" providerId="ADAL" clId="{6D754EED-65AA-4A21-B175-6769012CF487}" dt="2026-04-15T10:12:18.229" v="2098" actId="790"/>
          <ac:graphicFrameMkLst>
            <pc:docMk/>
            <pc:sldMk cId="2339573158" sldId="656"/>
            <ac:graphicFrameMk id="27" creationId="{6D44E0D5-1EE7-E9CE-C008-FC56F4A63834}"/>
          </ac:graphicFrameMkLst>
        </pc:graphicFrameChg>
      </pc:sldChg>
      <pc:sldChg chg="add del">
        <pc:chgData name="Virve Räni" userId="161a7437-7ef4-49ec-91bf-54882f313dfe" providerId="ADAL" clId="{6D754EED-65AA-4A21-B175-6769012CF487}" dt="2026-04-14T05:56:23.449" v="426"/>
        <pc:sldMkLst>
          <pc:docMk/>
          <pc:sldMk cId="773383963" sldId="657"/>
        </pc:sldMkLst>
      </pc:sldChg>
      <pc:sldChg chg="modSp add del ord">
        <pc:chgData name="Virve Räni" userId="161a7437-7ef4-49ec-91bf-54882f313dfe" providerId="ADAL" clId="{6D754EED-65AA-4A21-B175-6769012CF487}" dt="2026-04-14T06:09:22.378" v="662" actId="47"/>
        <pc:sldMkLst>
          <pc:docMk/>
          <pc:sldMk cId="1117391777" sldId="657"/>
        </pc:sldMkLst>
        <pc:spChg chg="mod">
          <ac:chgData name="Virve Räni" userId="161a7437-7ef4-49ec-91bf-54882f313dfe" providerId="ADAL" clId="{6D754EED-65AA-4A21-B175-6769012CF487}" dt="2026-04-14T06:06:30.834" v="487" actId="313"/>
          <ac:spMkLst>
            <pc:docMk/>
            <pc:sldMk cId="1117391777" sldId="657"/>
            <ac:spMk id="7" creationId="{1DBB73C0-8EE6-50CD-7921-51F0DA31C4B2}"/>
          </ac:spMkLst>
        </pc:spChg>
      </pc:sldChg>
      <pc:sldChg chg="modSp new mod">
        <pc:chgData name="Virve Räni" userId="161a7437-7ef4-49ec-91bf-54882f313dfe" providerId="ADAL" clId="{6D754EED-65AA-4A21-B175-6769012CF487}" dt="2026-04-15T10:12:18.229" v="2098" actId="790"/>
        <pc:sldMkLst>
          <pc:docMk/>
          <pc:sldMk cId="1956567439" sldId="657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956567439" sldId="657"/>
            <ac:spMk id="2" creationId="{87A42149-AC5A-3B03-4256-D54F2918F0FD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956567439" sldId="657"/>
            <ac:spMk id="3" creationId="{7F12587C-B7F9-B76A-ECA2-EFFF525C0200}"/>
          </ac:spMkLst>
        </pc:spChg>
      </pc:sldChg>
      <pc:sldChg chg="addSp delSp modSp new mod">
        <pc:chgData name="Virve Räni" userId="161a7437-7ef4-49ec-91bf-54882f313dfe" providerId="ADAL" clId="{6D754EED-65AA-4A21-B175-6769012CF487}" dt="2026-04-15T10:12:18.229" v="2098" actId="790"/>
        <pc:sldMkLst>
          <pc:docMk/>
          <pc:sldMk cId="1417137373" sldId="658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417137373" sldId="658"/>
            <ac:spMk id="2" creationId="{06BE7918-1509-E076-6E6B-F1514D54CCC5}"/>
          </ac:spMkLst>
        </pc:spChg>
        <pc:spChg chg="add del 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417137373" sldId="658"/>
            <ac:spMk id="3" creationId="{CEF10F67-7CB6-9337-7DDD-BA275F45E2AB}"/>
          </ac:spMkLst>
        </pc:spChg>
        <pc:spChg chg="add del 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1417137373" sldId="658"/>
            <ac:spMk id="4" creationId="{A3175D4F-E126-32A6-62D6-2DD6C3591152}"/>
          </ac:spMkLst>
        </pc:spChg>
        <pc:spChg chg="add mod">
          <ac:chgData name="Virve Räni" userId="161a7437-7ef4-49ec-91bf-54882f313dfe" providerId="ADAL" clId="{6D754EED-65AA-4A21-B175-6769012CF487}" dt="2026-04-14T07:35:04.496" v="1498" actId="478"/>
          <ac:spMkLst>
            <pc:docMk/>
            <pc:sldMk cId="1417137373" sldId="658"/>
            <ac:spMk id="5" creationId="{93F43922-7061-F386-3711-CEA8DB765DAC}"/>
          </ac:spMkLst>
        </pc:spChg>
        <pc:spChg chg="add mod">
          <ac:chgData name="Virve Räni" userId="161a7437-7ef4-49ec-91bf-54882f313dfe" providerId="ADAL" clId="{6D754EED-65AA-4A21-B175-6769012CF487}" dt="2026-04-14T07:35:08.463" v="1500" actId="478"/>
          <ac:spMkLst>
            <pc:docMk/>
            <pc:sldMk cId="1417137373" sldId="658"/>
            <ac:spMk id="6" creationId="{E5138030-718C-CB5B-4A27-A47CCC9A6D92}"/>
          </ac:spMkLst>
        </pc:spChg>
        <pc:picChg chg="add mod">
          <ac:chgData name="Virve Räni" userId="161a7437-7ef4-49ec-91bf-54882f313dfe" providerId="ADAL" clId="{6D754EED-65AA-4A21-B175-6769012CF487}" dt="2026-04-14T07:35:27.506" v="1504" actId="1076"/>
          <ac:picMkLst>
            <pc:docMk/>
            <pc:sldMk cId="1417137373" sldId="658"/>
            <ac:picMk id="8" creationId="{9296259A-BDDE-1E72-A40D-2CCAFBA10677}"/>
          </ac:picMkLst>
        </pc:picChg>
      </pc:sldChg>
      <pc:sldChg chg="new del">
        <pc:chgData name="Virve Räni" userId="161a7437-7ef4-49ec-91bf-54882f313dfe" providerId="ADAL" clId="{6D754EED-65AA-4A21-B175-6769012CF487}" dt="2026-04-15T10:04:16.155" v="1697" actId="47"/>
        <pc:sldMkLst>
          <pc:docMk/>
          <pc:sldMk cId="2902002965" sldId="659"/>
        </pc:sldMkLst>
      </pc:sldChg>
      <pc:sldChg chg="modSp new mod">
        <pc:chgData name="Virve Räni" userId="161a7437-7ef4-49ec-91bf-54882f313dfe" providerId="ADAL" clId="{6D754EED-65AA-4A21-B175-6769012CF487}" dt="2026-04-15T10:12:18.229" v="2098" actId="790"/>
        <pc:sldMkLst>
          <pc:docMk/>
          <pc:sldMk cId="3428811917" sldId="659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428811917" sldId="659"/>
            <ac:spMk id="2" creationId="{CD98CB92-3A86-0BA9-A0AB-33BE1C1DEBBC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3428811917" sldId="659"/>
            <ac:spMk id="3" creationId="{7574EBEB-2DAD-CE5A-D9C4-804B7FFDEAFD}"/>
          </ac:spMkLst>
        </pc:spChg>
      </pc:sldChg>
      <pc:sldChg chg="modSp add mod">
        <pc:chgData name="Virve Räni" userId="161a7437-7ef4-49ec-91bf-54882f313dfe" providerId="ADAL" clId="{6D754EED-65AA-4A21-B175-6769012CF487}" dt="2026-04-15T10:12:18.229" v="2098" actId="790"/>
        <pc:sldMkLst>
          <pc:docMk/>
          <pc:sldMk cId="2003990942" sldId="660"/>
        </pc:sldMkLst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003990942" sldId="660"/>
            <ac:spMk id="2" creationId="{3025FD5A-6949-7AE2-465F-8F815CD0B51F}"/>
          </ac:spMkLst>
        </pc:spChg>
        <pc:spChg chg="mod">
          <ac:chgData name="Virve Räni" userId="161a7437-7ef4-49ec-91bf-54882f313dfe" providerId="ADAL" clId="{6D754EED-65AA-4A21-B175-6769012CF487}" dt="2026-04-15T10:12:18.229" v="2098" actId="790"/>
          <ac:spMkLst>
            <pc:docMk/>
            <pc:sldMk cId="2003990942" sldId="660"/>
            <ac:spMk id="3" creationId="{7676F691-0913-80C5-72FB-1220E70DB644}"/>
          </ac:spMkLst>
        </pc:spChg>
      </pc:sldChg>
      <pc:sldMasterChg chg="delSldLayout">
        <pc:chgData name="Virve Räni" userId="161a7437-7ef4-49ec-91bf-54882f313dfe" providerId="ADAL" clId="{6D754EED-65AA-4A21-B175-6769012CF487}" dt="2026-04-14T06:07:13.021" v="488" actId="47"/>
        <pc:sldMasterMkLst>
          <pc:docMk/>
          <pc:sldMasterMk cId="2764921" sldId="2147483648"/>
        </pc:sldMasterMkLst>
        <pc:sldLayoutChg chg="del">
          <pc:chgData name="Virve Räni" userId="161a7437-7ef4-49ec-91bf-54882f313dfe" providerId="ADAL" clId="{6D754EED-65AA-4A21-B175-6769012CF487}" dt="2026-04-14T06:07:13.021" v="488" actId="47"/>
          <pc:sldLayoutMkLst>
            <pc:docMk/>
            <pc:sldMasterMk cId="2764921" sldId="2147483648"/>
            <pc:sldLayoutMk cId="3436993458" sldId="214748367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218FC9-F60E-4273-92D7-0067195C3E9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E990451-973B-4D49-87CD-18891E2F21CD}">
      <dgm:prSet phldrT="[Text]" phldr="0"/>
      <dgm:spPr/>
      <dgm:t>
        <a:bodyPr/>
        <a:lstStyle/>
        <a:p>
          <a:pPr rtl="0"/>
          <a:r>
            <a:rPr lang="et-EE" noProof="0" dirty="0">
              <a:latin typeface="Inter Bold"/>
            </a:rPr>
            <a:t> Raamatupidamissüsteem</a:t>
          </a:r>
          <a:br>
            <a:rPr lang="et-EE" noProof="0" dirty="0">
              <a:latin typeface="Inter Bold"/>
            </a:rPr>
          </a:br>
          <a:r>
            <a:rPr lang="et-EE" noProof="0" dirty="0">
              <a:latin typeface="Inter Bold"/>
            </a:rPr>
            <a:t> - </a:t>
          </a:r>
          <a:r>
            <a:rPr lang="et-EE" noProof="0" dirty="0" err="1">
              <a:latin typeface="Inter Bold"/>
            </a:rPr>
            <a:t>invoices_table</a:t>
          </a:r>
          <a:endParaRPr lang="et-EE" noProof="0" dirty="0"/>
        </a:p>
      </dgm:t>
    </dgm:pt>
    <dgm:pt modelId="{741FF6A3-2D04-464D-8644-F248CB34A54D}" type="parTrans" cxnId="{E68C07AD-AB99-452C-B124-EE5B6AB19396}">
      <dgm:prSet/>
      <dgm:spPr/>
    </dgm:pt>
    <dgm:pt modelId="{3F32335E-8EA0-453F-9A73-F8B7968F165E}" type="sibTrans" cxnId="{E68C07AD-AB99-452C-B124-EE5B6AB19396}">
      <dgm:prSet/>
      <dgm:spPr/>
      <dgm:t>
        <a:bodyPr/>
        <a:lstStyle/>
        <a:p>
          <a:endParaRPr lang="et-EE" noProof="0" dirty="0"/>
        </a:p>
      </dgm:t>
    </dgm:pt>
    <dgm:pt modelId="{DB27AF1E-F1CF-4F94-9D1C-CBC1C72C277C}">
      <dgm:prSet phldrT="[Text]" phldr="0"/>
      <dgm:spPr/>
      <dgm:t>
        <a:bodyPr/>
        <a:lstStyle/>
        <a:p>
          <a:pPr rtl="0"/>
          <a:r>
            <a:rPr lang="et-EE" noProof="0" dirty="0">
              <a:latin typeface="Inter Bold"/>
            </a:rPr>
            <a:t> Andmeladu</a:t>
          </a:r>
          <a:br>
            <a:rPr lang="et-EE" noProof="0" dirty="0">
              <a:latin typeface="Inter Bold"/>
            </a:rPr>
          </a:br>
          <a:r>
            <a:rPr lang="et-EE" noProof="0" dirty="0">
              <a:latin typeface="Inter Bold"/>
            </a:rPr>
            <a:t> - F_INVOICE</a:t>
          </a:r>
          <a:endParaRPr lang="et-EE" noProof="0" dirty="0"/>
        </a:p>
      </dgm:t>
    </dgm:pt>
    <dgm:pt modelId="{4FFE32DE-0024-41E5-B450-2E747BF3B137}" type="parTrans" cxnId="{1AC0EE84-B358-423C-AD0B-28FEFAB63B8E}">
      <dgm:prSet/>
      <dgm:spPr/>
    </dgm:pt>
    <dgm:pt modelId="{02ED490A-2039-49D0-B625-D6822E4AD28F}" type="sibTrans" cxnId="{1AC0EE84-B358-423C-AD0B-28FEFAB63B8E}">
      <dgm:prSet/>
      <dgm:spPr/>
      <dgm:t>
        <a:bodyPr/>
        <a:lstStyle/>
        <a:p>
          <a:endParaRPr lang="et-EE" noProof="0" dirty="0"/>
        </a:p>
      </dgm:t>
    </dgm:pt>
    <dgm:pt modelId="{BF9CCDDA-0E2C-4B01-A358-098FFDAF6628}">
      <dgm:prSet phldrT="[Text]" phldr="0"/>
      <dgm:spPr/>
      <dgm:t>
        <a:bodyPr/>
        <a:lstStyle/>
        <a:p>
          <a:pPr rtl="0"/>
          <a:r>
            <a:rPr lang="et-EE" noProof="0" dirty="0">
              <a:latin typeface="Inter Bold"/>
            </a:rPr>
            <a:t>Power BI</a:t>
          </a:r>
          <a:br>
            <a:rPr lang="et-EE" noProof="0" dirty="0">
              <a:solidFill>
                <a:srgbClr val="000000"/>
              </a:solidFill>
              <a:latin typeface="Inter Bold"/>
            </a:rPr>
          </a:br>
          <a:r>
            <a:rPr lang="et-EE" noProof="0" dirty="0">
              <a:latin typeface="Inter Bold"/>
            </a:rPr>
            <a:t> - Maksmata arved raport</a:t>
          </a:r>
        </a:p>
      </dgm:t>
    </dgm:pt>
    <dgm:pt modelId="{951C2AE2-C7F7-408D-AD34-2F7C58B38075}" type="parTrans" cxnId="{B2CDEF6F-88C9-4FDE-ACB0-64854B46C725}">
      <dgm:prSet/>
      <dgm:spPr/>
    </dgm:pt>
    <dgm:pt modelId="{EB260C4F-1CE4-4A1E-A75A-E98638C0BD70}" type="sibTrans" cxnId="{B2CDEF6F-88C9-4FDE-ACB0-64854B46C725}">
      <dgm:prSet/>
      <dgm:spPr/>
      <dgm:t>
        <a:bodyPr/>
        <a:lstStyle/>
        <a:p>
          <a:endParaRPr lang="en-US"/>
        </a:p>
      </dgm:t>
    </dgm:pt>
    <dgm:pt modelId="{21713F31-066B-4FB8-AD85-A95361CE3585}" type="pres">
      <dgm:prSet presAssocID="{F6218FC9-F60E-4273-92D7-0067195C3E9E}" presName="Name0" presStyleCnt="0">
        <dgm:presLayoutVars>
          <dgm:dir/>
          <dgm:resizeHandles val="exact"/>
        </dgm:presLayoutVars>
      </dgm:prSet>
      <dgm:spPr/>
    </dgm:pt>
    <dgm:pt modelId="{34F93E54-8D04-4F63-AED9-D39D2B56BA78}" type="pres">
      <dgm:prSet presAssocID="{5E990451-973B-4D49-87CD-18891E2F21CD}" presName="node" presStyleLbl="node1" presStyleIdx="0" presStyleCnt="3">
        <dgm:presLayoutVars>
          <dgm:bulletEnabled val="1"/>
        </dgm:presLayoutVars>
      </dgm:prSet>
      <dgm:spPr/>
    </dgm:pt>
    <dgm:pt modelId="{04CC52EE-90DC-48E7-B1EE-805C9ED26BA9}" type="pres">
      <dgm:prSet presAssocID="{3F32335E-8EA0-453F-9A73-F8B7968F165E}" presName="sibTrans" presStyleLbl="sibTrans2D1" presStyleIdx="0" presStyleCnt="2"/>
      <dgm:spPr/>
    </dgm:pt>
    <dgm:pt modelId="{C9A46B45-1AB4-4D46-B35C-333CFD984B3F}" type="pres">
      <dgm:prSet presAssocID="{3F32335E-8EA0-453F-9A73-F8B7968F165E}" presName="connectorText" presStyleLbl="sibTrans2D1" presStyleIdx="0" presStyleCnt="2"/>
      <dgm:spPr/>
    </dgm:pt>
    <dgm:pt modelId="{C24F7B8C-A393-48CA-8023-259A1D20EADB}" type="pres">
      <dgm:prSet presAssocID="{DB27AF1E-F1CF-4F94-9D1C-CBC1C72C277C}" presName="node" presStyleLbl="node1" presStyleIdx="1" presStyleCnt="3">
        <dgm:presLayoutVars>
          <dgm:bulletEnabled val="1"/>
        </dgm:presLayoutVars>
      </dgm:prSet>
      <dgm:spPr/>
    </dgm:pt>
    <dgm:pt modelId="{17A69E49-C4A7-491F-A317-97C44A9E6CFA}" type="pres">
      <dgm:prSet presAssocID="{02ED490A-2039-49D0-B625-D6822E4AD28F}" presName="sibTrans" presStyleLbl="sibTrans2D1" presStyleIdx="1" presStyleCnt="2"/>
      <dgm:spPr/>
    </dgm:pt>
    <dgm:pt modelId="{A78116A7-B536-464E-BD89-654E0AC64620}" type="pres">
      <dgm:prSet presAssocID="{02ED490A-2039-49D0-B625-D6822E4AD28F}" presName="connectorText" presStyleLbl="sibTrans2D1" presStyleIdx="1" presStyleCnt="2"/>
      <dgm:spPr/>
    </dgm:pt>
    <dgm:pt modelId="{B477CCF7-DD9C-4569-9A05-E5234CC8F5D9}" type="pres">
      <dgm:prSet presAssocID="{BF9CCDDA-0E2C-4B01-A358-098FFDAF6628}" presName="node" presStyleLbl="node1" presStyleIdx="2" presStyleCnt="3">
        <dgm:presLayoutVars>
          <dgm:bulletEnabled val="1"/>
        </dgm:presLayoutVars>
      </dgm:prSet>
      <dgm:spPr/>
    </dgm:pt>
  </dgm:ptLst>
  <dgm:cxnLst>
    <dgm:cxn modelId="{F0168900-714A-4437-81D0-ADC7CE81BF28}" type="presOf" srcId="{02ED490A-2039-49D0-B625-D6822E4AD28F}" destId="{17A69E49-C4A7-491F-A317-97C44A9E6CFA}" srcOrd="0" destOrd="0" presId="urn:microsoft.com/office/officeart/2005/8/layout/process1"/>
    <dgm:cxn modelId="{9855C405-468A-4947-A5F8-D2D3882E7B3C}" type="presOf" srcId="{BF9CCDDA-0E2C-4B01-A358-098FFDAF6628}" destId="{B477CCF7-DD9C-4569-9A05-E5234CC8F5D9}" srcOrd="0" destOrd="0" presId="urn:microsoft.com/office/officeart/2005/8/layout/process1"/>
    <dgm:cxn modelId="{57DAA842-4476-482F-A6D8-6A70EBAD1180}" type="presOf" srcId="{5E990451-973B-4D49-87CD-18891E2F21CD}" destId="{34F93E54-8D04-4F63-AED9-D39D2B56BA78}" srcOrd="0" destOrd="0" presId="urn:microsoft.com/office/officeart/2005/8/layout/process1"/>
    <dgm:cxn modelId="{BF174769-7130-44A3-BF08-7F42B4938AA7}" type="presOf" srcId="{DB27AF1E-F1CF-4F94-9D1C-CBC1C72C277C}" destId="{C24F7B8C-A393-48CA-8023-259A1D20EADB}" srcOrd="0" destOrd="0" presId="urn:microsoft.com/office/officeart/2005/8/layout/process1"/>
    <dgm:cxn modelId="{B2CDEF6F-88C9-4FDE-ACB0-64854B46C725}" srcId="{F6218FC9-F60E-4273-92D7-0067195C3E9E}" destId="{BF9CCDDA-0E2C-4B01-A358-098FFDAF6628}" srcOrd="2" destOrd="0" parTransId="{951C2AE2-C7F7-408D-AD34-2F7C58B38075}" sibTransId="{EB260C4F-1CE4-4A1E-A75A-E98638C0BD70}"/>
    <dgm:cxn modelId="{18303084-9BD4-4150-8947-53CFAA5885CF}" type="presOf" srcId="{F6218FC9-F60E-4273-92D7-0067195C3E9E}" destId="{21713F31-066B-4FB8-AD85-A95361CE3585}" srcOrd="0" destOrd="0" presId="urn:microsoft.com/office/officeart/2005/8/layout/process1"/>
    <dgm:cxn modelId="{1AC0EE84-B358-423C-AD0B-28FEFAB63B8E}" srcId="{F6218FC9-F60E-4273-92D7-0067195C3E9E}" destId="{DB27AF1E-F1CF-4F94-9D1C-CBC1C72C277C}" srcOrd="1" destOrd="0" parTransId="{4FFE32DE-0024-41E5-B450-2E747BF3B137}" sibTransId="{02ED490A-2039-49D0-B625-D6822E4AD28F}"/>
    <dgm:cxn modelId="{A5FBFC85-7A0C-4CBA-BDFA-E9B88752FCB3}" type="presOf" srcId="{02ED490A-2039-49D0-B625-D6822E4AD28F}" destId="{A78116A7-B536-464E-BD89-654E0AC64620}" srcOrd="1" destOrd="0" presId="urn:microsoft.com/office/officeart/2005/8/layout/process1"/>
    <dgm:cxn modelId="{62ABDC96-AA68-4138-BF7F-553EE5A19C65}" type="presOf" srcId="{3F32335E-8EA0-453F-9A73-F8B7968F165E}" destId="{C9A46B45-1AB4-4D46-B35C-333CFD984B3F}" srcOrd="1" destOrd="0" presId="urn:microsoft.com/office/officeart/2005/8/layout/process1"/>
    <dgm:cxn modelId="{E68C07AD-AB99-452C-B124-EE5B6AB19396}" srcId="{F6218FC9-F60E-4273-92D7-0067195C3E9E}" destId="{5E990451-973B-4D49-87CD-18891E2F21CD}" srcOrd="0" destOrd="0" parTransId="{741FF6A3-2D04-464D-8644-F248CB34A54D}" sibTransId="{3F32335E-8EA0-453F-9A73-F8B7968F165E}"/>
    <dgm:cxn modelId="{2AA54ED2-5817-4374-A679-86C1E3B4A631}" type="presOf" srcId="{3F32335E-8EA0-453F-9A73-F8B7968F165E}" destId="{04CC52EE-90DC-48E7-B1EE-805C9ED26BA9}" srcOrd="0" destOrd="0" presId="urn:microsoft.com/office/officeart/2005/8/layout/process1"/>
    <dgm:cxn modelId="{22D71225-FF1F-4E2C-829E-9285E2C85EFB}" type="presParOf" srcId="{21713F31-066B-4FB8-AD85-A95361CE3585}" destId="{34F93E54-8D04-4F63-AED9-D39D2B56BA78}" srcOrd="0" destOrd="0" presId="urn:microsoft.com/office/officeart/2005/8/layout/process1"/>
    <dgm:cxn modelId="{22EC9D34-77D3-4C09-AFF1-A8B7B32B8EAB}" type="presParOf" srcId="{21713F31-066B-4FB8-AD85-A95361CE3585}" destId="{04CC52EE-90DC-48E7-B1EE-805C9ED26BA9}" srcOrd="1" destOrd="0" presId="urn:microsoft.com/office/officeart/2005/8/layout/process1"/>
    <dgm:cxn modelId="{105CEAD6-34DD-45B9-BAF7-D722080DEA52}" type="presParOf" srcId="{04CC52EE-90DC-48E7-B1EE-805C9ED26BA9}" destId="{C9A46B45-1AB4-4D46-B35C-333CFD984B3F}" srcOrd="0" destOrd="0" presId="urn:microsoft.com/office/officeart/2005/8/layout/process1"/>
    <dgm:cxn modelId="{520C2C94-9DDA-4060-8534-E0B2EA19CD09}" type="presParOf" srcId="{21713F31-066B-4FB8-AD85-A95361CE3585}" destId="{C24F7B8C-A393-48CA-8023-259A1D20EADB}" srcOrd="2" destOrd="0" presId="urn:microsoft.com/office/officeart/2005/8/layout/process1"/>
    <dgm:cxn modelId="{65E5ECBF-638E-4459-8426-468C2C748B3C}" type="presParOf" srcId="{21713F31-066B-4FB8-AD85-A95361CE3585}" destId="{17A69E49-C4A7-491F-A317-97C44A9E6CFA}" srcOrd="3" destOrd="0" presId="urn:microsoft.com/office/officeart/2005/8/layout/process1"/>
    <dgm:cxn modelId="{EE155F95-C463-400F-A0F3-2F21CA10F173}" type="presParOf" srcId="{17A69E49-C4A7-491F-A317-97C44A9E6CFA}" destId="{A78116A7-B536-464E-BD89-654E0AC64620}" srcOrd="0" destOrd="0" presId="urn:microsoft.com/office/officeart/2005/8/layout/process1"/>
    <dgm:cxn modelId="{CA9BEFC2-ED72-4C78-8C14-252CDC511CCA}" type="presParOf" srcId="{21713F31-066B-4FB8-AD85-A95361CE3585}" destId="{B477CCF7-DD9C-4569-9A05-E5234CC8F5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93E54-8D04-4F63-AED9-D39D2B56BA78}">
      <dsp:nvSpPr>
        <dsp:cNvPr id="0" name=""/>
        <dsp:cNvSpPr/>
      </dsp:nvSpPr>
      <dsp:spPr>
        <a:xfrm>
          <a:off x="8391" y="1484276"/>
          <a:ext cx="2508060" cy="15048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400" kern="1200" noProof="0" dirty="0">
              <a:latin typeface="Inter Bold"/>
            </a:rPr>
            <a:t> Raamatupidamissüsteem</a:t>
          </a:r>
          <a:br>
            <a:rPr lang="et-EE" sz="1400" kern="1200" noProof="0" dirty="0">
              <a:latin typeface="Inter Bold"/>
            </a:rPr>
          </a:br>
          <a:r>
            <a:rPr lang="et-EE" sz="1400" kern="1200" noProof="0" dirty="0">
              <a:latin typeface="Inter Bold"/>
            </a:rPr>
            <a:t> - </a:t>
          </a:r>
          <a:r>
            <a:rPr lang="et-EE" sz="1400" kern="1200" noProof="0" dirty="0" err="1">
              <a:latin typeface="Inter Bold"/>
            </a:rPr>
            <a:t>invoices_table</a:t>
          </a:r>
          <a:endParaRPr lang="et-EE" sz="1400" kern="1200" noProof="0" dirty="0"/>
        </a:p>
      </dsp:txBody>
      <dsp:txXfrm>
        <a:off x="52466" y="1528351"/>
        <a:ext cx="2419910" cy="1416686"/>
      </dsp:txXfrm>
    </dsp:sp>
    <dsp:sp modelId="{04CC52EE-90DC-48E7-B1EE-805C9ED26BA9}">
      <dsp:nvSpPr>
        <dsp:cNvPr id="0" name=""/>
        <dsp:cNvSpPr/>
      </dsp:nvSpPr>
      <dsp:spPr>
        <a:xfrm>
          <a:off x="2767257" y="1925695"/>
          <a:ext cx="531708" cy="6219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1100" kern="1200" noProof="0" dirty="0"/>
        </a:p>
      </dsp:txBody>
      <dsp:txXfrm>
        <a:off x="2767257" y="2050095"/>
        <a:ext cx="372196" cy="373198"/>
      </dsp:txXfrm>
    </dsp:sp>
    <dsp:sp modelId="{C24F7B8C-A393-48CA-8023-259A1D20EADB}">
      <dsp:nvSpPr>
        <dsp:cNvPr id="0" name=""/>
        <dsp:cNvSpPr/>
      </dsp:nvSpPr>
      <dsp:spPr>
        <a:xfrm>
          <a:off x="3519675" y="1484276"/>
          <a:ext cx="2508060" cy="15048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400" kern="1200" noProof="0" dirty="0">
              <a:latin typeface="Inter Bold"/>
            </a:rPr>
            <a:t> Andmeladu</a:t>
          </a:r>
          <a:br>
            <a:rPr lang="et-EE" sz="1400" kern="1200" noProof="0" dirty="0">
              <a:latin typeface="Inter Bold"/>
            </a:rPr>
          </a:br>
          <a:r>
            <a:rPr lang="et-EE" sz="1400" kern="1200" noProof="0" dirty="0">
              <a:latin typeface="Inter Bold"/>
            </a:rPr>
            <a:t> - F_INVOICE</a:t>
          </a:r>
          <a:endParaRPr lang="et-EE" sz="1400" kern="1200" noProof="0" dirty="0"/>
        </a:p>
      </dsp:txBody>
      <dsp:txXfrm>
        <a:off x="3563750" y="1528351"/>
        <a:ext cx="2419910" cy="1416686"/>
      </dsp:txXfrm>
    </dsp:sp>
    <dsp:sp modelId="{17A69E49-C4A7-491F-A317-97C44A9E6CFA}">
      <dsp:nvSpPr>
        <dsp:cNvPr id="0" name=""/>
        <dsp:cNvSpPr/>
      </dsp:nvSpPr>
      <dsp:spPr>
        <a:xfrm>
          <a:off x="6278541" y="1925695"/>
          <a:ext cx="531708" cy="6219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1100" kern="1200" noProof="0" dirty="0"/>
        </a:p>
      </dsp:txBody>
      <dsp:txXfrm>
        <a:off x="6278541" y="2050095"/>
        <a:ext cx="372196" cy="373198"/>
      </dsp:txXfrm>
    </dsp:sp>
    <dsp:sp modelId="{B477CCF7-DD9C-4569-9A05-E5234CC8F5D9}">
      <dsp:nvSpPr>
        <dsp:cNvPr id="0" name=""/>
        <dsp:cNvSpPr/>
      </dsp:nvSpPr>
      <dsp:spPr>
        <a:xfrm>
          <a:off x="7030959" y="1484276"/>
          <a:ext cx="2508060" cy="15048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400" kern="1200" noProof="0" dirty="0">
              <a:latin typeface="Inter Bold"/>
            </a:rPr>
            <a:t>Power BI</a:t>
          </a:r>
          <a:br>
            <a:rPr lang="et-EE" sz="1400" kern="1200" noProof="0" dirty="0">
              <a:solidFill>
                <a:srgbClr val="000000"/>
              </a:solidFill>
              <a:latin typeface="Inter Bold"/>
            </a:rPr>
          </a:br>
          <a:r>
            <a:rPr lang="et-EE" sz="1400" kern="1200" noProof="0" dirty="0">
              <a:latin typeface="Inter Bold"/>
            </a:rPr>
            <a:t> - Maksmata arved raport</a:t>
          </a:r>
        </a:p>
      </dsp:txBody>
      <dsp:txXfrm>
        <a:off x="7075034" y="1528351"/>
        <a:ext cx="2419910" cy="14166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15.04.2026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Andmekorraldus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aitab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ettevõttel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luua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andmetest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väärtust</a:t>
            </a:r>
            <a:r>
              <a:rPr lang="en-US" dirty="0">
                <a:ea typeface="Calibri"/>
                <a:cs typeface="Calibri"/>
              </a:rPr>
              <a:t>.  </a:t>
            </a:r>
            <a:r>
              <a:rPr lang="en-US" dirty="0" err="1">
                <a:ea typeface="Calibri"/>
                <a:cs typeface="Calibri"/>
              </a:rPr>
              <a:t>Andmekorraldus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koosneb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mitmetest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sammudest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05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6825-75D2-4247-1841-CB84FECF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7DAE8-409F-6D39-848A-1D04D0204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E45DB-E530-648F-C76E-1E5ABCCC5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Kas </a:t>
            </a:r>
            <a:r>
              <a:rPr lang="en-US" dirty="0" err="1">
                <a:ea typeface="Calibri"/>
                <a:cs typeface="Calibri"/>
              </a:rPr>
              <a:t>tead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kes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sinu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organisatsioonis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neid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rolle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täidavad</a:t>
            </a:r>
            <a:r>
              <a:rPr lang="en-US" dirty="0">
                <a:ea typeface="Calibri"/>
                <a:cs typeface="Calibri"/>
              </a:rPr>
              <a:t>? Mis </a:t>
            </a:r>
            <a:r>
              <a:rPr lang="en-US" dirty="0" err="1">
                <a:ea typeface="Calibri"/>
                <a:cs typeface="Calibri"/>
              </a:rPr>
              <a:t>rolli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täidad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sina</a:t>
            </a:r>
            <a:r>
              <a:rPr lang="en-US" dirty="0">
                <a:ea typeface="Calibri"/>
                <a:cs typeface="Calibri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1328-4620-63C0-F52E-35E53441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68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FAIR </a:t>
            </a:r>
            <a:r>
              <a:rPr lang="en-US" err="1">
                <a:ea typeface="Calibri"/>
                <a:cs typeface="Calibri"/>
              </a:rPr>
              <a:t>põhimõtted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tagavad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võimaluse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kasutada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cs typeface="+mn-lt"/>
              </a:rPr>
            </a:br>
            <a:r>
              <a:rPr lang="en-US" err="1">
                <a:ea typeface="Calibri"/>
                <a:cs typeface="Calibri"/>
              </a:rPr>
              <a:t>Esiteks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olema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leitavad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selleks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kirjeldada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luua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koht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kus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talletatakse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Teiseks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olema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kättesaadavad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õigetele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inimestele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selleks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looma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rakendama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juurdepääsu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reeglid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cs typeface="+mn-lt"/>
              </a:rPr>
            </a:br>
            <a:r>
              <a:rPr lang="en-US" err="1">
                <a:ea typeface="Calibri"/>
                <a:cs typeface="Calibri"/>
              </a:rPr>
              <a:t>Kolmandaks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olema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taaskasutatavad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selleks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olema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kokku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lepitud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selgelt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dokumenteeritud</a:t>
            </a:r>
            <a:r>
              <a:rPr lang="en-US">
                <a:ea typeface="Calibri"/>
                <a:cs typeface="Calibri"/>
              </a:rPr>
              <a:t>, mis </a:t>
            </a:r>
            <a:r>
              <a:rPr lang="en-US" err="1">
                <a:ea typeface="Calibri"/>
                <a:cs typeface="Calibri"/>
              </a:rPr>
              <a:t>eesmärgil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võib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kasutada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ning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tagatud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selline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vorm</a:t>
            </a:r>
            <a:r>
              <a:rPr lang="en-US">
                <a:ea typeface="Calibri"/>
                <a:cs typeface="Calibri"/>
              </a:rPr>
              <a:t>, mis </a:t>
            </a:r>
            <a:r>
              <a:rPr lang="en-US" err="1">
                <a:ea typeface="Calibri"/>
                <a:cs typeface="Calibri"/>
              </a:rPr>
              <a:t>võimaldab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nende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analüüsi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Neljandaks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olema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ühilduvad</a:t>
            </a:r>
            <a:r>
              <a:rPr lang="en-US">
                <a:ea typeface="Calibri"/>
                <a:cs typeface="Calibri"/>
              </a:rPr>
              <a:t> - see </a:t>
            </a:r>
            <a:r>
              <a:rPr lang="en-US" err="1">
                <a:ea typeface="Calibri"/>
                <a:cs typeface="Calibri"/>
              </a:rPr>
              <a:t>tähendab</a:t>
            </a:r>
            <a:r>
              <a:rPr lang="en-US">
                <a:ea typeface="Calibri"/>
                <a:cs typeface="Calibri"/>
              </a:rPr>
              <a:t>, et </a:t>
            </a:r>
            <a:r>
              <a:rPr lang="en-US" err="1">
                <a:ea typeface="Calibri"/>
                <a:cs typeface="Calibri"/>
              </a:rPr>
              <a:t>kogutud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ühendada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teiste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andmetega</a:t>
            </a:r>
            <a:r>
              <a:rPr lang="en-US">
                <a:ea typeface="Calibri"/>
                <a:cs typeface="Calibri"/>
              </a:rPr>
              <a:t>. Selleks on </a:t>
            </a:r>
            <a:r>
              <a:rPr lang="en-US" err="1">
                <a:ea typeface="Calibri"/>
                <a:cs typeface="Calibri"/>
              </a:rPr>
              <a:t>oluline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kasutada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avatud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failivorminguid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ühtlustada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terminite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kasutus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9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Seadusest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tulenevad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nõuded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ärisaladus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vajaduspõhine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minimaalsus</a:t>
            </a:r>
            <a:r>
              <a:rPr lang="en-US">
                <a:ea typeface="Calibri"/>
                <a:cs typeface="Calibri"/>
              </a:rPr>
              <a:t>). Korra ja </a:t>
            </a:r>
            <a:r>
              <a:rPr lang="en-US" err="1">
                <a:ea typeface="Calibri"/>
                <a:cs typeface="Calibri"/>
              </a:rPr>
              <a:t>selguse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loomine</a:t>
            </a:r>
            <a:r>
              <a:rPr lang="en-US">
                <a:ea typeface="Calibri"/>
                <a:cs typeface="Calibri"/>
              </a:rPr>
              <a:t>. </a:t>
            </a:r>
            <a:r>
              <a:rPr lang="en-US" err="1">
                <a:ea typeface="Calibri"/>
                <a:cs typeface="Calibri"/>
              </a:rPr>
              <a:t>Ligipääsu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tasandid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lugemine</a:t>
            </a:r>
            <a:r>
              <a:rPr lang="en-US">
                <a:ea typeface="Calibri"/>
                <a:cs typeface="Calibri"/>
              </a:rPr>
              <a:t> vs </a:t>
            </a:r>
            <a:r>
              <a:rPr lang="en-US" err="1">
                <a:ea typeface="Calibri"/>
                <a:cs typeface="Calibri"/>
              </a:rPr>
              <a:t>ülekirjutamine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97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3919-F68A-68D7-18D2-9C7D1AEA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F1568-AF88-E680-C889-D4151EBEE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4B832-FE6A-97CC-5045-57E27E1DD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Seadusest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tulenevad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nõuded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ärisaladus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vajaduspõhine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minimaalsus</a:t>
            </a:r>
            <a:r>
              <a:rPr lang="en-US">
                <a:ea typeface="Calibri"/>
                <a:cs typeface="Calibri"/>
              </a:rPr>
              <a:t>). Korra </a:t>
            </a:r>
            <a:r>
              <a:rPr lang="en-US" err="1">
                <a:ea typeface="Calibri"/>
                <a:cs typeface="Calibri"/>
              </a:rPr>
              <a:t>loomine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95FD5-4426-908B-7AD7-B6C93902F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6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28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5005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15.04.2026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.ee/et/statistikaamet/andmehaldus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riigiakadeemia.ee/course/view.php?id=66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lassifikaatorid.stat.ee/item/stat.ee/1e38c151-38ae-4be3-ab46-a591c0096b99/6" TargetMode="External"/><Relationship Id="rId2" Type="http://schemas.openxmlformats.org/officeDocument/2006/relationships/hyperlink" Target="https://klassifikaatorid.stat.ee/item/stat.ee/b8fdb2b9-8269-41ca-b29e-5454df555147/60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klassifikaatorid.stat.ee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raw.io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tutorialjinni.com/entity-relationship-diagram-erd-for-point-of-sale-system-pos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riigiakadeemia.ee/enrol/index.php?id=65" TargetMode="External"/><Relationship Id="rId2" Type="http://schemas.openxmlformats.org/officeDocument/2006/relationships/hyperlink" Target="https://stat.ee/et/statistikaamet/andmehaldus" TargetMode="Externa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ev.to/pachicodes/tips-to-use-github-as-your-portfolio-4kb2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t-EE" noProof="0" dirty="0">
                <a:cs typeface="Poppins SemiBold"/>
              </a:rPr>
              <a:t>Vali Andmetarkus!</a:t>
            </a:r>
            <a:endParaRPr lang="et-EE" noProof="0" dirty="0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noProof="0" dirty="0">
                <a:ea typeface="Inter"/>
              </a:rPr>
              <a:t>Virve Räni</a:t>
            </a:r>
            <a:endParaRPr lang="et-EE" noProof="0" dirty="0"/>
          </a:p>
          <a:p>
            <a:r>
              <a:rPr lang="et-EE" noProof="0" dirty="0">
                <a:ea typeface="Inter"/>
              </a:rPr>
              <a:t>virve.rani@bcs.ee</a:t>
            </a:r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9E33E-6A96-97D5-307C-F2922F0D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E7CB-D025-5C37-DDED-83BAF2B560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>
                <a:ea typeface="+mj-lt"/>
                <a:cs typeface="+mj-lt"/>
              </a:rPr>
              <a:t>Päevakava - XII päev</a:t>
            </a:r>
            <a:endParaRPr lang="et-EE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EAD0368-D5F4-A2D8-4857-3146CC68212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5551876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Andmekorraldus ja andmehaldus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Koolitus – Andmete kirjeldamine ja andmemudel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 </a:t>
                      </a:r>
                      <a:endParaRPr lang="et-EE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 teemade arutelu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Koolitus – Portfoolio täiendamine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12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489B-9CF9-9460-4D66-44EEAFD3D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b="1" noProof="0" dirty="0"/>
              <a:t>Andmetest teabe kätte saamine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6BFE79-28E9-BF3C-B1BA-9463C5006C35}"/>
              </a:ext>
            </a:extLst>
          </p:cNvPr>
          <p:cNvSpPr/>
          <p:nvPr/>
        </p:nvSpPr>
        <p:spPr>
          <a:xfrm>
            <a:off x="3405605" y="1504204"/>
            <a:ext cx="2745153" cy="247084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t-EE" noProof="0" dirty="0">
                <a:ea typeface="Inter"/>
              </a:rPr>
              <a:t>Andmete </a:t>
            </a:r>
            <a:br>
              <a:rPr lang="et-EE" noProof="0" dirty="0">
                <a:ea typeface="Inter"/>
              </a:rPr>
            </a:br>
            <a:r>
              <a:rPr lang="et-EE" noProof="0" dirty="0">
                <a:ea typeface="Inter"/>
              </a:rPr>
              <a:t>kirjeldused</a:t>
            </a:r>
            <a:endParaRPr lang="et-EE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62407F-6B02-E42F-5913-A797FD3255BE}"/>
              </a:ext>
            </a:extLst>
          </p:cNvPr>
          <p:cNvSpPr/>
          <p:nvPr/>
        </p:nvSpPr>
        <p:spPr>
          <a:xfrm>
            <a:off x="5711143" y="1504204"/>
            <a:ext cx="2745153" cy="247084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t-EE" noProof="0" dirty="0">
                <a:ea typeface="Inter"/>
              </a:rPr>
              <a:t>Andmekvaliteet</a:t>
            </a:r>
            <a:endParaRPr lang="et-EE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9E29BB-9212-3D21-4730-919E552492B7}"/>
              </a:ext>
            </a:extLst>
          </p:cNvPr>
          <p:cNvSpPr/>
          <p:nvPr/>
        </p:nvSpPr>
        <p:spPr>
          <a:xfrm>
            <a:off x="4450912" y="3252895"/>
            <a:ext cx="2745153" cy="247084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t-EE" noProof="0" dirty="0">
                <a:ea typeface="Inter"/>
              </a:rPr>
              <a:t>Andmete mõistmine</a:t>
            </a:r>
            <a:endParaRPr lang="et-EE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6484DF-D2D2-FCC4-628F-F98E1900A2D7}"/>
              </a:ext>
            </a:extLst>
          </p:cNvPr>
          <p:cNvSpPr/>
          <p:nvPr/>
        </p:nvSpPr>
        <p:spPr>
          <a:xfrm>
            <a:off x="5153526" y="2881667"/>
            <a:ext cx="1356894" cy="10900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t-EE" noProof="0" dirty="0">
                <a:ea typeface="Inter"/>
              </a:rPr>
              <a:t>Teave</a:t>
            </a:r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56980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B881-04EF-663F-DDA6-5A9BACFA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7ED1-B1D5-3DF3-7DCE-31C037794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Andmekorralduse ja –halduse eesmärgid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1CC0-FF96-CB18-76A7-CC64FF3E5A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solidFill>
                  <a:srgbClr val="000000"/>
                </a:solidFill>
                <a:latin typeface="Inter"/>
                <a:ea typeface="Roboto"/>
                <a:cs typeface="Roboto"/>
              </a:rPr>
              <a:t>Organisatsiooni tegevusvaldkond, mis võimaldab hallata andmeid varana.</a:t>
            </a:r>
          </a:p>
          <a:p>
            <a:pPr>
              <a:lnSpc>
                <a:spcPct val="150000"/>
              </a:lnSpc>
            </a:pPr>
            <a:r>
              <a:rPr lang="et-EE" sz="2000" noProof="0" dirty="0">
                <a:solidFill>
                  <a:srgbClr val="000000"/>
                </a:solidFill>
                <a:latin typeface="Inter"/>
                <a:ea typeface="Roboto"/>
                <a:cs typeface="Roboto"/>
              </a:rPr>
              <a:t>Eesmärk tagada, et andmed oleksid kirjeldatud, kättesaadavad ja kvaliteetsed.</a:t>
            </a:r>
            <a:endParaRPr lang="et-EE" sz="2000" noProof="0" dirty="0">
              <a:solidFill>
                <a:srgbClr val="000000"/>
              </a:solidFill>
              <a:latin typeface="Inter"/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Roboto"/>
                <a:cs typeface="Roboto"/>
              </a:rPr>
              <a:t>Võimaldab: 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Roboto"/>
                <a:cs typeface="Roboto"/>
              </a:rPr>
              <a:t>kvaliteetsete andmepõhiste otsuste tegemist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Roboto"/>
                <a:cs typeface="Roboto"/>
              </a:rPr>
              <a:t>andmepõhiste teenuste (nt vanemahüvitis lapse sünnil) pakkumist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Roboto"/>
                <a:cs typeface="Roboto"/>
              </a:rPr>
              <a:t>andmete ristkasutust 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Inter"/>
                <a:cs typeface="Roboto"/>
              </a:rPr>
              <a:t>muuta asutuse tööprotsessi sujuvamaks;</a:t>
            </a:r>
            <a:endParaRPr lang="et-EE" sz="1800" noProof="0" dirty="0">
              <a:cs typeface="Roboto"/>
            </a:endParaRP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Inter"/>
                <a:cs typeface="Roboto"/>
              </a:rPr>
              <a:t>kaitsta andmetega seotud sidusrühmade vajadusi;</a:t>
            </a:r>
            <a:endParaRPr lang="et-EE" sz="1800" noProof="0" dirty="0">
              <a:cs typeface="Roboto"/>
            </a:endParaRP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Inter"/>
                <a:cs typeface="Roboto"/>
              </a:rPr>
              <a:t>edendada juhtkonna ja töötajate seas ühtset lähenemisviisi andmetele;</a:t>
            </a:r>
            <a:endParaRPr lang="et-EE" sz="1800" noProof="0" dirty="0">
              <a:cs typeface="Roboto"/>
            </a:endParaRP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Inter"/>
                <a:cs typeface="Roboto"/>
              </a:rPr>
              <a:t>vähendada valdkonna koordineerimise kaudu kulusid ja tõsta efektiivsust;</a:t>
            </a:r>
            <a:endParaRPr lang="et-EE" sz="1800" noProof="0" dirty="0">
              <a:cs typeface="Roboto"/>
            </a:endParaRP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1800" noProof="0" dirty="0">
                <a:solidFill>
                  <a:srgbClr val="000000"/>
                </a:solidFill>
                <a:ea typeface="Inter"/>
                <a:cs typeface="Roboto"/>
              </a:rPr>
              <a:t>tagada andmekasutuse läbipaistvuse.</a:t>
            </a:r>
            <a:endParaRPr lang="et-EE" sz="1800" noProof="0" dirty="0"/>
          </a:p>
          <a:p>
            <a:pPr marL="457200" lvl="1" indent="0">
              <a:lnSpc>
                <a:spcPct val="150000"/>
              </a:lnSpc>
              <a:buNone/>
            </a:pPr>
            <a:endParaRPr lang="et-EE" noProof="0" dirty="0">
              <a:solidFill>
                <a:srgbClr val="000000"/>
              </a:solidFill>
              <a:ea typeface="Inter"/>
              <a:cs typeface="Roboto"/>
            </a:endParaRPr>
          </a:p>
          <a:p>
            <a:pPr marL="457200" lvl="1" indent="0" algn="r">
              <a:lnSpc>
                <a:spcPct val="150000"/>
              </a:lnSpc>
              <a:buNone/>
            </a:pPr>
            <a:endParaRPr lang="et-EE" noProof="0" dirty="0">
              <a:solidFill>
                <a:srgbClr val="000000"/>
              </a:solidFill>
              <a:ea typeface="Inter"/>
              <a:cs typeface="Roboto"/>
            </a:endParaRPr>
          </a:p>
          <a:p>
            <a:pPr marL="457200" lvl="1" indent="0" algn="r">
              <a:lnSpc>
                <a:spcPct val="150000"/>
              </a:lnSpc>
              <a:buNone/>
            </a:pPr>
            <a:r>
              <a:rPr lang="et-EE" noProof="0" dirty="0">
                <a:solidFill>
                  <a:srgbClr val="000000"/>
                </a:solidFill>
                <a:ea typeface="Inter"/>
                <a:cs typeface="Roboto"/>
              </a:rPr>
              <a:t>Allikas: Statistikaamet: </a:t>
            </a:r>
            <a:r>
              <a:rPr lang="et-EE" noProof="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https://stat.ee/et/statistikaamet/andmehaldus/</a:t>
            </a:r>
            <a:r>
              <a:rPr lang="et-EE" noProof="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t-EE" sz="2400" noProof="0" dirty="0">
              <a:solidFill>
                <a:srgbClr val="000000"/>
              </a:solidFill>
              <a:ea typeface="Roboto"/>
              <a:cs typeface="Roboto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t-EE" sz="1800" noProof="0" dirty="0">
              <a:solidFill>
                <a:srgbClr val="000000"/>
              </a:solidFill>
              <a:ea typeface="Inter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048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B4B1-9527-1475-535E-9F9EA2740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Andmekorraldus ja andmehaldus</a:t>
            </a:r>
          </a:p>
        </p:txBody>
      </p:sp>
      <p:pic>
        <p:nvPicPr>
          <p:cNvPr id="10" name="Content Placeholder 9" descr="Blueprint outline">
            <a:extLst>
              <a:ext uri="{FF2B5EF4-FFF2-40B4-BE49-F238E27FC236}">
                <a16:creationId xmlns:a16="http://schemas.microsoft.com/office/drawing/2014/main" id="{C8B62139-0000-D61B-C1B7-97DBD9F05D5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9569" y="1573772"/>
            <a:ext cx="2525010" cy="2525010"/>
          </a:xfr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57DF53-2FF4-0068-E057-802D2289EA59}"/>
              </a:ext>
            </a:extLst>
          </p:cNvPr>
          <p:cNvCxnSpPr/>
          <p:nvPr/>
        </p:nvCxnSpPr>
        <p:spPr>
          <a:xfrm>
            <a:off x="5166360" y="2847058"/>
            <a:ext cx="15087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Building Brick Wall outline">
            <a:extLst>
              <a:ext uri="{FF2B5EF4-FFF2-40B4-BE49-F238E27FC236}">
                <a16:creationId xmlns:a16="http://schemas.microsoft.com/office/drawing/2014/main" id="{5FEB7CC5-DEC7-7634-5C55-7BEDD4F2D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8624" y="1665845"/>
            <a:ext cx="2340863" cy="23408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5A3B15-F89C-BAD3-D814-45021695EAA4}"/>
              </a:ext>
            </a:extLst>
          </p:cNvPr>
          <p:cNvSpPr txBox="1"/>
          <p:nvPr/>
        </p:nvSpPr>
        <p:spPr>
          <a:xfrm>
            <a:off x="1757813" y="4006708"/>
            <a:ext cx="267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t-EE" noProof="0" dirty="0"/>
              <a:t>Andmekorraldus = </a:t>
            </a:r>
            <a:br>
              <a:rPr lang="et-EE" noProof="0" dirty="0"/>
            </a:br>
            <a:r>
              <a:rPr lang="et-EE" noProof="0" dirty="0"/>
              <a:t>plaan ja protsessid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16AF46-3745-C210-FEEB-DA3F5D4A883D}"/>
              </a:ext>
            </a:extLst>
          </p:cNvPr>
          <p:cNvSpPr txBox="1"/>
          <p:nvPr/>
        </p:nvSpPr>
        <p:spPr>
          <a:xfrm>
            <a:off x="7109459" y="4006708"/>
            <a:ext cx="2679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t-EE" noProof="0" dirty="0"/>
              <a:t>Andmehaldus = </a:t>
            </a:r>
            <a:br>
              <a:rPr lang="et-EE" noProof="0" dirty="0"/>
            </a:br>
            <a:r>
              <a:rPr lang="et-EE" noProof="0" dirty="0"/>
              <a:t>tegevused plaani ellu viimiseks</a:t>
            </a:r>
          </a:p>
        </p:txBody>
      </p:sp>
    </p:spTree>
    <p:extLst>
      <p:ext uri="{BB962C8B-B14F-4D97-AF65-F5344CB8AC3E}">
        <p14:creationId xmlns:p14="http://schemas.microsoft.com/office/powerpoint/2010/main" val="242472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78A6-F6C6-4747-6988-FDD1E9E5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CD75-E3B6-B11F-4635-7DC822D17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Andmekorralduse osad</a:t>
            </a:r>
          </a:p>
        </p:txBody>
      </p:sp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A6D5A3E4-D391-BE8E-76B2-827A40B7A7E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028035" y="982596"/>
            <a:ext cx="4726759" cy="49141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BFB843-B90D-7AE8-0C1E-274865E9BE47}"/>
              </a:ext>
            </a:extLst>
          </p:cNvPr>
          <p:cNvSpPr txBox="1"/>
          <p:nvPr/>
        </p:nvSpPr>
        <p:spPr>
          <a:xfrm>
            <a:off x="3129881" y="5895186"/>
            <a:ext cx="764408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t-EE" sz="1600" noProof="0" dirty="0">
                <a:ea typeface="Inter"/>
              </a:rPr>
              <a:t>Allikas: </a:t>
            </a:r>
            <a:r>
              <a:rPr lang="et-EE" sz="1600" noProof="0" dirty="0">
                <a:ea typeface="+mn-lt"/>
                <a:cs typeface="+mn-lt"/>
              </a:rPr>
              <a:t>Kuldar Aas, Justiits- ja Digiministeerium, Andmehalduse programm</a:t>
            </a:r>
            <a:endParaRPr lang="et-EE" sz="1600" noProof="0" dirty="0"/>
          </a:p>
          <a:p>
            <a:endParaRPr lang="et-EE" noProof="0" dirty="0">
              <a:ea typeface="Inter"/>
            </a:endParaRPr>
          </a:p>
          <a:p>
            <a:endParaRPr lang="et-EE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7453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82FB-2F15-9946-71BB-F91963A6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40EC-1C23-818C-D76D-D5CC7A7F7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520" y="225570"/>
            <a:ext cx="10044112" cy="357043"/>
          </a:xfrm>
        </p:spPr>
        <p:txBody>
          <a:bodyPr/>
          <a:lstStyle/>
          <a:p>
            <a:r>
              <a:rPr lang="et-EE" sz="2400" b="1" noProof="0" dirty="0"/>
              <a:t>Andmehaldusega seotud rollid ja ülesanded - HTM näide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6135F-15E1-B214-D752-4B4089E62679}"/>
              </a:ext>
            </a:extLst>
          </p:cNvPr>
          <p:cNvSpPr txBox="1"/>
          <p:nvPr/>
        </p:nvSpPr>
        <p:spPr>
          <a:xfrm>
            <a:off x="1061172" y="6077311"/>
            <a:ext cx="99264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t-EE" noProof="0" dirty="0">
                <a:ea typeface="Inter"/>
              </a:rPr>
              <a:t>Allikas: </a:t>
            </a:r>
            <a:r>
              <a:rPr lang="et-EE" noProof="0" dirty="0">
                <a:ea typeface="+mn-lt"/>
                <a:cs typeface="+mn-lt"/>
              </a:rPr>
              <a:t>Haridus- ja Teadusministeeriumi andmehalduse raamistik (2024. a versioon)</a:t>
            </a:r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6D44E0D5-1EE7-E9CE-C008-FC56F4A6383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25501208"/>
              </p:ext>
            </p:extLst>
          </p:nvPr>
        </p:nvGraphicFramePr>
        <p:xfrm>
          <a:off x="613862" y="977650"/>
          <a:ext cx="11211792" cy="4434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05263">
                  <a:extLst>
                    <a:ext uri="{9D8B030D-6E8A-4147-A177-3AD203B41FA5}">
                      <a16:colId xmlns:a16="http://schemas.microsoft.com/office/drawing/2014/main" val="972384812"/>
                    </a:ext>
                  </a:extLst>
                </a:gridCol>
                <a:gridCol w="9206529">
                  <a:extLst>
                    <a:ext uri="{9D8B030D-6E8A-4147-A177-3AD203B41FA5}">
                      <a16:colId xmlns:a16="http://schemas.microsoft.com/office/drawing/2014/main" val="214773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t-EE" noProof="0" dirty="0"/>
                        <a:t>Roll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Põhiülesanded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295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Andmehalduse sponsor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Kinnitab andmehalduse strateegia, prioriteedid ja tegevusplaanid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Määrab andmehalduse juhi ja andmeomanikud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Suunab vajaduse korral ümber ressursse või muudab töökorraldust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23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Andmehalduse juht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Vastutab andmehalduse strateegia ja protsesside olemasolu ja ajakohasuse eest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Koolitab andmehaldureid ja andmeomanikke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Teeb ettepanekuid töökorralduse muutmiseks, eelarve juhtimiseks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205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Andmeomanik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Omab ülevaadet oma valdkonna tööks vajalikest andmetest ja nende kvaliteedist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Tagab andmeandjale piisava toe andmete sisestamisel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Andmeanalüütik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Puhastab, töötleb, esitleb ja tõlgendab andmeid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Omab ülevaadet valdkonna tööks vajalike andmete paiknemisest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15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Andmehaldur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Rakendab andmekvaliteedi reeglid ning viib läbi andmekvaliteedi seiret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u="none" strike="noStrike" noProof="0" dirty="0">
                          <a:solidFill>
                            <a:srgbClr val="121212"/>
                          </a:solidFill>
                        </a:rPr>
                        <a:t>Tellib andmekvaliteedi probleemide lahendamiseks vajalikud arendused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40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/>
                      <a:r>
                        <a:rPr lang="et-EE" noProof="0" dirty="0"/>
                        <a:t>Andmeandja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Edastab või tagab andmete sisestamise infosüsteemidesse, andmekogudesse</a:t>
                      </a:r>
                    </a:p>
                    <a:p>
                      <a:pPr marL="285750" lvl="0" indent="-285750">
                        <a:spcAft>
                          <a:spcPts val="100"/>
                        </a:spcAft>
                        <a:buFont typeface="Calibri"/>
                        <a:buChar char="-"/>
                      </a:pPr>
                      <a:r>
                        <a:rPr lang="et-EE" sz="1600" noProof="0" dirty="0"/>
                        <a:t>Vastutab enda poolt sisestatud, muudetud ja jagatavate andmete õigsuse eest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725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57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57E3-DC27-D0D9-3806-9CF13BE0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09B3-7FAE-491E-F632-107E9BEF8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Andmete kirjeldamine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DFD8-5D97-11AA-F254-89CB1F727F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"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Andmed on 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väärtuslikud 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ja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neist on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 kasu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, kui nad on 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mõistetavad, taaskasutatavad ja leitavad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. Selle jaoks on suur roll andmekirjeldusel, mille käigus tuleb andmed kirjeldada ära 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kvaliteetselt 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ja kõigile </a:t>
            </a:r>
            <a:r>
              <a:rPr lang="et-EE" sz="2400" b="1" noProof="0" dirty="0">
                <a:solidFill>
                  <a:srgbClr val="000000"/>
                </a:solidFill>
                <a:ea typeface="+mn-lt"/>
                <a:cs typeface="+mn-lt"/>
              </a:rPr>
              <a:t>üheselt mõistetavalt</a:t>
            </a:r>
            <a:r>
              <a:rPr lang="et-EE" sz="2400" noProof="0" dirty="0">
                <a:solidFill>
                  <a:srgbClr val="000000"/>
                </a:solidFill>
                <a:ea typeface="+mn-lt"/>
                <a:cs typeface="+mn-lt"/>
              </a:rPr>
              <a:t>." </a:t>
            </a:r>
            <a:r>
              <a:rPr lang="et-EE" sz="1800" noProof="0" dirty="0">
                <a:solidFill>
                  <a:srgbClr val="000000"/>
                </a:solidFill>
                <a:ea typeface="+mn-lt"/>
                <a:cs typeface="+mn-lt"/>
              </a:rPr>
              <a:t>(Kursus „</a:t>
            </a:r>
            <a:r>
              <a:rPr lang="et-EE" sz="1800" noProof="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Andmekirjelduse loomine</a:t>
            </a:r>
            <a:r>
              <a:rPr lang="et-EE" sz="1800" noProof="0" dirty="0">
                <a:solidFill>
                  <a:srgbClr val="000000"/>
                </a:solidFill>
                <a:ea typeface="+mn-lt"/>
                <a:cs typeface="+mn-lt"/>
              </a:rPr>
              <a:t>, www.digiriigiakadeemia.ee")</a:t>
            </a:r>
            <a:endParaRPr lang="et-EE" sz="18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6859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A9AA-7FC9-EB58-1478-85637852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6E1A-6DB3-9248-E8A0-C56FC5FBB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/>
              <a:t>FAIR põhimõtted</a:t>
            </a:r>
            <a:endParaRPr lang="et-EE" noProof="0" dirty="0"/>
          </a:p>
        </p:txBody>
      </p:sp>
      <p:pic>
        <p:nvPicPr>
          <p:cNvPr id="6" name="Content Placeholder 5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8A88CCAA-2057-7AA4-2C4E-26D8CB68EBF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621756" y="1201973"/>
            <a:ext cx="6055977" cy="455841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A36189-7B2E-0F2F-0BB4-7FFE0EB87904}"/>
              </a:ext>
            </a:extLst>
          </p:cNvPr>
          <p:cNvSpPr txBox="1"/>
          <p:nvPr/>
        </p:nvSpPr>
        <p:spPr>
          <a:xfrm>
            <a:off x="3669631" y="5905499"/>
            <a:ext cx="595563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t-EE" sz="1400" noProof="0" dirty="0">
                <a:ea typeface="Inter"/>
              </a:rPr>
              <a:t>Allikas: Statistikaamet</a:t>
            </a:r>
          </a:p>
        </p:txBody>
      </p:sp>
    </p:spTree>
    <p:extLst>
      <p:ext uri="{BB962C8B-B14F-4D97-AF65-F5344CB8AC3E}">
        <p14:creationId xmlns:p14="http://schemas.microsoft.com/office/powerpoint/2010/main" val="1892651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B820-D4B1-12B6-8441-C57B3AB9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ED97-5D9B-0830-BF5C-065B482AA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Klassifikaatorid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50F48-24A0-92FF-D210-739EA567CC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Klassifikaator – kategooriaks jaotamise alus 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400" noProof="0" dirty="0">
                <a:ea typeface="Inter"/>
              </a:rPr>
              <a:t>Nt </a:t>
            </a:r>
            <a:r>
              <a:rPr lang="et-EE" sz="2400" noProof="0" dirty="0">
                <a:ea typeface="Inter"/>
                <a:hlinkClick r:id="rId2"/>
              </a:rPr>
              <a:t>Ametite klassifikaator</a:t>
            </a:r>
            <a:r>
              <a:rPr lang="et-EE" sz="2400" noProof="0" dirty="0">
                <a:ea typeface="Inter"/>
              </a:rPr>
              <a:t>, </a:t>
            </a:r>
            <a:r>
              <a:rPr lang="et-EE" sz="2400" noProof="0" dirty="0">
                <a:ea typeface="Inter"/>
                <a:hlinkClick r:id="rId3"/>
              </a:rPr>
              <a:t>Omandatud kõrgeim haridus</a:t>
            </a:r>
            <a:endParaRPr lang="et-EE" sz="2400" noProof="0" dirty="0">
              <a:solidFill>
                <a:srgbClr val="121212"/>
              </a:solidFill>
              <a:latin typeface="Inter"/>
              <a:ea typeface="Inter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Riiklikult kasutusel olevad: </a:t>
            </a:r>
            <a:r>
              <a:rPr lang="et-EE" sz="2400" noProof="0" dirty="0">
                <a:latin typeface="Inter"/>
                <a:ea typeface="Inter"/>
                <a:hlinkClick r:id="rId4"/>
              </a:rPr>
              <a:t>klassifikaatorid.stat.ee</a:t>
            </a:r>
            <a:r>
              <a:rPr lang="et-EE" sz="2400" noProof="0" dirty="0">
                <a:latin typeface="Inter"/>
                <a:ea typeface="Inter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Samade klassifikaatorite kasutamine võimaldab eri andmestike omavahel kergemini ühildada</a:t>
            </a:r>
            <a:endParaRPr lang="et-EE" sz="2400" noProof="0" dirty="0"/>
          </a:p>
        </p:txBody>
      </p:sp>
    </p:spTree>
    <p:extLst>
      <p:ext uri="{BB962C8B-B14F-4D97-AF65-F5344CB8AC3E}">
        <p14:creationId xmlns:p14="http://schemas.microsoft.com/office/powerpoint/2010/main" val="367145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6B716-2EFF-3A4C-AC10-9210B86D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DE2C-A918-B467-39CC-0CA615231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Ärisõnastik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AAA2-C000-7AE3-A32A-B4655669206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Äriliselt olulised mõisted lahti kirjeldatud</a:t>
            </a:r>
          </a:p>
          <a:p>
            <a:pPr indent="-285750">
              <a:lnSpc>
                <a:spcPct val="150000"/>
              </a:lnSpc>
              <a:buClr>
                <a:srgbClr val="121212"/>
              </a:buClr>
            </a:pPr>
            <a:endParaRPr lang="et-EE" sz="2000" noProof="0" dirty="0">
              <a:ea typeface="Inter"/>
            </a:endParaRPr>
          </a:p>
          <a:p>
            <a:pPr indent="-285750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Inter"/>
              </a:rPr>
              <a:t>Näiteks e-poe müükide ärisõnastik:</a:t>
            </a:r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Klient – ostu sooritanud isik või firma, unikaalsus emaili alusel</a:t>
            </a:r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Müük - toote ost, unikaalsus klient, aeg ja toode</a:t>
            </a:r>
          </a:p>
        </p:txBody>
      </p:sp>
    </p:spTree>
    <p:extLst>
      <p:ext uri="{BB962C8B-B14F-4D97-AF65-F5344CB8AC3E}">
        <p14:creationId xmlns:p14="http://schemas.microsoft.com/office/powerpoint/2010/main" val="2153243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3B90-5C53-DDA3-CF1D-4DEC4838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FE9D-12DB-C358-5029-80F5162E7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Andmesõnastik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C2CC2-0EA9-D1A6-4021-7E9D6B5132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Kirjeldab andmed ja seob need organisatsioonis kasutavate mõistetega.</a:t>
            </a: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E4B4BA-894E-911D-BC2B-DA4930256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44032"/>
              </p:ext>
            </p:extLst>
          </p:nvPr>
        </p:nvGraphicFramePr>
        <p:xfrm>
          <a:off x="894488" y="1926590"/>
          <a:ext cx="10403000" cy="4070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3484">
                  <a:extLst>
                    <a:ext uri="{9D8B030D-6E8A-4147-A177-3AD203B41FA5}">
                      <a16:colId xmlns:a16="http://schemas.microsoft.com/office/drawing/2014/main" val="266816868"/>
                    </a:ext>
                  </a:extLst>
                </a:gridCol>
                <a:gridCol w="764928">
                  <a:extLst>
                    <a:ext uri="{9D8B030D-6E8A-4147-A177-3AD203B41FA5}">
                      <a16:colId xmlns:a16="http://schemas.microsoft.com/office/drawing/2014/main" val="751859032"/>
                    </a:ext>
                  </a:extLst>
                </a:gridCol>
                <a:gridCol w="991585">
                  <a:extLst>
                    <a:ext uri="{9D8B030D-6E8A-4147-A177-3AD203B41FA5}">
                      <a16:colId xmlns:a16="http://schemas.microsoft.com/office/drawing/2014/main" val="3516754472"/>
                    </a:ext>
                  </a:extLst>
                </a:gridCol>
                <a:gridCol w="1151792">
                  <a:extLst>
                    <a:ext uri="{9D8B030D-6E8A-4147-A177-3AD203B41FA5}">
                      <a16:colId xmlns:a16="http://schemas.microsoft.com/office/drawing/2014/main" val="470084086"/>
                    </a:ext>
                  </a:extLst>
                </a:gridCol>
                <a:gridCol w="1269058">
                  <a:extLst>
                    <a:ext uri="{9D8B030D-6E8A-4147-A177-3AD203B41FA5}">
                      <a16:colId xmlns:a16="http://schemas.microsoft.com/office/drawing/2014/main" val="1818195323"/>
                    </a:ext>
                  </a:extLst>
                </a:gridCol>
                <a:gridCol w="4722153">
                  <a:extLst>
                    <a:ext uri="{9D8B030D-6E8A-4147-A177-3AD203B41FA5}">
                      <a16:colId xmlns:a16="http://schemas.microsoft.com/office/drawing/2014/main" val="1011776324"/>
                    </a:ext>
                  </a:extLst>
                </a:gridCol>
              </a:tblGrid>
              <a:tr h="369275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Mõiste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Allikas</a:t>
                      </a:r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Väli</a:t>
                      </a: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Tüüp</a:t>
                      </a:r>
                      <a:endParaRPr lang="et-EE" b="1" i="0" noProof="0" dirty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1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Kirjeldus</a:t>
                      </a:r>
                      <a:endParaRPr lang="et-EE" b="1" i="0" noProof="0" dirty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110632"/>
                  </a:ext>
                </a:extLst>
              </a:tr>
              <a:tr h="633041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Müük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CRM</a:t>
                      </a:r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SALES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SaleID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TEXT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Müügi unikaalne ID. Luuakse ostu vormistamisel igale tootereale ostukorvis.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504944"/>
                  </a:ext>
                </a:extLst>
              </a:tr>
              <a:tr h="369275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Müügiaeg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CRM</a:t>
                      </a:r>
                      <a:endParaRPr lang="et-EE" noProof="0" dirty="0"/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SALES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Date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DATE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Müügi kuupäev kujul YYYY-MM-DD.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140075"/>
                  </a:ext>
                </a:extLst>
              </a:tr>
              <a:tr h="369275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Kliendi nimi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CRM</a:t>
                      </a:r>
                      <a:endParaRPr lang="et-EE" noProof="0" dirty="0"/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CUSTOMER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CustomerName</a:t>
                      </a:r>
                      <a:endParaRPr lang="et-EE" noProof="0" dirty="0"/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TEXT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Kliendi nimi – eraisiku puhul eesnimi ja perekonnanimi, ettevõtte puhul firma nimi.</a:t>
                      </a:r>
                      <a:endParaRPr lang="et-EE" u="none" strike="noStrike" noProof="0" dirty="0"/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285822"/>
                  </a:ext>
                </a:extLst>
              </a:tr>
              <a:tr h="369275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Allahindlus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CRM</a:t>
                      </a:r>
                      <a:endParaRPr lang="et-EE" noProof="0" dirty="0"/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SALES</a:t>
                      </a:r>
                      <a:endParaRPr lang="et-EE" noProof="0" dirty="0"/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Discount</a:t>
                      </a:r>
                      <a:endParaRPr lang="et-EE" sz="1800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DECIMAL (3, 2)</a:t>
                      </a:r>
                      <a:endParaRPr lang="et-EE" noProof="0" dirty="0"/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Toote allahindlus, vahemikus 0-1 ja kuni kahe komakohaga.</a:t>
                      </a:r>
                      <a:endParaRPr lang="et-EE" u="none" strike="noStrike" noProof="0" dirty="0"/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921858"/>
                  </a:ext>
                </a:extLst>
              </a:tr>
              <a:tr h="369275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Kogus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CRM</a:t>
                      </a:r>
                      <a:endParaRPr lang="et-EE" noProof="0" dirty="0"/>
                    </a:p>
                  </a:txBody>
                  <a:tcPr marL="99060" marR="99060" marT="49529" marB="49529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SALES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Quantity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INTEGER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Toote ostetud kogus.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>
                    <a:lnL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754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856157"/>
                  </a:ext>
                </a:extLst>
              </a:tr>
              <a:tr h="369274"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….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….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….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….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...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325"/>
                        </a:lnSpc>
                        <a:buNone/>
                      </a:pPr>
                      <a:r>
                        <a:rPr lang="et-EE" sz="18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…..</a:t>
                      </a:r>
                    </a:p>
                  </a:txBody>
                  <a:tcPr marL="99060" marR="99060" marT="49529" marB="49529">
                    <a:lnL w="13754">
                      <a:solidFill>
                        <a:srgbClr val="121212"/>
                      </a:solidFill>
                    </a:lnL>
                    <a:lnR w="13754">
                      <a:solidFill>
                        <a:srgbClr val="121212"/>
                      </a:solidFill>
                    </a:lnR>
                    <a:lnT w="13754">
                      <a:solidFill>
                        <a:srgbClr val="121212"/>
                      </a:solidFill>
                    </a:lnT>
                    <a:lnB w="13754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2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25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33F9-001A-31FE-9969-89CA5990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05F1-A190-5E6C-8299-F42DFCA81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Andmemudel (</a:t>
            </a:r>
            <a:r>
              <a:rPr lang="et-EE" noProof="0" dirty="0" err="1"/>
              <a:t>Entity</a:t>
            </a:r>
            <a:r>
              <a:rPr lang="et-EE" noProof="0" dirty="0"/>
              <a:t> </a:t>
            </a:r>
            <a:r>
              <a:rPr lang="et-EE" noProof="0" dirty="0" err="1"/>
              <a:t>Relationship</a:t>
            </a:r>
            <a:r>
              <a:rPr lang="et-EE" noProof="0" dirty="0"/>
              <a:t> </a:t>
            </a:r>
            <a:r>
              <a:rPr lang="et-EE" noProof="0" dirty="0" err="1"/>
              <a:t>Diagram</a:t>
            </a:r>
            <a:r>
              <a:rPr lang="et-EE" noProof="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D8078-5DF0-C04A-1000-A757CCCB9B3B}"/>
              </a:ext>
            </a:extLst>
          </p:cNvPr>
          <p:cNvSpPr txBox="1"/>
          <p:nvPr/>
        </p:nvSpPr>
        <p:spPr>
          <a:xfrm>
            <a:off x="635431" y="5860093"/>
            <a:ext cx="8512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t-EE" noProof="0" dirty="0">
                <a:ea typeface="Inter"/>
              </a:rPr>
              <a:t>Andmemudeli joonistamiseks tasuta  programm: </a:t>
            </a:r>
            <a:r>
              <a:rPr lang="et-EE" noProof="0" dirty="0">
                <a:ea typeface="+mn-lt"/>
                <a:cs typeface="+mn-lt"/>
                <a:hlinkClick r:id="rId2"/>
              </a:rPr>
              <a:t>https://draw.io/</a:t>
            </a:r>
            <a:r>
              <a:rPr lang="et-EE" noProof="0" dirty="0">
                <a:ea typeface="+mn-lt"/>
                <a:cs typeface="+mn-lt"/>
              </a:rPr>
              <a:t> </a:t>
            </a:r>
            <a:endParaRPr lang="et-EE" noProof="0" dirty="0"/>
          </a:p>
        </p:txBody>
      </p:sp>
      <p:pic>
        <p:nvPicPr>
          <p:cNvPr id="4" name="Picture 3" descr="Point of Sale System ERD">
            <a:extLst>
              <a:ext uri="{FF2B5EF4-FFF2-40B4-BE49-F238E27FC236}">
                <a16:creationId xmlns:a16="http://schemas.microsoft.com/office/drawing/2014/main" id="{30EE408D-2C73-8DBB-36F3-00E1C160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473" y="1514231"/>
            <a:ext cx="6909670" cy="3428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2BDE1D-C69A-D7A3-24A4-0D3BDA24EE43}"/>
              </a:ext>
            </a:extLst>
          </p:cNvPr>
          <p:cNvSpPr txBox="1"/>
          <p:nvPr/>
        </p:nvSpPr>
        <p:spPr>
          <a:xfrm>
            <a:off x="2059123" y="5150584"/>
            <a:ext cx="94504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t-EE" sz="1400" noProof="0" dirty="0">
                <a:ea typeface="Inter"/>
              </a:rPr>
              <a:t>Allikas: </a:t>
            </a:r>
            <a:r>
              <a:rPr lang="et-EE" sz="1400" noProof="0" dirty="0">
                <a:ea typeface="+mn-lt"/>
                <a:cs typeface="+mn-lt"/>
                <a:hlinkClick r:id="rId4"/>
              </a:rPr>
              <a:t>https://www.tutorialjinni.com/entity-relationship-diagram-erd-for-point-of-sale-system-pos.html</a:t>
            </a:r>
            <a:endParaRPr lang="et-EE" sz="1400" noProof="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5350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7D32-A542-9924-C6AA-DDB1AC59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4630-31D8-6499-4D21-1DAEF95AE5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D33368-2038-3DB3-CDE5-FB9253607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12949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CDCE-AB6A-0834-21DC-616CF036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1848-4024-90AE-900F-04E4741A9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Andmetabelite kirjeldus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A1DC-52C0-C27A-ACA7-7420186455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Andmetabeli kirjeldus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000" noProof="0" dirty="0">
                <a:ea typeface="Inter"/>
              </a:rPr>
              <a:t>Mis, kuidas täitub ja kui tihti uueneb?</a:t>
            </a:r>
          </a:p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Andmetulba kirjeldus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000" noProof="0" dirty="0">
                <a:ea typeface="Inter"/>
              </a:rPr>
              <a:t>Nimi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000" noProof="0" dirty="0">
                <a:ea typeface="Inter"/>
              </a:rPr>
              <a:t>Formaat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000" noProof="0" dirty="0">
                <a:ea typeface="Inter"/>
              </a:rPr>
              <a:t>Sisu</a:t>
            </a:r>
          </a:p>
        </p:txBody>
      </p:sp>
    </p:spTree>
    <p:extLst>
      <p:ext uri="{BB962C8B-B14F-4D97-AF65-F5344CB8AC3E}">
        <p14:creationId xmlns:p14="http://schemas.microsoft.com/office/powerpoint/2010/main" val="971682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99A6-3F42-9928-7224-9DDC86DA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0EB4-26E6-205E-5F39-DF444BAE8E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Andmete kirjeldus - näide - F_SALE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6ED8E-9BC2-B5B5-F959-BE9395BBE0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F_SALE sisaldab endas müüke. Iga rida on toote müük ühele kliendile kindlal ajal. Tabeli info tuleb müügisüsteemist ja uuendatakse üks kord päevas kell 6 hommikul.</a:t>
            </a: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9C2953-B2E8-41F0-27A3-70014EF99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08309"/>
              </p:ext>
            </p:extLst>
          </p:nvPr>
        </p:nvGraphicFramePr>
        <p:xfrm>
          <a:off x="1143000" y="2276230"/>
          <a:ext cx="10403017" cy="397763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82614">
                  <a:extLst>
                    <a:ext uri="{9D8B030D-6E8A-4147-A177-3AD203B41FA5}">
                      <a16:colId xmlns:a16="http://schemas.microsoft.com/office/drawing/2014/main" val="19993931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212824284"/>
                    </a:ext>
                  </a:extLst>
                </a:gridCol>
                <a:gridCol w="6877303">
                  <a:extLst>
                    <a:ext uri="{9D8B030D-6E8A-4147-A177-3AD203B41FA5}">
                      <a16:colId xmlns:a16="http://schemas.microsoft.com/office/drawing/2014/main" val="3153868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Nimi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Formaat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Kirjeldus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25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SaleID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Müügi unikaalne ID. Luuakse ostu vormistamisel igale tootereale ostukorvis.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86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Date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DATE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Müügi kuupäev kujul YYYY-MM-DD.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84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CustomerID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Kliendi ID, viide klienditabelile.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8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ProductID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Toote ID, viide tootetabelile.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2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Quantity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INTEGER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Toote ostetud kogus.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99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UnitPrice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DECIMAL (6, 2)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Ühe toote hind, maksimaalne 9999,99 eurot.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62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Discount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DECIMAL (3, 2)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Toote allahindlus, vahemikus 0-1 ja kuni kahe komakohaga.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95732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 err="1"/>
                        <a:t>SalesRepID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Müügiesindaja ID, viide müügiesindaja tabelile.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51727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 err="1"/>
                        <a:t>RegionID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Regiooni ID, viide regioonitabelile.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861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72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9687-7C5E-1145-EA36-C5E8D2F6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456C-F309-CC4D-4753-C979AEEEB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Andmete kirjeldus - näide - D_CUSTOMER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3B9B-1033-3C86-0A44-8323AE0C30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D_CUSTOMER sisaldab kliendi andmeid. Iga rida on süsteemis loodud unikaalne klient. Tabeli info tuleb müügisüsteemist ja uuendatakse üks kord päevas kell 6 hommikul.</a:t>
            </a: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A7E59D-57C7-5298-8A0B-FA47579CB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465038"/>
              </p:ext>
            </p:extLst>
          </p:nvPr>
        </p:nvGraphicFramePr>
        <p:xfrm>
          <a:off x="1543538" y="2563102"/>
          <a:ext cx="9559142" cy="24942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48607">
                  <a:extLst>
                    <a:ext uri="{9D8B030D-6E8A-4147-A177-3AD203B41FA5}">
                      <a16:colId xmlns:a16="http://schemas.microsoft.com/office/drawing/2014/main" val="1999393101"/>
                    </a:ext>
                  </a:extLst>
                </a:gridCol>
                <a:gridCol w="1837590">
                  <a:extLst>
                    <a:ext uri="{9D8B030D-6E8A-4147-A177-3AD203B41FA5}">
                      <a16:colId xmlns:a16="http://schemas.microsoft.com/office/drawing/2014/main" val="1212824284"/>
                    </a:ext>
                  </a:extLst>
                </a:gridCol>
                <a:gridCol w="5672945">
                  <a:extLst>
                    <a:ext uri="{9D8B030D-6E8A-4147-A177-3AD203B41FA5}">
                      <a16:colId xmlns:a16="http://schemas.microsoft.com/office/drawing/2014/main" val="3153868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Nimi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Formaat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>
                          <a:solidFill>
                            <a:schemeClr val="tx1"/>
                          </a:solidFill>
                        </a:rPr>
                        <a:t>Kirjeldus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25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sz="1800" b="0" i="0" u="none" strike="noStrike" noProof="0" dirty="0" err="1">
                          <a:solidFill>
                            <a:srgbClr val="121212"/>
                          </a:solidFill>
                          <a:latin typeface="Inter"/>
                        </a:rPr>
                        <a:t>CustomerID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Kliendi unikaalne ID.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86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CustomerName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Kliendi nimi – eraisiku puhul eesnimi ja perekonnanimi, ettevõtte puhul firma nimi.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84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/>
                        <a:t>Industry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Kliendi ärisektor.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8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Country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Kliendi riik.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2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noProof="0" dirty="0" err="1"/>
                        <a:t>RegionID</a:t>
                      </a:r>
                      <a:endParaRPr lang="et-EE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t-EE" noProof="0" dirty="0"/>
                        <a:t>TEXT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t-EE" noProof="0" dirty="0"/>
                        <a:t>Kliendi regiooni ID, viide regioonitabelile.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990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33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62F4-30A7-1405-7295-F089121A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66E5-0CB9-E251-0040-819DC496D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2800" noProof="0" dirty="0"/>
              <a:t>Ülesanne - loo andmete kirjeldus tabelile D_PRODUCT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846F2-0E47-FFA4-3C42-8C91B6996F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1179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3068-FB4C-8505-0ACE-3E05FA60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02B6-C2BB-2D0C-329D-FEF3AFB55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2800" noProof="0" dirty="0"/>
              <a:t>Andmete ligipääs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5AC9-14F7-F43C-F38E-2D4AE76BE2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05968-47C4-A055-CEA5-A9A3272FD1E8}"/>
              </a:ext>
            </a:extLst>
          </p:cNvPr>
          <p:cNvSpPr txBox="1"/>
          <p:nvPr/>
        </p:nvSpPr>
        <p:spPr>
          <a:xfrm>
            <a:off x="635431" y="1149828"/>
            <a:ext cx="11034325" cy="22434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t-EE" sz="2400" noProof="0" dirty="0">
                <a:ea typeface="Inter"/>
              </a:rPr>
              <a:t>Selgelt dokumenteeritud, kes, mis alustel ja miks andmetele ligi pääseb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t-EE" sz="2400" noProof="0" dirty="0">
                <a:ea typeface="Inter"/>
              </a:rPr>
              <a:t>Logitud, kes, millal ja milleks andmeid kasutas 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t-EE" sz="2400" noProof="0" dirty="0">
                <a:ea typeface="Inter"/>
              </a:rPr>
              <a:t>Näiteks eesti.ee --&gt; Andmejälgija</a:t>
            </a:r>
          </a:p>
          <a:p>
            <a:pPr>
              <a:lnSpc>
                <a:spcPct val="150000"/>
              </a:lnSpc>
            </a:pPr>
            <a:endParaRPr lang="et-EE" sz="24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01543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AA82F-17B2-0B84-AACA-87031687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3EA2-150D-D910-85D4-CCE940301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2800" noProof="0" dirty="0"/>
              <a:t>Organisatsioonivälistele andmetele juurdepääs</a:t>
            </a:r>
            <a:endParaRPr lang="et-E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B5AB7-7CAF-E94F-6970-A27EFE3934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Peab järgima algset eesmärki</a:t>
            </a:r>
          </a:p>
          <a:p>
            <a:pPr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Andmevahetuslepingu sõlmimine</a:t>
            </a: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68310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0012-15FA-5288-7560-CA1A56DE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7615-0AE5-9D46-F051-4696482F5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2800" noProof="0" dirty="0"/>
              <a:t>Andmevoog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65DA-49F3-761E-E1F4-807F27E71D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9E0AB-C5DB-350A-19C1-61C3AFE6776D}"/>
              </a:ext>
            </a:extLst>
          </p:cNvPr>
          <p:cNvSpPr txBox="1"/>
          <p:nvPr/>
        </p:nvSpPr>
        <p:spPr>
          <a:xfrm>
            <a:off x="635431" y="1149828"/>
            <a:ext cx="11034325" cy="11355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t-EE" sz="2400" noProof="0" dirty="0">
                <a:ea typeface="Inter"/>
              </a:rPr>
              <a:t>Kaardistada, kust, kuhu ja kuidas andmed liiguvad</a:t>
            </a:r>
          </a:p>
          <a:p>
            <a:pPr>
              <a:lnSpc>
                <a:spcPct val="150000"/>
              </a:lnSpc>
            </a:pPr>
            <a:endParaRPr lang="et-EE" sz="2400" noProof="0" dirty="0">
              <a:ea typeface="Inter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99D0AB8-967C-F77A-8C31-55BD002EF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961738"/>
              </p:ext>
            </p:extLst>
          </p:nvPr>
        </p:nvGraphicFramePr>
        <p:xfrm>
          <a:off x="1649507" y="1851211"/>
          <a:ext cx="9547411" cy="4473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5008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F8D3-EACF-E7DE-CA02-C4D2CB8D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34FE-3AA7-31B6-1D11-0C380744A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2800" noProof="0" dirty="0"/>
              <a:t>Andmehalduse lisamaterjalid</a:t>
            </a:r>
            <a:endParaRPr lang="et-E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F9CD-23B9-F9BB-29F2-F74C7E4957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  <a:p>
            <a:pPr>
              <a:lnSpc>
                <a:spcPct val="150000"/>
              </a:lnSpc>
            </a:pPr>
            <a:endParaRPr lang="et-EE" sz="2000" noProof="0" dirty="0">
              <a:ea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91EF3-CDC9-F07E-BCDA-8BF376700902}"/>
              </a:ext>
            </a:extLst>
          </p:cNvPr>
          <p:cNvSpPr txBox="1"/>
          <p:nvPr/>
        </p:nvSpPr>
        <p:spPr>
          <a:xfrm>
            <a:off x="633198" y="1169657"/>
            <a:ext cx="10219116" cy="9616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t-EE" sz="2000" noProof="0" dirty="0">
                <a:ea typeface="+mn-lt"/>
                <a:cs typeface="+mn-lt"/>
              </a:rPr>
              <a:t>Statistikaamet: </a:t>
            </a:r>
            <a:r>
              <a:rPr lang="et-EE" sz="2000" noProof="0" dirty="0">
                <a:ea typeface="+mn-lt"/>
                <a:cs typeface="+mn-lt"/>
                <a:hlinkClick r:id="rId2"/>
              </a:rPr>
              <a:t>https://stat.ee/et/statistikaamet/andmehaldus</a:t>
            </a:r>
            <a:r>
              <a:rPr lang="et-EE" sz="2000" noProof="0" dirty="0">
                <a:ea typeface="+mn-lt"/>
                <a:cs typeface="+mn-lt"/>
              </a:rPr>
              <a:t> </a:t>
            </a:r>
            <a:endParaRPr lang="et-EE" sz="2000" noProof="0" dirty="0">
              <a:ea typeface="Int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t-EE" sz="2000" noProof="0" dirty="0">
                <a:ea typeface="Inter"/>
              </a:rPr>
              <a:t>Digiriigiakadeemia: </a:t>
            </a:r>
            <a:r>
              <a:rPr lang="et-EE" sz="2000" noProof="0" dirty="0">
                <a:ea typeface="+mn-lt"/>
                <a:cs typeface="+mn-lt"/>
                <a:hlinkClick r:id="rId3"/>
              </a:rPr>
              <a:t>https://digiriigiakadeemia.ee/enrol/index.php?id=65</a:t>
            </a:r>
            <a:r>
              <a:rPr lang="et-EE" sz="2000" noProof="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6914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1302-AF69-03F4-BC3A-52BB2F28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B79C-FAF7-6934-1DAD-99EDFE457F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190094-A671-5A3B-26E9-FEDEED69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t-EE" noProof="0" dirty="0"/>
              <a:t>Lõunapaus 12:15-13:15</a:t>
            </a:r>
          </a:p>
        </p:txBody>
      </p:sp>
    </p:spTree>
    <p:extLst>
      <p:ext uri="{BB962C8B-B14F-4D97-AF65-F5344CB8AC3E}">
        <p14:creationId xmlns:p14="http://schemas.microsoft.com/office/powerpoint/2010/main" val="3284150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916F-3A2C-85BA-9906-09B4A79C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5537-CB3E-C083-F8A7-F00B6AE1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Lõputöö osad</a:t>
            </a:r>
            <a:endParaRPr lang="et-E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FECB-31FC-C645-D35E-8C1758638C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Ettevõtte ja uurimisprobleemi tutvustus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Uurimisplaan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Andmekaitse kirjeldus – mis alustel andmeid töödeldakse?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Ärisõnastik, andmemudel, andmesõnastik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Andmevoog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Näidisandmestiku loomine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Andmete kvaliteedi kontroll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Andmete </a:t>
            </a:r>
            <a:r>
              <a:rPr lang="et-EE" sz="2000" noProof="0" dirty="0" err="1">
                <a:ea typeface="Inter"/>
                <a:cs typeface="Noto Serif"/>
              </a:rPr>
              <a:t>eksploratiivne</a:t>
            </a:r>
            <a:r>
              <a:rPr lang="et-EE" sz="2000" noProof="0" dirty="0">
                <a:ea typeface="Inter"/>
                <a:cs typeface="Noto Serif"/>
              </a:rPr>
              <a:t> analüüs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Andmete statistiline analüüs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Kirjeldav raport / analüüs</a:t>
            </a:r>
            <a:endParaRPr lang="et-EE" sz="2000" noProof="0" dirty="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t-EE" sz="2000" noProof="0" dirty="0">
                <a:ea typeface="Inter"/>
                <a:cs typeface="Noto Serif"/>
              </a:rPr>
              <a:t>Andmelugu, järeldused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645017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8CB92-3A86-0BA9-A0AB-33BE1C1DE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Lõputöö ajakava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EBEB-2DAD-CE5A-D9C4-804B7FFDEA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800" noProof="0" dirty="0"/>
              <a:t>Reede pärastlõunaks märkida end huvipakkuva teema juurde</a:t>
            </a:r>
          </a:p>
          <a:p>
            <a:pPr>
              <a:lnSpc>
                <a:spcPct val="150000"/>
              </a:lnSpc>
            </a:pPr>
            <a:r>
              <a:rPr lang="et-EE" sz="2800" noProof="0" dirty="0"/>
              <a:t>Teisipäeval kohtumine kliendiga</a:t>
            </a:r>
          </a:p>
        </p:txBody>
      </p:sp>
    </p:spTree>
    <p:extLst>
      <p:ext uri="{BB962C8B-B14F-4D97-AF65-F5344CB8AC3E}">
        <p14:creationId xmlns:p14="http://schemas.microsoft.com/office/powerpoint/2010/main" val="3428811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A89E-884F-AC22-89E7-4F8E2D577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FD5A-6949-7AE2-465F-8F815CD0B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Lõputöö soovitused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F691-0913-80C5-72FB-1220E70DB6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400" noProof="0" dirty="0"/>
              <a:t>Eraldi </a:t>
            </a:r>
            <a:r>
              <a:rPr lang="et-EE" sz="2400" noProof="0" dirty="0" err="1"/>
              <a:t>GitHub</a:t>
            </a:r>
            <a:r>
              <a:rPr lang="et-EE" sz="2400" noProof="0" dirty="0"/>
              <a:t> </a:t>
            </a:r>
            <a:r>
              <a:rPr lang="et-EE" sz="2400" noProof="0" dirty="0" err="1"/>
              <a:t>repository</a:t>
            </a:r>
            <a:endParaRPr lang="et-EE" sz="2400" noProof="0" dirty="0"/>
          </a:p>
          <a:p>
            <a:pPr>
              <a:lnSpc>
                <a:spcPct val="150000"/>
              </a:lnSpc>
            </a:pPr>
            <a:r>
              <a:rPr lang="et-EE" sz="2400" noProof="0" dirty="0"/>
              <a:t>Tiimi sees jagada rollid</a:t>
            </a:r>
          </a:p>
          <a:p>
            <a:pPr lvl="1">
              <a:lnSpc>
                <a:spcPct val="150000"/>
              </a:lnSpc>
            </a:pPr>
            <a:r>
              <a:rPr lang="et-EE" sz="2400" noProof="0" dirty="0"/>
              <a:t>Projektijuht – vastutab, et asjad saaks õigeks ajaks tehtud</a:t>
            </a:r>
          </a:p>
          <a:p>
            <a:pPr lvl="1">
              <a:lnSpc>
                <a:spcPct val="150000"/>
              </a:lnSpc>
            </a:pPr>
            <a:r>
              <a:rPr lang="et-EE" sz="2400" noProof="0" dirty="0"/>
              <a:t>Tootejuht – viimane sõna, kuidas asju teha</a:t>
            </a:r>
          </a:p>
          <a:p>
            <a:pPr>
              <a:lnSpc>
                <a:spcPct val="150000"/>
              </a:lnSpc>
            </a:pPr>
            <a:r>
              <a:rPr lang="et-EE" sz="2400" noProof="0" dirty="0"/>
              <a:t>Igahommikune </a:t>
            </a:r>
            <a:r>
              <a:rPr lang="et-EE" sz="2400" noProof="0" dirty="0" err="1"/>
              <a:t>standup</a:t>
            </a:r>
            <a:r>
              <a:rPr lang="et-EE" sz="2400" noProof="0" dirty="0"/>
              <a:t> koosolek</a:t>
            </a:r>
          </a:p>
          <a:p>
            <a:pPr>
              <a:lnSpc>
                <a:spcPct val="150000"/>
              </a:lnSpc>
            </a:pPr>
            <a:r>
              <a:rPr lang="et-EE" sz="2400" noProof="0" dirty="0"/>
              <a:t>Jagada ülesanded, nt README linnukestega nimekiri</a:t>
            </a:r>
          </a:p>
        </p:txBody>
      </p:sp>
    </p:spTree>
    <p:extLst>
      <p:ext uri="{BB962C8B-B14F-4D97-AF65-F5344CB8AC3E}">
        <p14:creationId xmlns:p14="http://schemas.microsoft.com/office/powerpoint/2010/main" val="2003990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2149-AC5A-3B03-4256-D54F2918F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Lõputööde teemad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587C-B7F9-B76A-ECA2-EFFF525C02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000" noProof="0" dirty="0"/>
              <a:t>Tutvu pakutud teemadega </a:t>
            </a:r>
            <a:r>
              <a:rPr lang="et-EE" sz="2000" noProof="0" dirty="0" err="1"/>
              <a:t>Slackis</a:t>
            </a:r>
            <a:r>
              <a:rPr lang="et-EE" sz="2000" noProof="0" dirty="0"/>
              <a:t> ja nende andmestikega </a:t>
            </a:r>
            <a:r>
              <a:rPr lang="et-EE" sz="2000" noProof="0" dirty="0" err="1"/>
              <a:t>GitHubis</a:t>
            </a:r>
            <a:endParaRPr lang="et-EE" sz="2000" noProof="0" dirty="0"/>
          </a:p>
          <a:p>
            <a:pPr lvl="1">
              <a:lnSpc>
                <a:spcPct val="150000"/>
              </a:lnSpc>
            </a:pPr>
            <a:r>
              <a:rPr lang="et-EE" sz="2000" noProof="0" dirty="0"/>
              <a:t>Kas mõni neist teemadest kõnetab?</a:t>
            </a:r>
          </a:p>
          <a:p>
            <a:pPr>
              <a:lnSpc>
                <a:spcPct val="150000"/>
              </a:lnSpc>
            </a:pPr>
            <a:r>
              <a:rPr lang="et-EE" sz="2000" noProof="0" dirty="0"/>
              <a:t>Kui soovid mõnel teisel teemal teha, siis anna märku</a:t>
            </a:r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1956567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63A7-7F8E-2095-C326-2D367560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7197-AE28-0817-98B8-3F5AC5EF4C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5E7578-D42C-B3A7-9799-6306D8D21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892811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7918-1509-E076-6E6B-F1514D54C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Portfoolio täiendamine ja vormistamine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0F67-7CB6-9337-7DDD-BA275F45E2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sz="2000" noProof="0" dirty="0"/>
              <a:t>Täiendame oma </a:t>
            </a:r>
            <a:r>
              <a:rPr lang="et-EE" sz="2000" noProof="0" dirty="0" err="1"/>
              <a:t>GitHub</a:t>
            </a:r>
            <a:r>
              <a:rPr lang="et-EE" sz="2000" noProof="0" dirty="0"/>
              <a:t>-i:</a:t>
            </a:r>
          </a:p>
          <a:p>
            <a:pPr marL="457200" lvl="1" indent="0">
              <a:buNone/>
            </a:pPr>
            <a:r>
              <a:rPr lang="et-EE" sz="2000" noProof="0" dirty="0"/>
              <a:t>1) Loome README profiili jaoks: </a:t>
            </a:r>
          </a:p>
          <a:p>
            <a:pPr marL="1314450" lvl="2" indent="-457200"/>
            <a:r>
              <a:rPr lang="et-EE" sz="2000" noProof="0" dirty="0"/>
              <a:t>New </a:t>
            </a:r>
            <a:r>
              <a:rPr lang="et-EE" sz="2000" noProof="0" dirty="0" err="1"/>
              <a:t>repository</a:t>
            </a:r>
            <a:endParaRPr lang="et-EE" sz="2000" noProof="0" dirty="0"/>
          </a:p>
          <a:p>
            <a:pPr marL="1314450" lvl="2" indent="-457200"/>
            <a:r>
              <a:rPr lang="et-EE" sz="2000" noProof="0" dirty="0" err="1"/>
              <a:t>Repository</a:t>
            </a:r>
            <a:r>
              <a:rPr lang="et-EE" sz="2000" noProof="0" dirty="0"/>
              <a:t> </a:t>
            </a:r>
            <a:r>
              <a:rPr lang="et-EE" sz="2000" noProof="0" dirty="0" err="1"/>
              <a:t>name</a:t>
            </a:r>
            <a:r>
              <a:rPr lang="et-EE" sz="2000" noProof="0" dirty="0"/>
              <a:t>: sinu </a:t>
            </a:r>
            <a:r>
              <a:rPr lang="et-EE" sz="2000" noProof="0" dirty="0" err="1"/>
              <a:t>GitHubi</a:t>
            </a:r>
            <a:r>
              <a:rPr lang="et-EE" sz="2000" noProof="0" dirty="0"/>
              <a:t> kasutaja konto</a:t>
            </a:r>
          </a:p>
          <a:p>
            <a:pPr marL="1771650" lvl="3" indent="-457200"/>
            <a:r>
              <a:rPr lang="et-EE" sz="2000" noProof="0" dirty="0"/>
              <a:t>Peab tulema selline infoaken: </a:t>
            </a:r>
          </a:p>
          <a:p>
            <a:pPr marL="2228850" lvl="4" indent="-457200"/>
            <a:endParaRPr lang="et-EE" sz="2000" noProof="0" dirty="0"/>
          </a:p>
          <a:p>
            <a:endParaRPr lang="et-EE" noProof="0" dirty="0"/>
          </a:p>
          <a:p>
            <a:endParaRPr lang="et-EE" noProof="0" dirty="0"/>
          </a:p>
          <a:p>
            <a:pPr lvl="2"/>
            <a:r>
              <a:rPr lang="et-EE" noProof="0" dirty="0"/>
              <a:t>Lisa README</a:t>
            </a:r>
          </a:p>
          <a:p>
            <a:pPr marL="457200" lvl="1" indent="0">
              <a:buNone/>
            </a:pPr>
            <a:endParaRPr lang="et-EE" noProof="0" dirty="0"/>
          </a:p>
          <a:p>
            <a:pPr marL="457200" lvl="1" indent="0">
              <a:buNone/>
            </a:pPr>
            <a:r>
              <a:rPr lang="et-EE" sz="2000" noProof="0" dirty="0"/>
              <a:t>2) Täidame README</a:t>
            </a:r>
          </a:p>
          <a:p>
            <a:pPr marL="457200" lvl="1" indent="0">
              <a:buNone/>
            </a:pPr>
            <a:r>
              <a:rPr lang="et-EE" sz="2000" noProof="0" dirty="0"/>
              <a:t>3) Täiendame Profiili: </a:t>
            </a:r>
            <a:r>
              <a:rPr lang="et-EE" sz="2000" noProof="0" dirty="0" err="1"/>
              <a:t>Edit</a:t>
            </a:r>
            <a:r>
              <a:rPr lang="et-EE" sz="2000" noProof="0" dirty="0"/>
              <a:t> profile</a:t>
            </a:r>
          </a:p>
          <a:p>
            <a:pPr marL="457200" lvl="1" indent="0">
              <a:buNone/>
            </a:pPr>
            <a:r>
              <a:rPr lang="et-EE" sz="2000" noProof="0" dirty="0"/>
              <a:t>4) Valime </a:t>
            </a:r>
            <a:r>
              <a:rPr lang="et-EE" sz="2000" noProof="0" dirty="0" err="1"/>
              <a:t>repositories</a:t>
            </a:r>
            <a:r>
              <a:rPr lang="et-EE" sz="2000" noProof="0" dirty="0"/>
              <a:t>, mida tahame näidata</a:t>
            </a:r>
          </a:p>
          <a:p>
            <a:pPr marL="0" indent="0">
              <a:buNone/>
            </a:pPr>
            <a:endParaRPr lang="et-EE" noProof="0" dirty="0"/>
          </a:p>
          <a:p>
            <a:r>
              <a:rPr lang="et-EE" sz="2000" noProof="0" dirty="0"/>
              <a:t>Juhend:</a:t>
            </a:r>
            <a:endParaRPr lang="et-EE" sz="2000" noProof="0" dirty="0">
              <a:hlinkClick r:id="rId2"/>
            </a:endParaRPr>
          </a:p>
          <a:p>
            <a:pPr lvl="1"/>
            <a:r>
              <a:rPr lang="et-EE" sz="2000" noProof="0" dirty="0">
                <a:hlinkClick r:id="rId2"/>
              </a:rPr>
              <a:t>https://dev.to/pachicodes/tips-to-use-github-as-your-portfolio-4kb2</a:t>
            </a:r>
            <a:r>
              <a:rPr lang="et-EE" sz="2000" noProof="0" dirty="0"/>
              <a:t> </a:t>
            </a:r>
          </a:p>
        </p:txBody>
      </p:sp>
      <p:sp>
        <p:nvSpPr>
          <p:cNvPr id="4" name="AutoShape 2" descr="secret message">
            <a:extLst>
              <a:ext uri="{FF2B5EF4-FFF2-40B4-BE49-F238E27FC236}">
                <a16:creationId xmlns:a16="http://schemas.microsoft.com/office/drawing/2014/main" id="{A3175D4F-E126-32A6-62D6-2DD6C3591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t-EE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96259A-BDDE-1E72-A40D-2CCAFBA1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222" y="3025294"/>
            <a:ext cx="8206244" cy="80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7373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1279</Words>
  <Application>Microsoft Office PowerPoint</Application>
  <PresentationFormat>Widescreen</PresentationFormat>
  <Paragraphs>259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Courier New</vt:lpstr>
      <vt:lpstr>Noto Serif</vt:lpstr>
      <vt:lpstr>Arial,Sans-Serif</vt:lpstr>
      <vt:lpstr>Roboto</vt:lpstr>
      <vt:lpstr>Calibri</vt:lpstr>
      <vt:lpstr>Inter</vt:lpstr>
      <vt:lpstr>Poppins SemiBold</vt:lpstr>
      <vt:lpstr>Inter Bold</vt:lpstr>
      <vt:lpstr>Arial</vt:lpstr>
      <vt:lpstr>BCS</vt:lpstr>
      <vt:lpstr>Vali Andmetarkus!</vt:lpstr>
      <vt:lpstr>Päevakava - XII päev</vt:lpstr>
      <vt:lpstr>Andmetest teabe kätte saamine</vt:lpstr>
      <vt:lpstr>Andmekorralduse ja –halduse eesmärgid</vt:lpstr>
      <vt:lpstr>Andmekorraldus ja andmehaldus</vt:lpstr>
      <vt:lpstr>Andmekorralduse osad</vt:lpstr>
      <vt:lpstr>Andmehaldusega seotud rollid ja ülesanded - HTM näide</vt:lpstr>
      <vt:lpstr>Andmete kirjeldamine</vt:lpstr>
      <vt:lpstr>FAIR põhimõtted</vt:lpstr>
      <vt:lpstr>Klassifikaatorid</vt:lpstr>
      <vt:lpstr>Ärisõnastik</vt:lpstr>
      <vt:lpstr>Andmesõnastik</vt:lpstr>
      <vt:lpstr>Andmemudel (Entity Relationship Diagram)</vt:lpstr>
      <vt:lpstr>Paus 10:30-10:45</vt:lpstr>
      <vt:lpstr>Andmetabelite kirjeldus</vt:lpstr>
      <vt:lpstr>Andmete kirjeldus - näide - F_SALE</vt:lpstr>
      <vt:lpstr>Andmete kirjeldus - näide - D_CUSTOMER</vt:lpstr>
      <vt:lpstr>Ülesanne - loo andmete kirjeldus tabelile D_PRODUCT</vt:lpstr>
      <vt:lpstr>Andmete ligipääs</vt:lpstr>
      <vt:lpstr>Organisatsioonivälistele andmetele juurdepääs</vt:lpstr>
      <vt:lpstr>Andmevoog</vt:lpstr>
      <vt:lpstr>Andmehalduse lisamaterjalid</vt:lpstr>
      <vt:lpstr>Lõunapaus 12:15-13:15</vt:lpstr>
      <vt:lpstr>Lõputöö osad</vt:lpstr>
      <vt:lpstr>Lõputöö ajakava</vt:lpstr>
      <vt:lpstr>Lõputöö soovitused</vt:lpstr>
      <vt:lpstr>Lõputööde teemad</vt:lpstr>
      <vt:lpstr>Paus 14:45-15:00</vt:lpstr>
      <vt:lpstr>Portfoolio täiendamine ja vormistamine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60</cp:revision>
  <dcterms:created xsi:type="dcterms:W3CDTF">2021-08-27T11:35:28Z</dcterms:created>
  <dcterms:modified xsi:type="dcterms:W3CDTF">2026-04-15T10:12:26Z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