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417" r:id="rId5"/>
    <p:sldId id="463" r:id="rId6"/>
    <p:sldId id="641" r:id="rId7"/>
    <p:sldId id="559" r:id="rId8"/>
    <p:sldId id="611" r:id="rId9"/>
    <p:sldId id="560" r:id="rId10"/>
    <p:sldId id="561" r:id="rId11"/>
  </p:sldIdLst>
  <p:sldSz cx="12192000" cy="6858000"/>
  <p:notesSz cx="6858000" cy="9144000"/>
  <p:embeddedFontLst>
    <p:embeddedFont>
      <p:font typeface="Inter" panose="020B0604020202020204" charset="0"/>
      <p:regular r:id="rId14"/>
      <p:bold r:id="rId15"/>
    </p:embeddedFont>
    <p:embeddedFont>
      <p:font typeface="Inter Bold" panose="020B0604020202020204" charset="0"/>
      <p:bold r:id="rId16"/>
    </p:embeddedFont>
    <p:embeddedFont>
      <p:font typeface="Poppins SemiBold" panose="00000700000000000000" pitchFamily="2" charset="0"/>
      <p:bold r:id="rId17"/>
      <p:boldItalic r:id="rId1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D81BF4-4944-4E0E-85AE-1DD611A6ECD5}" v="1" dt="2026-04-07T14:17:43.5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undo custSel delSld modSld">
      <pc:chgData name="Virve Räni" userId="161a7437-7ef4-49ec-91bf-54882f313dfe" providerId="ADAL" clId="{6D754EED-65AA-4A21-B175-6769012CF487}" dt="2026-04-07T14:28:21.429" v="377" actId="20577"/>
      <pc:docMkLst>
        <pc:docMk/>
      </pc:docMkLst>
      <pc:sldChg chg="modSp mod">
        <pc:chgData name="Virve Räni" userId="161a7437-7ef4-49ec-91bf-54882f313dfe" providerId="ADAL" clId="{6D754EED-65AA-4A21-B175-6769012CF487}" dt="2026-04-07T14:11:42.383" v="48" actId="20577"/>
        <pc:sldMkLst>
          <pc:docMk/>
          <pc:sldMk cId="2142720034" sldId="463"/>
        </pc:sldMkLst>
        <pc:spChg chg="mod">
          <ac:chgData name="Virve Räni" userId="161a7437-7ef4-49ec-91bf-54882f313dfe" providerId="ADAL" clId="{6D754EED-65AA-4A21-B175-6769012CF487}" dt="2026-03-16T10:57:10.704" v="0" actId="20577"/>
          <ac:spMkLst>
            <pc:docMk/>
            <pc:sldMk cId="2142720034" sldId="463"/>
            <ac:spMk id="2" creationId="{3B319E6A-EDBC-A257-8CAB-1456AC180BF7}"/>
          </ac:spMkLst>
        </pc:spChg>
        <pc:graphicFrameChg chg="modGraphic">
          <ac:chgData name="Virve Räni" userId="161a7437-7ef4-49ec-91bf-54882f313dfe" providerId="ADAL" clId="{6D754EED-65AA-4A21-B175-6769012CF487}" dt="2026-04-07T14:11:42.383" v="48" actId="20577"/>
          <ac:graphicFrameMkLst>
            <pc:docMk/>
            <pc:sldMk cId="2142720034" sldId="463"/>
            <ac:graphicFrameMk id="5" creationId="{03997827-D239-7775-E4A3-5EB245AAACB2}"/>
          </ac:graphicFrameMkLst>
        </pc:graphicFrameChg>
      </pc:sldChg>
      <pc:sldChg chg="del">
        <pc:chgData name="Virve Räni" userId="161a7437-7ef4-49ec-91bf-54882f313dfe" providerId="ADAL" clId="{6D754EED-65AA-4A21-B175-6769012CF487}" dt="2026-04-07T14:12:45.032" v="160" actId="47"/>
        <pc:sldMkLst>
          <pc:docMk/>
          <pc:sldMk cId="4264120663" sldId="492"/>
        </pc:sldMkLst>
      </pc:sldChg>
      <pc:sldChg chg="modSp mod">
        <pc:chgData name="Virve Räni" userId="161a7437-7ef4-49ec-91bf-54882f313dfe" providerId="ADAL" clId="{6D754EED-65AA-4A21-B175-6769012CF487}" dt="2026-04-07T14:12:54.449" v="177" actId="20577"/>
        <pc:sldMkLst>
          <pc:docMk/>
          <pc:sldMk cId="3870796602" sldId="611"/>
        </pc:sldMkLst>
        <pc:spChg chg="mod">
          <ac:chgData name="Virve Räni" userId="161a7437-7ef4-49ec-91bf-54882f313dfe" providerId="ADAL" clId="{6D754EED-65AA-4A21-B175-6769012CF487}" dt="2026-04-07T14:12:54.449" v="177" actId="20577"/>
          <ac:spMkLst>
            <pc:docMk/>
            <pc:sldMk cId="3870796602" sldId="611"/>
            <ac:spMk id="5" creationId="{F9557069-2E5E-8598-EF63-D471222B02C7}"/>
          </ac:spMkLst>
        </pc:spChg>
      </pc:sldChg>
      <pc:sldChg chg="modSp mod">
        <pc:chgData name="Virve Räni" userId="161a7437-7ef4-49ec-91bf-54882f313dfe" providerId="ADAL" clId="{6D754EED-65AA-4A21-B175-6769012CF487}" dt="2026-04-07T14:28:21.429" v="377" actId="20577"/>
        <pc:sldMkLst>
          <pc:docMk/>
          <pc:sldMk cId="4039098990" sldId="641"/>
        </pc:sldMkLst>
        <pc:spChg chg="mod">
          <ac:chgData name="Virve Räni" userId="161a7437-7ef4-49ec-91bf-54882f313dfe" providerId="ADAL" clId="{6D754EED-65AA-4A21-B175-6769012CF487}" dt="2026-04-07T14:11:58.261" v="86" actId="20577"/>
          <ac:spMkLst>
            <pc:docMk/>
            <pc:sldMk cId="4039098990" sldId="641"/>
            <ac:spMk id="2" creationId="{939B5782-C166-DFAD-FABB-09B61EA805D9}"/>
          </ac:spMkLst>
        </pc:spChg>
        <pc:spChg chg="mod">
          <ac:chgData name="Virve Räni" userId="161a7437-7ef4-49ec-91bf-54882f313dfe" providerId="ADAL" clId="{6D754EED-65AA-4A21-B175-6769012CF487}" dt="2026-04-07T14:28:21.429" v="377" actId="20577"/>
          <ac:spMkLst>
            <pc:docMk/>
            <pc:sldMk cId="4039098990" sldId="641"/>
            <ac:spMk id="3" creationId="{EEB064E9-96CC-B626-1467-4E02721E4AF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07.04.2026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07.04.2026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A36E8-B4E0-0CF4-A711-A80EA72CE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9E6A-EDBC-A257-8CAB-1456AC180B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3997827-D239-7775-E4A3-5EB245AAACB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734219904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Kohviku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andmestik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Koolitus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Kohviku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andmestiku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analüüs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Karjäärimoodul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Karjäärimoodul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2720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B5782-C166-DFAD-FABB-09B61EA805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Kohviku</a:t>
            </a:r>
            <a:r>
              <a:rPr lang="en-US" dirty="0"/>
              <a:t> </a:t>
            </a:r>
            <a:r>
              <a:rPr lang="en-US" dirty="0" err="1"/>
              <a:t>andmestiku</a:t>
            </a:r>
            <a:r>
              <a:rPr lang="en-US" dirty="0"/>
              <a:t> </a:t>
            </a:r>
            <a:r>
              <a:rPr lang="en-US" dirty="0" err="1"/>
              <a:t>analüüs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64E9-96CC-B626-1467-4E02721E4AF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Lae alla </a:t>
            </a:r>
            <a:r>
              <a:rPr lang="en-US" sz="2000" dirty="0" err="1">
                <a:ea typeface="Inter"/>
              </a:rPr>
              <a:t>andmestikud</a:t>
            </a:r>
            <a:r>
              <a:rPr lang="en-US" sz="2000" dirty="0">
                <a:ea typeface="Inter"/>
              </a:rPr>
              <a:t>: 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ea typeface="Inter"/>
              </a:rPr>
              <a:t>Day7 --&gt; </a:t>
            </a:r>
          </a:p>
          <a:p>
            <a:pPr lvl="2">
              <a:lnSpc>
                <a:spcPct val="150000"/>
              </a:lnSpc>
            </a:pPr>
            <a:r>
              <a:rPr lang="en-US" sz="2000" dirty="0">
                <a:ea typeface="Inter"/>
              </a:rPr>
              <a:t>cafe_sales_cleaned.csv</a:t>
            </a:r>
          </a:p>
          <a:p>
            <a:pPr lvl="2">
              <a:lnSpc>
                <a:spcPct val="150000"/>
              </a:lnSpc>
            </a:pPr>
            <a:r>
              <a:rPr lang="en-US" sz="2000" dirty="0">
                <a:ea typeface="Inter"/>
              </a:rPr>
              <a:t>cafe_budget.csv</a:t>
            </a:r>
          </a:p>
          <a:p>
            <a:pPr lvl="2">
              <a:lnSpc>
                <a:spcPct val="150000"/>
              </a:lnSpc>
            </a:pP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Loo </a:t>
            </a:r>
            <a:r>
              <a:rPr lang="en-US" sz="2000" dirty="0" err="1">
                <a:ea typeface="Inter"/>
              </a:rPr>
              <a:t>uus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</a:t>
            </a:r>
            <a:r>
              <a:rPr lang="en-US" sz="2000" dirty="0">
                <a:ea typeface="Inter"/>
              </a:rPr>
              <a:t> cafe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Loo </a:t>
            </a:r>
            <a:r>
              <a:rPr lang="en-US" sz="2000" dirty="0" err="1">
                <a:ea typeface="Inter"/>
              </a:rPr>
              <a:t>uus</a:t>
            </a:r>
            <a:r>
              <a:rPr lang="en-US" sz="2000" dirty="0">
                <a:ea typeface="Inter"/>
              </a:rPr>
              <a:t> schema </a:t>
            </a:r>
            <a:r>
              <a:rPr lang="en-US" sz="2000" dirty="0" err="1">
                <a:ea typeface="Inter"/>
              </a:rPr>
              <a:t>cafe_sales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Lae </a:t>
            </a:r>
            <a:r>
              <a:rPr lang="en-US" sz="2000" dirty="0" err="1">
                <a:ea typeface="Inter"/>
              </a:rPr>
              <a:t>üles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tabelid</a:t>
            </a:r>
            <a:endParaRPr lang="en-US" sz="20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Lahenda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ülesanded</a:t>
            </a:r>
            <a:r>
              <a:rPr lang="en-US" sz="2000" dirty="0">
                <a:ea typeface="Inter"/>
              </a:rPr>
              <a:t>: Day7 --&gt; cafe_sales_analysis_tasks.txt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039098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5FD62-3AF7-51EB-5F92-57981F784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AA6A7-D97E-830C-A38D-585944657E9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1A1A71-E8DB-7445-FF04-027CE0312D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74506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643B3-EEBB-CCD6-9D3C-074D1462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A1811-5A64-9CE0-A253-D842BFB03C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</a:t>
            </a:r>
            <a:r>
              <a:rPr lang="en-US" err="1"/>
              <a:t>lahenduse</a:t>
            </a:r>
            <a:r>
              <a:rPr lang="en-US"/>
              <a:t> </a:t>
            </a:r>
            <a:r>
              <a:rPr lang="en-US" err="1"/>
              <a:t>ülevaade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557069-2E5E-8598-EF63-D471222B02C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Inter"/>
                <a:cs typeface="+mn-lt"/>
              </a:rPr>
              <a:t>Vaatame </a:t>
            </a:r>
            <a:r>
              <a:rPr lang="en-US" sz="2000" dirty="0" err="1">
                <a:ea typeface="Inter"/>
                <a:cs typeface="+mn-lt"/>
              </a:rPr>
              <a:t>üle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kohviku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analüüsi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lahendused</a:t>
            </a:r>
            <a:endParaRPr lang="en-US" sz="2000" dirty="0">
              <a:cs typeface="+mn-lt"/>
            </a:endParaRPr>
          </a:p>
          <a:p>
            <a:pPr marL="857250" lvl="1" indent="-342900">
              <a:lnSpc>
                <a:spcPct val="150000"/>
              </a:lnSpc>
            </a:pPr>
            <a:endParaRPr lang="en-US" dirty="0">
              <a:cs typeface="+mn-lt"/>
            </a:endParaRPr>
          </a:p>
          <a:p>
            <a:pPr marL="0" indent="0"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70796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7CF3F-998F-1D31-7E8E-9D5F969A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80649-EFC7-3BC7-AD8E-166B520535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</a:t>
            </a:r>
            <a:r>
              <a:rPr lang="en-US" err="1"/>
              <a:t>kokkuvõte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BB9B6E-2766-B1D4-87B8-66368A87329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Andmebaasidega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suhtlemiseks</a:t>
            </a:r>
            <a:endParaRPr lang="en-US" sz="2000" dirty="0">
              <a:cs typeface="+mn-lt"/>
            </a:endParaRPr>
          </a:p>
          <a:p>
            <a:pPr marL="800100" lvl="1" indent="-28575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Kiireks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ülevaateks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andmetest</a:t>
            </a:r>
            <a:endParaRPr lang="en-US" sz="2000" dirty="0">
              <a:ea typeface="Inter"/>
              <a:cs typeface="+mn-lt"/>
            </a:endParaRPr>
          </a:p>
          <a:p>
            <a:pPr marL="800100" lvl="1" indent="-28575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Andmeteisenduste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tegemiseks</a:t>
            </a:r>
            <a:endParaRPr lang="en-US" sz="2000" dirty="0">
              <a:cs typeface="+mn-lt"/>
            </a:endParaRPr>
          </a:p>
          <a:p>
            <a:pPr marL="857250" lvl="1" indent="-34290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Statistiliste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kokkuvõtete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tegemiseks</a:t>
            </a:r>
            <a:endParaRPr lang="en-US" sz="2000" dirty="0">
              <a:cs typeface="+mn-lt"/>
            </a:endParaRPr>
          </a:p>
          <a:p>
            <a:pPr marL="857250" lvl="1" indent="-342900">
              <a:lnSpc>
                <a:spcPct val="150000"/>
              </a:lnSpc>
            </a:pPr>
            <a:endParaRPr lang="en-US" dirty="0">
              <a:cs typeface="+mn-lt"/>
            </a:endParaRPr>
          </a:p>
          <a:p>
            <a:pPr marL="0" indent="0"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40524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1302-AF69-03F4-BC3A-52BB2F28D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4B79C-FAF7-6934-1DAD-99EDFE457F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190094-A671-5A3B-26E9-FEDEED690B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284150055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135</Words>
  <Application>Microsoft Office PowerPoint</Application>
  <PresentationFormat>Widescreen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Calibri</vt:lpstr>
      <vt:lpstr>Poppins SemiBold</vt:lpstr>
      <vt:lpstr>Arial</vt:lpstr>
      <vt:lpstr>Inter</vt:lpstr>
      <vt:lpstr>Inter Bold</vt:lpstr>
      <vt:lpstr>BCS</vt:lpstr>
      <vt:lpstr>Vali Andmetarkus!</vt:lpstr>
      <vt:lpstr>Päevakava - VII päev</vt:lpstr>
      <vt:lpstr>Kohviku andmestiku analüüs</vt:lpstr>
      <vt:lpstr>Paus 10:30-10:45</vt:lpstr>
      <vt:lpstr>SQL lahenduse ülevaade</vt:lpstr>
      <vt:lpstr>SQL kokkuvõte</vt:lpstr>
      <vt:lpstr>Lõunapaus 12:15-13:15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60</cp:revision>
  <dcterms:created xsi:type="dcterms:W3CDTF">2021-08-27T11:35:28Z</dcterms:created>
  <dcterms:modified xsi:type="dcterms:W3CDTF">2026-04-07T14:28:27Z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